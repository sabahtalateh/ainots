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519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90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91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76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47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39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09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35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20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83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19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406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16075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981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64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260295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820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3913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9692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049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025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68174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2641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34533345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466025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4C1F0-0149-4E56-9C4D-1587BBDEC96F}" type="datetimeFigureOut">
              <a:rPr lang="ru-RU" smtClean="0"/>
              <a:t>20.07.2023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04E4-859A-478F-A923-9A1D84C835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9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41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4207-189C-4477-A5CF-646905EC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5031"/>
          </a:xfrm>
        </p:spPr>
        <p:txBody>
          <a:bodyPr/>
          <a:lstStyle/>
          <a:p>
            <a:r>
              <a:rPr lang="ru-RU" dirty="0"/>
              <a:t>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469E-93C4-4011-89B2-66BFB44FD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56" y="1409165"/>
            <a:ext cx="7886700" cy="971343"/>
          </a:xfrm>
        </p:spPr>
        <p:txBody>
          <a:bodyPr/>
          <a:lstStyle/>
          <a:p>
            <a:r>
              <a:rPr lang="ru-RU" dirty="0"/>
              <a:t>Решить задачу о мостах для данного графа. Обосновать 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3FE77-2E5C-4187-ACD1-D7F22D172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9F6EF-7740-4B26-BD04-E8B290277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898" y="2526890"/>
            <a:ext cx="5817092" cy="313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83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</Words>
  <Application>Microsoft Office PowerPoint</Application>
  <PresentationFormat>Экран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</dc:title>
  <dc:creator>Ярослав Сафронов</dc:creator>
  <cp:lastModifiedBy>Ярослав Сафронов</cp:lastModifiedBy>
  <cp:revision>3</cp:revision>
  <dcterms:created xsi:type="dcterms:W3CDTF">2023-07-20T14:01:02Z</dcterms:created>
  <dcterms:modified xsi:type="dcterms:W3CDTF">2023-07-20T14:52:36Z</dcterms:modified>
</cp:coreProperties>
</file>