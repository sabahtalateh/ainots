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4"/>
  </p:notesMasterIdLst>
  <p:sldIdLst>
    <p:sldId id="461" r:id="rId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96" d="100"/>
          <a:sy n="96" d="100"/>
        </p:scale>
        <p:origin x="109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5FE24D-1B64-47AF-B8C9-574365BF1721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186BBE-AD20-4B52-9585-4F8B051A2F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2077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rog-cpp.ru/deikstra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habr.com/ru/post/111361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hlinkClick r:id="rId3"/>
              </a:rPr>
              <a:t>https://prog-cpp.ru/deikstra/</a:t>
            </a:r>
            <a:endParaRPr lang="en-US" dirty="0"/>
          </a:p>
          <a:p>
            <a:r>
              <a:rPr lang="en-US" dirty="0">
                <a:hlinkClick r:id="rId4"/>
              </a:rPr>
              <a:t>https://habr.com/ru/post/111361/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05E4C15-83E2-4053-8D48-0BAD6CEC897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5857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B0D12-2DCF-4830-9979-443FCDC6156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413C-53EC-4E46-8353-63142C9445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3963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B0D12-2DCF-4830-9979-443FCDC6156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413C-53EC-4E46-8353-63142C9445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0384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B0D12-2DCF-4830-9979-443FCDC6156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413C-53EC-4E46-8353-63142C9445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7596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B0D12-2DCF-4830-9979-443FCDC6156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413C-53EC-4E46-8353-63142C9445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12232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B0D12-2DCF-4830-9979-443FCDC6156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413C-53EC-4E46-8353-63142C9445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13094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B0D12-2DCF-4830-9979-443FCDC6156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413C-53EC-4E46-8353-63142C9445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88045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B0D12-2DCF-4830-9979-443FCDC6156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413C-53EC-4E46-8353-63142C9445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78211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B0D12-2DCF-4830-9979-443FCDC6156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413C-53EC-4E46-8353-63142C9445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743884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B0D12-2DCF-4830-9979-443FCDC6156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413C-53EC-4E46-8353-63142C9445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3285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B0D12-2DCF-4830-9979-443FCDC6156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413C-53EC-4E46-8353-63142C9445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45217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B0D12-2DCF-4830-9979-443FCDC6156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A413C-53EC-4E46-8353-63142C9445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31047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2000" y="4095784"/>
            <a:ext cx="7920000" cy="810000"/>
          </a:xfrm>
        </p:spPr>
        <p:txBody>
          <a:bodyPr anchor="b">
            <a:normAutofit/>
          </a:bodyPr>
          <a:lstStyle>
            <a:lvl1pPr algn="ctr">
              <a:defRPr sz="2500" b="1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5000366"/>
            <a:ext cx="6858000" cy="455141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2610" y="2635556"/>
            <a:ext cx="6198781" cy="1586888"/>
          </a:xfrm>
          <a:prstGeom prst="rect">
            <a:avLst/>
          </a:prstGeom>
        </p:spPr>
      </p:pic>
      <p:sp>
        <p:nvSpPr>
          <p:cNvPr id="10" name="Нижний колонтитул 3"/>
          <p:cNvSpPr>
            <a:spLocks noGrp="1"/>
          </p:cNvSpPr>
          <p:nvPr userDrawn="1"/>
        </p:nvSpPr>
        <p:spPr>
          <a:xfrm>
            <a:off x="3028950" y="6484254"/>
            <a:ext cx="308610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Myriad Pro" pitchFamily="34" charset="0"/>
                <a:ea typeface="+mn-ea"/>
                <a:cs typeface="+mn-cs"/>
              </a:rPr>
              <a:t>www.specialist.ru</a:t>
            </a:r>
            <a:endParaRPr kumimoji="0" lang="ru-RU" sz="16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Myriad Pro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46690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682042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, под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457657"/>
            <a:ext cx="7886700" cy="371930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11"/>
          </p:nvPr>
        </p:nvSpPr>
        <p:spPr>
          <a:xfrm>
            <a:off x="628650" y="1804173"/>
            <a:ext cx="7886700" cy="540000"/>
          </a:xfrm>
        </p:spPr>
        <p:txBody>
          <a:bodyPr/>
          <a:lstStyle>
            <a:lvl1pPr marL="0" indent="0">
              <a:buNone/>
              <a:defRPr>
                <a:solidFill>
                  <a:schemeClr val="accent3"/>
                </a:solidFill>
              </a:defRPr>
            </a:lvl1pPr>
          </a:lstStyle>
          <a:p>
            <a:pPr lvl="0"/>
            <a:r>
              <a:rPr lang="ru-RU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2377777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936" y="222223"/>
            <a:ext cx="3882831" cy="315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93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8265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853513"/>
            <a:ext cx="3868340" cy="651561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853513"/>
            <a:ext cx="3887391" cy="6515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1426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83381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92940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457200"/>
            <a:ext cx="4629150" cy="5403851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55482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457200"/>
            <a:ext cx="4629150" cy="540385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87232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опрос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81034" y="1352550"/>
            <a:ext cx="4829393" cy="4688212"/>
          </a:xfrm>
          <a:prstGeom prst="rect">
            <a:avLst/>
          </a:prstGeom>
        </p:spPr>
      </p:pic>
      <p:sp>
        <p:nvSpPr>
          <p:cNvPr id="5" name="Заголовок 1"/>
          <p:cNvSpPr txBox="1">
            <a:spLocks/>
          </p:cNvSpPr>
          <p:nvPr userDrawn="1"/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2E75B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dirty="0"/>
              <a:t>Вопросы?</a:t>
            </a:r>
          </a:p>
        </p:txBody>
      </p:sp>
    </p:spTree>
    <p:extLst>
      <p:ext uri="{BB962C8B-B14F-4D97-AF65-F5344CB8AC3E}">
        <p14:creationId xmlns:p14="http://schemas.microsoft.com/office/powerpoint/2010/main" val="3898914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след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Номер слайда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486" y="2943329"/>
            <a:ext cx="3882831" cy="3151371"/>
          </a:xfrm>
          <a:prstGeom prst="rect">
            <a:avLst/>
          </a:prstGeom>
        </p:spPr>
      </p:pic>
      <p:sp>
        <p:nvSpPr>
          <p:cNvPr id="16" name="Прямоугольник 15"/>
          <p:cNvSpPr/>
          <p:nvPr userDrawn="1"/>
        </p:nvSpPr>
        <p:spPr>
          <a:xfrm>
            <a:off x="845245" y="2946605"/>
            <a:ext cx="181440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anose="020B0503030403020204" pitchFamily="34" charset="0"/>
              </a:rPr>
              <a:t>info@specialist.ru</a:t>
            </a:r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845245" y="3288435"/>
            <a:ext cx="190148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alt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yriad Pro" panose="020B0503030403020204" pitchFamily="34" charset="0"/>
              </a:rPr>
              <a:t>+7 (495) 232-32-16</a:t>
            </a:r>
          </a:p>
        </p:txBody>
      </p:sp>
      <p:sp>
        <p:nvSpPr>
          <p:cNvPr id="18" name="Заголовок 1"/>
          <p:cNvSpPr txBox="1">
            <a:spLocks/>
          </p:cNvSpPr>
          <p:nvPr userDrawn="1"/>
        </p:nvSpPr>
        <p:spPr>
          <a:xfrm>
            <a:off x="628650" y="410159"/>
            <a:ext cx="7886700" cy="22201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rgbClr val="2E75B6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  <a:t>Выбирайте Центр </a:t>
            </a:r>
            <a:b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</a:br>
            <a:r>
              <a:rPr lang="ru-RU" sz="3600" dirty="0">
                <a:solidFill>
                  <a:schemeClr val="accent1"/>
                </a:solidFill>
                <a:latin typeface="Myriad Pro" panose="020B0503030403020204" pitchFamily="34" charset="0"/>
              </a:rPr>
              <a:t>«Специалист» – ведущего поставщика образовательных услуг в России! </a:t>
            </a:r>
          </a:p>
        </p:txBody>
      </p:sp>
    </p:spTree>
    <p:extLst>
      <p:ext uri="{BB962C8B-B14F-4D97-AF65-F5344CB8AC3E}">
        <p14:creationId xmlns:p14="http://schemas.microsoft.com/office/powerpoint/2010/main" val="1947615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13.xml"/><Relationship Id="rId16" Type="http://schemas.openxmlformats.org/officeDocument/2006/relationships/hyperlink" Target="http://www.specialist.ru/" TargetMode="Externa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0B0D12-2DCF-4830-9979-443FCDC61568}" type="datetimeFigureOut">
              <a:rPr lang="ru-RU" smtClean="0"/>
              <a:t>21.07.2023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0A413C-53EC-4E46-8353-63142C94452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46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7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5353" y="6380054"/>
            <a:ext cx="2169997" cy="292584"/>
          </a:xfrm>
          <a:prstGeom prst="rect">
            <a:avLst/>
          </a:prstGeom>
        </p:spPr>
      </p:pic>
      <p:pic>
        <p:nvPicPr>
          <p:cNvPr id="9" name="Объект 7"/>
          <p:cNvPicPr>
            <a:picLocks noGrp="1"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650" y="6189230"/>
            <a:ext cx="2029749" cy="48340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519AFA1-E01F-4869-9A2C-AE6B64FF572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Нижний колонтитул 2">
            <a:hlinkClick r:id="rId16"/>
          </p:cNvPr>
          <p:cNvSpPr>
            <a:spLocks noGrp="1"/>
          </p:cNvSpPr>
          <p:nvPr userDrawn="1"/>
        </p:nvSpPr>
        <p:spPr>
          <a:xfrm>
            <a:off x="6612410" y="6339473"/>
            <a:ext cx="1902940" cy="37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solidFill>
                  <a:schemeClr val="bg1"/>
                </a:solidFill>
                <a:latin typeface="Myriad Pro" panose="020B0503030403020204" pitchFamily="34" charset="0"/>
              </a:rPr>
              <a:t>www.specialist.ru</a:t>
            </a:r>
            <a:endParaRPr lang="ru-RU" b="1" dirty="0">
              <a:solidFill>
                <a:schemeClr val="bg1"/>
              </a:solidFill>
              <a:latin typeface="Myriad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8253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rgbClr val="2E75B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17"/>
        </a:buBlip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Tx/>
        <a:buBlip>
          <a:blip r:embed="rId17"/>
        </a:buBlip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066AE-21B9-40E0-BE97-8C4E707FC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340" y="136524"/>
            <a:ext cx="8289319" cy="849795"/>
          </a:xfrm>
        </p:spPr>
        <p:txBody>
          <a:bodyPr>
            <a:normAutofit/>
          </a:bodyPr>
          <a:lstStyle/>
          <a:p>
            <a:r>
              <a:rPr lang="ru-RU"/>
              <a:t>Задача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3FD084-E1FD-4604-8B5D-D6E0FD518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340" y="5157627"/>
            <a:ext cx="2867795" cy="592384"/>
          </a:xfrm>
        </p:spPr>
        <p:txBody>
          <a:bodyPr>
            <a:normAutofit fontScale="70000" lnSpcReduction="20000"/>
          </a:bodyPr>
          <a:lstStyle/>
          <a:p>
            <a:r>
              <a:rPr lang="ru-RU" dirty="0"/>
              <a:t>Найти кратчайший путь из вершины 1 в вершину 4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CB8B34-1090-4370-93B6-A7A7DABE2E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519AFA1-E01F-4869-9A2C-AE6B64FF572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yriad Pro"/>
              <a:ea typeface="+mn-ea"/>
              <a:cs typeface="+mn-cs"/>
            </a:endParaRPr>
          </a:p>
        </p:txBody>
      </p:sp>
      <p:pic>
        <p:nvPicPr>
          <p:cNvPr id="7170" name="Picture 2" descr="image">
            <a:extLst>
              <a:ext uri="{FF2B5EF4-FFF2-40B4-BE49-F238E27FC236}">
                <a16:creationId xmlns:a16="http://schemas.microsoft.com/office/drawing/2014/main" id="{07FC6E4C-C383-48AE-B632-DA295B4334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93" y="1183449"/>
            <a:ext cx="3267575" cy="326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414EB46-F72B-416B-8396-8A61F792BBD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8636"/>
          <a:stretch/>
        </p:blipFill>
        <p:spPr>
          <a:xfrm>
            <a:off x="3685463" y="1183449"/>
            <a:ext cx="5458537" cy="196243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B42BFDC-2069-486C-B485-40ECE07E2489}"/>
              </a:ext>
            </a:extLst>
          </p:cNvPr>
          <p:cNvSpPr txBox="1">
            <a:spLocks/>
          </p:cNvSpPr>
          <p:nvPr/>
        </p:nvSpPr>
        <p:spPr>
          <a:xfrm>
            <a:off x="3685463" y="3300970"/>
            <a:ext cx="3491298" cy="822303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5"/>
              </a:buBlip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5"/>
              </a:buBlip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5"/>
              </a:buBlip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5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5"/>
              </a:buBlip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Blip>
                <a:blip r:embed="rId5"/>
              </a:buBlip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t>Найти кратчайший путь из вершины С в вершину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Myriad Pro"/>
                <a:ea typeface="+mn-ea"/>
                <a:cs typeface="+mn-cs"/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25861361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пециалист">
      <a:dk1>
        <a:sysClr val="windowText" lastClr="000000"/>
      </a:dk1>
      <a:lt1>
        <a:sysClr val="window" lastClr="FFFFFF"/>
      </a:lt1>
      <a:dk2>
        <a:srgbClr val="2E75B6"/>
      </a:dk2>
      <a:lt2>
        <a:srgbClr val="F8F8F8"/>
      </a:lt2>
      <a:accent1>
        <a:srgbClr val="2E75B6"/>
      </a:accent1>
      <a:accent2>
        <a:srgbClr val="B2B2B2"/>
      </a:accent2>
      <a:accent3>
        <a:srgbClr val="ED9127"/>
      </a:accent3>
      <a:accent4>
        <a:srgbClr val="808080"/>
      </a:accent4>
      <a:accent5>
        <a:srgbClr val="5F5F5F"/>
      </a:accent5>
      <a:accent6>
        <a:srgbClr val="4D4D4D"/>
      </a:accent6>
      <a:hlink>
        <a:srgbClr val="2E75B6"/>
      </a:hlink>
      <a:folHlink>
        <a:srgbClr val="919191"/>
      </a:folHlink>
    </a:clrScheme>
    <a:fontScheme name="Новый специалист">
      <a:majorFont>
        <a:latin typeface="Myriad Pro"/>
        <a:ea typeface=""/>
        <a:cs typeface=""/>
      </a:majorFont>
      <a:minorFont>
        <a:latin typeface="Myriad Pro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Шаблон Специалиста+слайды.potx" id="{EE134D6A-E010-4715-B6B5-F3A6055365A4}" vid="{E244C147-435B-4493-8FA1-D676FE8E6009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41</Words>
  <Application>Microsoft Office PowerPoint</Application>
  <PresentationFormat>On-screen Show (4:3)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Myriad Pro</vt:lpstr>
      <vt:lpstr>Тема Office</vt:lpstr>
      <vt:lpstr>1_Тема Office</vt:lpstr>
      <vt:lpstr>Задача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Задача 16-25</dc:title>
  <dc:creator>Ярослав Сафронов</dc:creator>
  <cp:lastModifiedBy>Динцис Данил Юрьевич</cp:lastModifiedBy>
  <cp:revision>2</cp:revision>
  <dcterms:created xsi:type="dcterms:W3CDTF">2023-07-20T14:05:27Z</dcterms:created>
  <dcterms:modified xsi:type="dcterms:W3CDTF">2023-07-21T07:22:26Z</dcterms:modified>
</cp:coreProperties>
</file>