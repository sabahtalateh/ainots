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473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54DF-414D-4822-9A97-8074FAADE24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A687A-2AF0-4DAA-8F14-AD79FFF0B0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762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mathus.ru/math/fepg.pdf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http://mathus.ru/math/fepg.pdf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95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04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89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71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964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55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22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05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88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16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45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232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38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3171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84536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274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208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765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284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9997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240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0457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5642499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244201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472B9-B653-47FB-BB7D-985ED14A6A2B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D11D-EE5F-4110-BF39-F10BB49B5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52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08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0" y="249540"/>
            <a:ext cx="8332342" cy="849795"/>
          </a:xfrm>
        </p:spPr>
        <p:txBody>
          <a:bodyPr>
            <a:normAutofit/>
          </a:bodyPr>
          <a:lstStyle/>
          <a:p>
            <a:r>
              <a:rPr lang="ru-RU"/>
              <a:t>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78" y="1472669"/>
            <a:ext cx="7730341" cy="1773966"/>
          </a:xfrm>
        </p:spPr>
        <p:txBody>
          <a:bodyPr>
            <a:normAutofit/>
          </a:bodyPr>
          <a:lstStyle/>
          <a:p>
            <a:r>
              <a:rPr lang="ru-RU" dirty="0"/>
              <a:t>Между 4 объектами необходимо проложить 6 трасс (дорог), так чтобы существовал хотя бы один путь между любыми 2мя объектами</a:t>
            </a:r>
          </a:p>
          <a:p>
            <a:r>
              <a:rPr lang="ru-RU" dirty="0"/>
              <a:t>Постройте ориентированный планарный граф, описывающий данное 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A580E498-B65C-4D34-B7C9-15312E12B6D3}"/>
              </a:ext>
            </a:extLst>
          </p:cNvPr>
          <p:cNvSpPr/>
          <p:nvPr/>
        </p:nvSpPr>
        <p:spPr>
          <a:xfrm>
            <a:off x="420171" y="3680459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F3402FF6-9C91-44B4-A72A-967742F23FF1}"/>
              </a:ext>
            </a:extLst>
          </p:cNvPr>
          <p:cNvSpPr/>
          <p:nvPr/>
        </p:nvSpPr>
        <p:spPr>
          <a:xfrm>
            <a:off x="420171" y="5111010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C8B5575-B6FA-43A5-A33C-4B6AE13BE979}"/>
              </a:ext>
            </a:extLst>
          </p:cNvPr>
          <p:cNvSpPr/>
          <p:nvPr/>
        </p:nvSpPr>
        <p:spPr>
          <a:xfrm>
            <a:off x="3568739" y="4798113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E5A91194-8700-47E4-9568-456AF6482EBB}"/>
              </a:ext>
            </a:extLst>
          </p:cNvPr>
          <p:cNvSpPr/>
          <p:nvPr/>
        </p:nvSpPr>
        <p:spPr>
          <a:xfrm>
            <a:off x="2612429" y="3649465"/>
            <a:ext cx="495300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ACB2D094-28E9-4CED-B6E7-CD5B29AF4F72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915471" y="3862825"/>
            <a:ext cx="1696958" cy="30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ECB06955-2F33-460D-A3CE-1DCE0C0A566B}"/>
              </a:ext>
            </a:extLst>
          </p:cNvPr>
          <p:cNvCxnSpPr>
            <a:cxnSpLocks/>
            <a:stCxn id="8" idx="3"/>
            <a:endCxn id="6" idx="7"/>
          </p:cNvCxnSpPr>
          <p:nvPr/>
        </p:nvCxnSpPr>
        <p:spPr>
          <a:xfrm flipH="1">
            <a:off x="842936" y="4013693"/>
            <a:ext cx="1842028" cy="1159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EFECABC-8DEC-41C5-8AE2-C2219B2FBE0F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915471" y="5011473"/>
            <a:ext cx="2653268" cy="312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856ABD58-0877-48BD-AE28-D49875C4203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67821" y="4117588"/>
            <a:ext cx="1" cy="99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115897D0-F323-4230-969D-66BA93844609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2860079" y="4076185"/>
            <a:ext cx="956310" cy="721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: изогнутый 32">
            <a:extLst>
              <a:ext uri="{FF2B5EF4-FFF2-40B4-BE49-F238E27FC236}">
                <a16:creationId xmlns:a16="http://schemas.microsoft.com/office/drawing/2014/main" id="{BA5AB919-C71B-413D-B95D-81CEEDD0EA4F}"/>
              </a:ext>
            </a:extLst>
          </p:cNvPr>
          <p:cNvCxnSpPr>
            <a:stCxn id="5" idx="0"/>
            <a:endCxn id="7" idx="7"/>
          </p:cNvCxnSpPr>
          <p:nvPr/>
        </p:nvCxnSpPr>
        <p:spPr>
          <a:xfrm rot="16200000" flipH="1">
            <a:off x="1739589" y="2608691"/>
            <a:ext cx="1180146" cy="3323683"/>
          </a:xfrm>
          <a:prstGeom prst="curvedConnector3">
            <a:avLst>
              <a:gd name="adj1" fmla="val -193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Овал 37">
            <a:extLst>
              <a:ext uri="{FF2B5EF4-FFF2-40B4-BE49-F238E27FC236}">
                <a16:creationId xmlns:a16="http://schemas.microsoft.com/office/drawing/2014/main" id="{7E49A820-366B-4DDE-BB97-0664081109A7}"/>
              </a:ext>
            </a:extLst>
          </p:cNvPr>
          <p:cNvSpPr/>
          <p:nvPr/>
        </p:nvSpPr>
        <p:spPr>
          <a:xfrm>
            <a:off x="6172200" y="3246635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00781F1-1696-4B2D-9F3F-4C29CA63C698}"/>
              </a:ext>
            </a:extLst>
          </p:cNvPr>
          <p:cNvSpPr/>
          <p:nvPr/>
        </p:nvSpPr>
        <p:spPr>
          <a:xfrm>
            <a:off x="6172200" y="4255291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544F462E-493F-4A31-8C4F-9A36A4414160}"/>
              </a:ext>
            </a:extLst>
          </p:cNvPr>
          <p:cNvSpPr/>
          <p:nvPr/>
        </p:nvSpPr>
        <p:spPr>
          <a:xfrm>
            <a:off x="7330440" y="4912908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9E418204-A266-462D-9C62-89E0AB951BB8}"/>
              </a:ext>
            </a:extLst>
          </p:cNvPr>
          <p:cNvSpPr/>
          <p:nvPr/>
        </p:nvSpPr>
        <p:spPr>
          <a:xfrm>
            <a:off x="5183165" y="4912908"/>
            <a:ext cx="495300" cy="5100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BA98895-B0B6-43F5-ABFB-9778BE7742CB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5487471" y="3681969"/>
            <a:ext cx="757264" cy="1246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0F1F7A7E-FCAE-4393-AB6A-30AC060E08A3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5639871" y="5080805"/>
            <a:ext cx="1690569" cy="87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6BEBFABC-83C9-405A-B5B2-26FD86431121}"/>
              </a:ext>
            </a:extLst>
          </p:cNvPr>
          <p:cNvCxnSpPr>
            <a:cxnSpLocks/>
            <a:stCxn id="38" idx="5"/>
            <a:endCxn id="40" idx="1"/>
          </p:cNvCxnSpPr>
          <p:nvPr/>
        </p:nvCxnSpPr>
        <p:spPr>
          <a:xfrm>
            <a:off x="6594965" y="3681969"/>
            <a:ext cx="808010" cy="1305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77A06B82-85F2-4364-8FD4-9CF6CC9D2B30}"/>
              </a:ext>
            </a:extLst>
          </p:cNvPr>
          <p:cNvCxnSpPr>
            <a:cxnSpLocks/>
            <a:stCxn id="39" idx="2"/>
            <a:endCxn id="41" idx="7"/>
          </p:cNvCxnSpPr>
          <p:nvPr/>
        </p:nvCxnSpPr>
        <p:spPr>
          <a:xfrm flipH="1">
            <a:off x="5605930" y="4510304"/>
            <a:ext cx="566270" cy="47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C5EDF0AD-D7D7-4BE3-8CDD-0A9371E82AAB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6419217" y="3756660"/>
            <a:ext cx="633" cy="441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41D536B1-CDF6-42A8-9766-4A0C8A86871E}"/>
              </a:ext>
            </a:extLst>
          </p:cNvPr>
          <p:cNvCxnSpPr>
            <a:cxnSpLocks/>
            <a:stCxn id="40" idx="1"/>
            <a:endCxn id="39" idx="5"/>
          </p:cNvCxnSpPr>
          <p:nvPr/>
        </p:nvCxnSpPr>
        <p:spPr>
          <a:xfrm flipH="1" flipV="1">
            <a:off x="6594965" y="4690625"/>
            <a:ext cx="808010" cy="296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995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</Words>
  <Application>Microsoft Office PowerPoint</Application>
  <PresentationFormat>On-screen Show (4:3)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– 12-15</dc:title>
  <dc:creator>Ярослав Сафронов</dc:creator>
  <cp:lastModifiedBy>Динцис Данил Юрьевич</cp:lastModifiedBy>
  <cp:revision>2</cp:revision>
  <dcterms:created xsi:type="dcterms:W3CDTF">2023-07-20T14:13:27Z</dcterms:created>
  <dcterms:modified xsi:type="dcterms:W3CDTF">2023-07-21T07:23:12Z</dcterms:modified>
</cp:coreProperties>
</file>