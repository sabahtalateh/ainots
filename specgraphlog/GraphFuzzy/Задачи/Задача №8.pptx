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"/>
  </p:notesMasterIdLst>
  <p:sldIdLst>
    <p:sldId id="540" r:id="rId3"/>
    <p:sldId id="562" r:id="rId4"/>
    <p:sldId id="53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F43CD-5798-4B54-AF3E-594513584826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45C52-E6C2-4AEB-B302-F0CCC3244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2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5E4C15-83E2-4053-8D48-0BAD6CEC897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25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171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11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20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92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71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85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1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32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63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30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533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11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53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93814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75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347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0335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338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488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94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049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417232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151505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2546F-933E-4F4B-89EF-9BFE585C7075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3830B-65B0-444D-8F88-8BB5FA5E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6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74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38ADA-37DD-435C-AD0E-762C85D8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16" y="365126"/>
            <a:ext cx="8595360" cy="704395"/>
          </a:xfrm>
        </p:spPr>
        <p:txBody>
          <a:bodyPr/>
          <a:lstStyle/>
          <a:p>
            <a:r>
              <a:rPr lang="ru-RU" dirty="0"/>
              <a:t>Задача. </a:t>
            </a:r>
            <a:r>
              <a:rPr lang="en-US" dirty="0"/>
              <a:t>15 </a:t>
            </a:r>
            <a:r>
              <a:rPr lang="ru-RU" dirty="0"/>
              <a:t>мин. – 15-15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0705D-7C0B-4169-86F4-774B2F9EF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73629"/>
            <a:ext cx="7886700" cy="490333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Вашей области интересов </a:t>
            </a:r>
          </a:p>
          <a:p>
            <a:r>
              <a:rPr lang="ru-RU" dirty="0"/>
              <a:t>опишите нечеткую переменную.</a:t>
            </a:r>
          </a:p>
          <a:p>
            <a:r>
              <a:rPr lang="ru-RU" dirty="0"/>
              <a:t>Ее дискретную часть</a:t>
            </a:r>
          </a:p>
          <a:p>
            <a:r>
              <a:rPr lang="ru-RU" dirty="0"/>
              <a:t>Область определения непрерывную</a:t>
            </a:r>
          </a:p>
          <a:p>
            <a:r>
              <a:rPr lang="ru-RU" dirty="0"/>
              <a:t>Приведите пример значений с степенью уверенности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D7C6FA-CEAE-46BF-B78C-B562E7D2B5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707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6A2861D-2140-479F-8CFA-131D558C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524"/>
            <a:ext cx="7886700" cy="6040439"/>
          </a:xfrm>
        </p:spPr>
        <p:txBody>
          <a:bodyPr>
            <a:normAutofit/>
          </a:bodyPr>
          <a:lstStyle/>
          <a:p>
            <a:r>
              <a:rPr lang="ru-RU" dirty="0"/>
              <a:t>Стоимость лицензии для крупных клиентов $0,02 - $0.12; для средних $0,08 - 0,18; для мелких - $0,17 - 0,25. Как тогда рассчитать X?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Размер покупок</a:t>
            </a:r>
          </a:p>
          <a:p>
            <a:r>
              <a:rPr lang="ru-RU" dirty="0"/>
              <a:t>Крупный клиент – от 2000 – 12000</a:t>
            </a:r>
          </a:p>
          <a:p>
            <a:r>
              <a:rPr lang="ru-RU" dirty="0"/>
              <a:t>Средний клиент – от 500 до 8000</a:t>
            </a:r>
          </a:p>
          <a:p>
            <a:r>
              <a:rPr lang="ru-RU" dirty="0"/>
              <a:t>Малый клиент – от 100 до 2500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Клиент Х купил на 2000 ед. </a:t>
            </a:r>
          </a:p>
          <a:p>
            <a:pPr marL="0" indent="0">
              <a:buNone/>
            </a:pPr>
            <a:r>
              <a:rPr lang="ru-RU" dirty="0"/>
              <a:t>Мю(крупный) = 0,05</a:t>
            </a:r>
          </a:p>
          <a:p>
            <a:pPr marL="0" indent="0">
              <a:buNone/>
            </a:pPr>
            <a:r>
              <a:rPr lang="ru-RU" dirty="0"/>
              <a:t>Мю(средний) = 0,8</a:t>
            </a:r>
          </a:p>
          <a:p>
            <a:pPr marL="0" indent="0">
              <a:buNone/>
            </a:pPr>
            <a:r>
              <a:rPr lang="ru-RU" dirty="0"/>
              <a:t>Мю(малый) = 0,3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0AAC29-CEDC-463B-9ABF-BC39F2F8F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293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30FF-4973-4FEF-9A66-938BD67C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2269"/>
          </a:xfrm>
        </p:spPr>
        <p:txBody>
          <a:bodyPr/>
          <a:lstStyle/>
          <a:p>
            <a:r>
              <a:rPr lang="ru-RU"/>
              <a:t>Задача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4871-91F6-40A7-A0E3-4028B8D0F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10" y="1589903"/>
            <a:ext cx="7886700" cy="207586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 Вашей предметной области предложите ОДНУ нечеткую переменную, примеры ее значений (5-7) и </a:t>
            </a:r>
            <a:r>
              <a:rPr lang="el-GR" dirty="0"/>
              <a:t>μ - </a:t>
            </a:r>
            <a:r>
              <a:rPr lang="ru-RU" dirty="0"/>
              <a:t>функции</a:t>
            </a:r>
          </a:p>
          <a:p>
            <a:r>
              <a:rPr lang="ru-RU" dirty="0"/>
              <a:t>Приведите примеры расчета для </a:t>
            </a:r>
            <a:r>
              <a:rPr lang="en-US" dirty="0"/>
              <a:t>G-</a:t>
            </a:r>
            <a:r>
              <a:rPr lang="ru-RU" dirty="0"/>
              <a:t>функций «НЕ», «ОЧЕНЬ», «Более-менее».</a:t>
            </a:r>
            <a:endParaRPr lang="en-US" dirty="0"/>
          </a:p>
          <a:p>
            <a:r>
              <a:rPr lang="ru-RU" dirty="0"/>
              <a:t>Приведите пример расчета «Не Очень»</a:t>
            </a:r>
          </a:p>
          <a:p>
            <a:r>
              <a:rPr lang="ru-RU" dirty="0"/>
              <a:t>Постройте графики </a:t>
            </a:r>
            <a:r>
              <a:rPr lang="en-US" dirty="0"/>
              <a:t>G-</a:t>
            </a:r>
            <a:r>
              <a:rPr lang="ru-RU" dirty="0"/>
              <a:t>функций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FF80-A45A-41EC-9EAE-21CE11CAB3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10F791E-85F4-4C18-B925-93F0C74ECE7F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3665764"/>
          <a:ext cx="6096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829516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976557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317072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87060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424318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29476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 </a:t>
                      </a:r>
                      <a:r>
                        <a:rPr lang="en-US" dirty="0"/>
                        <a:t>v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Б-М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очень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14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 лет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4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50 лет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387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5356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167</Words>
  <Application>Microsoft Office PowerPoint</Application>
  <PresentationFormat>On-screen Show (4:3)</PresentationFormat>
  <Paragraphs>33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Задача. 15 мин. – 15-15</vt:lpstr>
      <vt:lpstr>PowerPoint Presentation</vt:lpstr>
      <vt:lpstr>Задача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Задача. 15 мин. – 15-15</dc:title>
  <dc:creator>Ярослав Сафронов</dc:creator>
  <cp:lastModifiedBy>Динцис Данил Юрьевич</cp:lastModifiedBy>
  <cp:revision>3</cp:revision>
  <dcterms:created xsi:type="dcterms:W3CDTF">2023-07-20T14:16:46Z</dcterms:created>
  <dcterms:modified xsi:type="dcterms:W3CDTF">2023-07-21T07:25:16Z</dcterms:modified>
</cp:coreProperties>
</file>