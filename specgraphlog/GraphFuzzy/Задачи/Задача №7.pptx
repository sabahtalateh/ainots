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539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80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69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96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484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5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47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27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62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801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96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643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027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8196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02705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28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38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071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14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181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5422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2908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755497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78913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5F5DA-1EC1-4903-9F01-D481BF4DD2F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20B23-CB96-4FF9-8FB5-BA6D90ACA9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31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29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C2E2-50AC-43FE-A240-2E2A4544D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04" y="321276"/>
            <a:ext cx="8509454" cy="1030446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Задача. Предложите Ваш вариант стохастического графа покупки авиабилетов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B3BE-0A2F-4DB7-B896-12DA15093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95" y="1919416"/>
            <a:ext cx="8038746" cy="394163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Используйте следующие ключевые шаги пользователя:</a:t>
            </a:r>
          </a:p>
          <a:p>
            <a:r>
              <a:rPr lang="ru-RU" dirty="0"/>
              <a:t>Регистрация в системе</a:t>
            </a:r>
          </a:p>
          <a:p>
            <a:r>
              <a:rPr lang="ru-RU" dirty="0"/>
              <a:t>Выбор маршрута</a:t>
            </a:r>
          </a:p>
          <a:p>
            <a:r>
              <a:rPr lang="ru-RU" dirty="0"/>
              <a:t>Выбор даты/времени</a:t>
            </a:r>
          </a:p>
          <a:p>
            <a:r>
              <a:rPr lang="ru-RU" dirty="0"/>
              <a:t>Выбор авиакомпании</a:t>
            </a:r>
          </a:p>
          <a:p>
            <a:r>
              <a:rPr lang="ru-RU" dirty="0"/>
              <a:t>Выбор способа оплаты</a:t>
            </a:r>
          </a:p>
          <a:p>
            <a:r>
              <a:rPr lang="ru-RU" dirty="0"/>
              <a:t>Оплата</a:t>
            </a:r>
          </a:p>
          <a:p>
            <a:r>
              <a:rPr lang="ru-RU" dirty="0"/>
              <a:t>Получение электронного билета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A2956-1C3D-45D7-B14C-B926CB25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8549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Задача. Предложите Ваш вариант стохастического графа покупки авиабилетов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Задача. Предложите Ваш вариант стохастического графа покупки авиабилетов 30мин. – перерыв 50 мин. =&gt; 14-05</dc:title>
  <dc:creator>Ярослав Сафронов</dc:creator>
  <cp:lastModifiedBy>Динцис Данил Юрьевич</cp:lastModifiedBy>
  <cp:revision>2</cp:revision>
  <dcterms:created xsi:type="dcterms:W3CDTF">2023-07-20T14:14:20Z</dcterms:created>
  <dcterms:modified xsi:type="dcterms:W3CDTF">2023-07-21T07:23:41Z</dcterms:modified>
</cp:coreProperties>
</file>