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512" r:id="rId3"/>
    <p:sldId id="532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D605F-7E7C-4DA3-B0A0-4CDBDF75C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F59315-FB6B-432E-B831-7A56511A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C639AD-9943-485F-AD9A-643A826D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239AF6-28E5-4C94-A095-EC887D02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A9162B-ABB4-4436-889D-1F215013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06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175AF-BCF3-4F27-9342-0CFF730C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964580-73CD-4D78-A729-7946808CE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E4DDC6-F217-44D5-B549-04BC843A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BCB9D7-3B78-42A1-A5CB-82A354DE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C30C63-72E6-42FC-B5DF-D7E3AA3C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1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C10AC-CB08-44A8-A2AB-981AD05B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2644AD-4AD2-4BCB-A77F-8A03C66E2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C9B8EB-A5D1-462A-B39D-BF3D4115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B4E178-DE69-4AC1-91F8-4C2A3309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82862C-556E-4CDD-80D0-69434A17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0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B86E4-CBF0-4F39-BE25-1084560D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925D0-8F6F-49CC-AF1C-683CBEC2E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3E973D-6C1D-44F1-9F98-DB717369C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48CF78-C091-4DB0-8C5F-A48C476D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D6896C-40D1-4BFC-91F8-B879E284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FFF3D8-B65B-47DA-BBFC-6C0FEB2B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83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192D5-245B-437F-B47E-8A1A7C69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4CF384-5150-4893-B64D-48F410067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98C820-0977-4E93-82A7-C3D607FF2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8DCC51-A370-4D71-8354-8AD32D2CE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93B182-3EFF-41AF-8AA1-FCBA0EA87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DD46BA-5DF5-413D-9D30-BF104EBA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5F176B-6A66-44F5-A373-CA903E67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F6AF42-DF36-4D55-884B-AF87A055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36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0E91F-18D1-4D06-B2AF-0F071E79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508E00-6F61-4769-913F-17A3E13D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A55F22-C22D-483C-9E96-7A74D7AE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41F37C-5412-4339-9E6A-012895C7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66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BE2059-868B-4D52-ADE7-0D90BD73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072F54-A990-4B4C-A23A-536AF015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1DC906-1F3D-4E0D-8258-611E425E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23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3CF2A-BDC3-4E4E-8EAB-8DDCDF7B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8AC8C-F2D2-42A2-B0AA-3BA80D56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73802C-7C11-4DED-89E1-0CF6F6724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252168-9F10-4E5F-B1F2-6E604368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084EFD-D77F-4D23-AE03-90FDD7F1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F7F933-6710-490F-9AC3-FE461D47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78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B303C-D323-45C1-9B3C-86C0BDCE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211557-5621-4E8E-BAFB-24889A6ED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9E27F3-BA8B-4060-90B1-11111BBA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F32252-B14D-4207-B5AA-EB3FE448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83A784-2D4B-41C0-9E48-3A533A2D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737CA8-30AC-4A45-B055-D507E28D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42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D9446-D483-4640-8B4E-F1130246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6E5E01-31E5-48DE-B1F7-BBCFDDD00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863390-98EC-4017-BD69-990A3AD5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3FB23-579D-4EFE-A4A1-45CD3A20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B9730-6060-48AF-B927-D29C4443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98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C8008A-071B-4E3E-84FB-A91070374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B734B8-F0AB-4F86-8959-A81FF039C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9E6576-15D7-40E0-B981-6339AFD94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B7E235-9C0D-4C9F-A9DE-39938991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39561E-0DFE-4C7A-9538-68E8C4A50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366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115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7706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48545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45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49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012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901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096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241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491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247168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287954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994AA-92DE-4B99-9131-A3196095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092507-D1CA-4ECC-BDA3-3D7E3CC5D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76FC9C-9F0F-4F89-BCBA-3BDD0E560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449C5-59AC-4353-8639-3CF95B4DB1C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8CB75-3060-4BB4-85CD-009E297CC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F7482D-7199-4C73-97F7-7EB9EC726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656F2-A695-4A0D-8114-A024CBC10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92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98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2%D0%B5%D1%80%D0%B5%D1%82%D0%B5%D0%BD%D0%BE_%D0%9C%D0%BE%D0%B7%D0%B5%D1%80%D0%B0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16D4-9DF9-490E-B912-80CBE0BA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969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Определить связность</a:t>
            </a:r>
            <a:r>
              <a:rPr lang="en-US" dirty="0"/>
              <a:t> </a:t>
            </a:r>
            <a:r>
              <a:rPr lang="ru-RU" dirty="0"/>
              <a:t>графа</a:t>
            </a:r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C55C-6DEB-4BD9-AAE4-20074E123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pic>
        <p:nvPicPr>
          <p:cNvPr id="5" name="Picture 4" descr="A picture containing indoor, laptop, computer, looking&#10;&#10;Description automatically generated">
            <a:extLst>
              <a:ext uri="{FF2B5EF4-FFF2-40B4-BE49-F238E27FC236}">
                <a16:creationId xmlns:a16="http://schemas.microsoft.com/office/drawing/2014/main" id="{8A509773-EAB5-444B-84B6-3C76A4657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9597" y="1637595"/>
            <a:ext cx="4201570" cy="22660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8D0BBD-2B31-4B6C-8BEA-5A45CB389D1D}"/>
              </a:ext>
            </a:extLst>
          </p:cNvPr>
          <p:cNvCxnSpPr>
            <a:cxnSpLocks/>
          </p:cNvCxnSpPr>
          <p:nvPr/>
        </p:nvCxnSpPr>
        <p:spPr>
          <a:xfrm flipV="1">
            <a:off x="999637" y="2453752"/>
            <a:ext cx="518983" cy="1202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2571E8-216C-4AAD-BE10-054479B0F545}"/>
              </a:ext>
            </a:extLst>
          </p:cNvPr>
          <p:cNvCxnSpPr>
            <a:cxnSpLocks/>
          </p:cNvCxnSpPr>
          <p:nvPr/>
        </p:nvCxnSpPr>
        <p:spPr>
          <a:xfrm flipV="1">
            <a:off x="1613356" y="1844152"/>
            <a:ext cx="1215081" cy="4983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D70033-1746-4A7E-AEBC-9EDE7452512A}"/>
              </a:ext>
            </a:extLst>
          </p:cNvPr>
          <p:cNvCxnSpPr>
            <a:cxnSpLocks/>
          </p:cNvCxnSpPr>
          <p:nvPr/>
        </p:nvCxnSpPr>
        <p:spPr>
          <a:xfrm>
            <a:off x="1613356" y="2453752"/>
            <a:ext cx="671383" cy="675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23B3CA-303A-40EE-8A0E-5A5F0EB49D26}"/>
              </a:ext>
            </a:extLst>
          </p:cNvPr>
          <p:cNvCxnSpPr>
            <a:cxnSpLocks/>
          </p:cNvCxnSpPr>
          <p:nvPr/>
        </p:nvCxnSpPr>
        <p:spPr>
          <a:xfrm flipV="1">
            <a:off x="2379475" y="1984195"/>
            <a:ext cx="448962" cy="1070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C5E510-A019-4553-B32F-DE1E5BD996E1}"/>
              </a:ext>
            </a:extLst>
          </p:cNvPr>
          <p:cNvCxnSpPr>
            <a:cxnSpLocks/>
          </p:cNvCxnSpPr>
          <p:nvPr/>
        </p:nvCxnSpPr>
        <p:spPr>
          <a:xfrm flipH="1">
            <a:off x="1123204" y="3166328"/>
            <a:ext cx="1161535" cy="490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85336F-2865-426B-A0CE-96EDDDE9C8D5}"/>
              </a:ext>
            </a:extLst>
          </p:cNvPr>
          <p:cNvCxnSpPr>
            <a:cxnSpLocks/>
          </p:cNvCxnSpPr>
          <p:nvPr/>
        </p:nvCxnSpPr>
        <p:spPr>
          <a:xfrm flipH="1" flipV="1">
            <a:off x="1123205" y="3710023"/>
            <a:ext cx="3657599" cy="144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A3C121-958C-431F-BE52-67307D3B8ED2}"/>
              </a:ext>
            </a:extLst>
          </p:cNvPr>
          <p:cNvCxnSpPr>
            <a:cxnSpLocks/>
          </p:cNvCxnSpPr>
          <p:nvPr/>
        </p:nvCxnSpPr>
        <p:spPr>
          <a:xfrm>
            <a:off x="2982896" y="1844152"/>
            <a:ext cx="1155357" cy="491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616D9D-EF94-41FC-A5A3-CA94142F0A58}"/>
              </a:ext>
            </a:extLst>
          </p:cNvPr>
          <p:cNvCxnSpPr>
            <a:cxnSpLocks/>
          </p:cNvCxnSpPr>
          <p:nvPr/>
        </p:nvCxnSpPr>
        <p:spPr>
          <a:xfrm flipH="1">
            <a:off x="3560574" y="2463744"/>
            <a:ext cx="577679" cy="591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CBD7A5-F74D-4161-8476-05C5D5ECA911}"/>
              </a:ext>
            </a:extLst>
          </p:cNvPr>
          <p:cNvCxnSpPr>
            <a:cxnSpLocks/>
          </p:cNvCxnSpPr>
          <p:nvPr/>
        </p:nvCxnSpPr>
        <p:spPr>
          <a:xfrm>
            <a:off x="2952004" y="1924166"/>
            <a:ext cx="494270" cy="1130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269BFB-76F9-4688-A5B9-1ECDA6FE5A3C}"/>
              </a:ext>
            </a:extLst>
          </p:cNvPr>
          <p:cNvCxnSpPr>
            <a:cxnSpLocks/>
          </p:cNvCxnSpPr>
          <p:nvPr/>
        </p:nvCxnSpPr>
        <p:spPr>
          <a:xfrm>
            <a:off x="3560574" y="3219868"/>
            <a:ext cx="1129614" cy="436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9BF99E-7A66-4651-B2C1-AC66B6E44DAF}"/>
              </a:ext>
            </a:extLst>
          </p:cNvPr>
          <p:cNvCxnSpPr>
            <a:cxnSpLocks/>
          </p:cNvCxnSpPr>
          <p:nvPr/>
        </p:nvCxnSpPr>
        <p:spPr>
          <a:xfrm flipH="1" flipV="1">
            <a:off x="4335961" y="2519655"/>
            <a:ext cx="444843" cy="1093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EE12C5A-2891-473A-8887-8241050113AD}"/>
              </a:ext>
            </a:extLst>
          </p:cNvPr>
          <p:cNvSpPr txBox="1"/>
          <p:nvPr/>
        </p:nvSpPr>
        <p:spPr>
          <a:xfrm>
            <a:off x="628650" y="3724438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A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C790B8-0601-427D-9121-B5A471E0AAB5}"/>
              </a:ext>
            </a:extLst>
          </p:cNvPr>
          <p:cNvSpPr txBox="1"/>
          <p:nvPr/>
        </p:nvSpPr>
        <p:spPr>
          <a:xfrm>
            <a:off x="1108329" y="2084420"/>
            <a:ext cx="42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80FB0B-7133-477A-B738-A31106878C11}"/>
              </a:ext>
            </a:extLst>
          </p:cNvPr>
          <p:cNvSpPr txBox="1"/>
          <p:nvPr/>
        </p:nvSpPr>
        <p:spPr>
          <a:xfrm>
            <a:off x="2252818" y="3219868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C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A5CAD8-3230-48BE-B6AF-EAA729DDA2E6}"/>
              </a:ext>
            </a:extLst>
          </p:cNvPr>
          <p:cNvSpPr txBox="1"/>
          <p:nvPr/>
        </p:nvSpPr>
        <p:spPr>
          <a:xfrm>
            <a:off x="2659561" y="1369786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D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2EC37E-8AEB-4349-9830-F594436B8223}"/>
              </a:ext>
            </a:extLst>
          </p:cNvPr>
          <p:cNvSpPr txBox="1"/>
          <p:nvPr/>
        </p:nvSpPr>
        <p:spPr>
          <a:xfrm>
            <a:off x="4292197" y="1980075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97ECD4-F5C7-43A3-A3C0-C93BA7E026CF}"/>
              </a:ext>
            </a:extLst>
          </p:cNvPr>
          <p:cNvSpPr txBox="1"/>
          <p:nvPr/>
        </p:nvSpPr>
        <p:spPr>
          <a:xfrm>
            <a:off x="3155891" y="3206787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F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F1430A-79D9-4DDA-AF01-FDB7439BC9DE}"/>
              </a:ext>
            </a:extLst>
          </p:cNvPr>
          <p:cNvSpPr txBox="1"/>
          <p:nvPr/>
        </p:nvSpPr>
        <p:spPr>
          <a:xfrm>
            <a:off x="4812726" y="3814025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G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42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2C4F-E4A7-424D-A39E-615D0961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9392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Дополнительная задача.</a:t>
            </a:r>
            <a:br>
              <a:rPr lang="ru-RU" dirty="0"/>
            </a:br>
            <a:r>
              <a:rPr lang="ru-RU" dirty="0"/>
              <a:t>Определить связность орграфа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0DEC1-5E88-4241-9253-1C5210A66B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23F32-5C41-48B8-B447-F19F08425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56" y="1734232"/>
            <a:ext cx="4211594" cy="421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680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Задача. Определить связность графа </vt:lpstr>
      <vt:lpstr>Дополнительная задача. Определить связность орграфа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Задача. Определить связность </dc:title>
  <dc:creator>Ярослав Сафронов</dc:creator>
  <cp:lastModifiedBy>Динцис Данил Юрьевич</cp:lastModifiedBy>
  <cp:revision>3</cp:revision>
  <dcterms:created xsi:type="dcterms:W3CDTF">2023-07-20T14:02:32Z</dcterms:created>
  <dcterms:modified xsi:type="dcterms:W3CDTF">2023-07-21T07:21:54Z</dcterms:modified>
</cp:coreProperties>
</file>