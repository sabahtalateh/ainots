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5"/>
  </p:notesMasterIdLst>
  <p:sldIdLst>
    <p:sldId id="541" r:id="rId3"/>
    <p:sldId id="48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10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9D14A-0DA4-4CD2-A9EF-6F63300C34DB}" type="datetimeFigureOut">
              <a:rPr lang="en-US" smtClean="0"/>
              <a:t>7/21/2023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84D413-B1C3-4E4C-A5D0-F6E9BCD5F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336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nus.com/theory/fl/310-chast-3-nechetkaya-i-lingvisticheskaya-peremennye.html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https://neuronus.com/theory/fl/310-chast-3-nechetkaya-i-lingvisticheskaya-peremennye.html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5E4C15-83E2-4053-8D48-0BAD6CEC897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341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8BC7-E23F-4F4F-90A5-ACA461EA118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F9E9-F6B8-4CE2-856D-68D303DA3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060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8BC7-E23F-4F4F-90A5-ACA461EA118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F9E9-F6B8-4CE2-856D-68D303DA3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218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8BC7-E23F-4F4F-90A5-ACA461EA118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F9E9-F6B8-4CE2-856D-68D303DA3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51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8BC7-E23F-4F4F-90A5-ACA461EA118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F9E9-F6B8-4CE2-856D-68D303DA3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5517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8BC7-E23F-4F4F-90A5-ACA461EA118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F9E9-F6B8-4CE2-856D-68D303DA3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8059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8BC7-E23F-4F4F-90A5-ACA461EA118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F9E9-F6B8-4CE2-856D-68D303DA3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0477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8BC7-E23F-4F4F-90A5-ACA461EA118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F9E9-F6B8-4CE2-856D-68D303DA3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7399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8BC7-E23F-4F4F-90A5-ACA461EA118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F9E9-F6B8-4CE2-856D-68D303DA3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8417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8BC7-E23F-4F4F-90A5-ACA461EA118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F9E9-F6B8-4CE2-856D-68D303DA3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8007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8BC7-E23F-4F4F-90A5-ACA461EA118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F9E9-F6B8-4CE2-856D-68D303DA3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980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8BC7-E23F-4F4F-90A5-ACA461EA118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F9E9-F6B8-4CE2-856D-68D303DA3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012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000" y="4095784"/>
            <a:ext cx="7920000" cy="810000"/>
          </a:xfrm>
        </p:spPr>
        <p:txBody>
          <a:bodyPr anchor="b">
            <a:normAutofit/>
          </a:bodyPr>
          <a:lstStyle>
            <a:lvl1pPr algn="ctr">
              <a:defRPr sz="25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000366"/>
            <a:ext cx="6858000" cy="45514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610" y="2635556"/>
            <a:ext cx="6198781" cy="1586888"/>
          </a:xfrm>
          <a:prstGeom prst="rect">
            <a:avLst/>
          </a:prstGeom>
        </p:spPr>
      </p:pic>
      <p:sp>
        <p:nvSpPr>
          <p:cNvPr id="10" name="Нижний колонтитул 3"/>
          <p:cNvSpPr>
            <a:spLocks noGrp="1"/>
          </p:cNvSpPr>
          <p:nvPr userDrawn="1"/>
        </p:nvSpPr>
        <p:spPr>
          <a:xfrm>
            <a:off x="3028950" y="6484254"/>
            <a:ext cx="308610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yriad Pro" pitchFamily="34" charset="0"/>
                <a:ea typeface="+mn-ea"/>
                <a:cs typeface="+mn-cs"/>
              </a:rPr>
              <a:t>www.specialist.ru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Myriad Pro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6779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9006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под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57657"/>
            <a:ext cx="7886700" cy="37193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>
          <a:xfrm>
            <a:off x="628650" y="1804173"/>
            <a:ext cx="7886700" cy="540000"/>
          </a:xfr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707771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936" y="222223"/>
            <a:ext cx="3882831" cy="315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4457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14655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853513"/>
            <a:ext cx="3868340" cy="651561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853513"/>
            <a:ext cx="3887391" cy="6515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5222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7152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4893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27493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74567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прос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81034" y="1352550"/>
            <a:ext cx="4829393" cy="4688212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 userDrawn="1"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3325189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след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86" y="2943329"/>
            <a:ext cx="3882831" cy="3151371"/>
          </a:xfrm>
          <a:prstGeom prst="rect">
            <a:avLst/>
          </a:prstGeom>
        </p:spPr>
      </p:pic>
      <p:sp>
        <p:nvSpPr>
          <p:cNvPr id="16" name="Прямоугольник 15"/>
          <p:cNvSpPr/>
          <p:nvPr userDrawn="1"/>
        </p:nvSpPr>
        <p:spPr>
          <a:xfrm>
            <a:off x="845245" y="2946605"/>
            <a:ext cx="18144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info@specialist.ru</a:t>
            </a:r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45245" y="3288435"/>
            <a:ext cx="19014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+7 (495) 232-32-16</a:t>
            </a:r>
          </a:p>
        </p:txBody>
      </p:sp>
      <p:sp>
        <p:nvSpPr>
          <p:cNvPr id="18" name="Заголовок 1"/>
          <p:cNvSpPr txBox="1">
            <a:spLocks/>
          </p:cNvSpPr>
          <p:nvPr userDrawn="1"/>
        </p:nvSpPr>
        <p:spPr>
          <a:xfrm>
            <a:off x="628650" y="410159"/>
            <a:ext cx="7886700" cy="22201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Выбирайте Центр </a:t>
            </a:r>
            <a:b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</a:br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«Специалист» – ведущего поставщика образовательных услуг в России! </a:t>
            </a:r>
          </a:p>
        </p:txBody>
      </p:sp>
    </p:spTree>
    <p:extLst>
      <p:ext uri="{BB962C8B-B14F-4D97-AF65-F5344CB8AC3E}">
        <p14:creationId xmlns:p14="http://schemas.microsoft.com/office/powerpoint/2010/main" val="3539518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hyperlink" Target="http://www.specialist.ru/" TargetMode="Externa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68BC7-E23F-4F4F-90A5-ACA461EA118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8F9E9-F6B8-4CE2-856D-68D303DA3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8648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353" y="6380054"/>
            <a:ext cx="2169997" cy="292584"/>
          </a:xfrm>
          <a:prstGeom prst="rect">
            <a:avLst/>
          </a:prstGeom>
        </p:spPr>
      </p:pic>
      <p:pic>
        <p:nvPicPr>
          <p:cNvPr id="9" name="Объект 7"/>
          <p:cNvPicPr>
            <a:picLocks noGrp="1"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6189230"/>
            <a:ext cx="2029749" cy="48340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Нижний колонтитул 2">
            <a:hlinkClick r:id="rId16"/>
          </p:cNvPr>
          <p:cNvSpPr>
            <a:spLocks noGrp="1"/>
          </p:cNvSpPr>
          <p:nvPr userDrawn="1"/>
        </p:nvSpPr>
        <p:spPr>
          <a:xfrm>
            <a:off x="6612410" y="6339473"/>
            <a:ext cx="190294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chemeClr val="bg1"/>
                </a:solidFill>
                <a:latin typeface="Myriad Pro" panose="020B0503030403020204" pitchFamily="34" charset="0"/>
              </a:rPr>
              <a:t>www.specialist.ru</a:t>
            </a:r>
            <a:endParaRPr lang="ru-RU" b="1" dirty="0">
              <a:solidFill>
                <a:schemeClr val="bg1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663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2E75B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7"/>
        </a:buBlip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A7297-8ACA-450E-AB07-C7C0E3CC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35024"/>
          </a:xfrm>
        </p:spPr>
        <p:txBody>
          <a:bodyPr>
            <a:normAutofit/>
          </a:bodyPr>
          <a:lstStyle/>
          <a:p>
            <a:r>
              <a:rPr lang="ru-RU" dirty="0"/>
              <a:t>Задача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794DE3-292C-44DC-A1AC-E84BEF94C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021" y="1843315"/>
            <a:ext cx="7886700" cy="201657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Построить графическое представление нечетких множеств по выбранной Вам области</a:t>
            </a:r>
          </a:p>
          <a:p>
            <a:r>
              <a:rPr lang="ru-RU" dirty="0"/>
              <a:t>2 терма (пример. «Уверенная», «Слабая» техника)</a:t>
            </a:r>
          </a:p>
          <a:p>
            <a:r>
              <a:rPr lang="ru-RU" dirty="0"/>
              <a:t>2 </a:t>
            </a:r>
            <a:r>
              <a:rPr lang="en-US" dirty="0"/>
              <a:t>G-</a:t>
            </a:r>
            <a:r>
              <a:rPr lang="ru-RU" dirty="0"/>
              <a:t> выражения (пример. «Очень уверенная техника», «Не слабая техника»)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BF0573-573A-4E9F-9398-989DE78BF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19AFA1-E01F-4869-9A2C-AE6B64FF572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2989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60260"/>
            <a:ext cx="8451801" cy="3738211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</a:t>
            </a:r>
            <a:br>
              <a:rPr lang="ru-RU" dirty="0"/>
            </a:br>
            <a:r>
              <a:rPr lang="ru-RU" sz="2400" dirty="0"/>
              <a:t>1. Приведите примеры включения, сравнения, объединения, пересечения и разности 2х множеств (по </a:t>
            </a:r>
            <a:r>
              <a:rPr lang="en-US" sz="2400" dirty="0"/>
              <a:t>5</a:t>
            </a:r>
            <a:r>
              <a:rPr lang="ru-RU" sz="2400" dirty="0"/>
              <a:t>-7 значений в каждом множестве) </a:t>
            </a:r>
            <a:br>
              <a:rPr lang="ru-RU" sz="2400" dirty="0"/>
            </a:br>
            <a:r>
              <a:rPr lang="ru-RU" sz="2400" dirty="0"/>
              <a:t>1.1. Обдумайте практическое применение в вашей области</a:t>
            </a:r>
            <a:br>
              <a:rPr lang="ru-RU" sz="2400" dirty="0"/>
            </a:br>
            <a:br>
              <a:rPr lang="ru-RU" sz="2400" dirty="0"/>
            </a:br>
            <a:r>
              <a:rPr lang="ru-RU" sz="2400" dirty="0"/>
              <a:t>2. Постройте нечеткое множество «игрок уверенной ИЛИ «звездной» техники»</a:t>
            </a:r>
            <a:br>
              <a:rPr lang="ru-RU" sz="2400" dirty="0"/>
            </a:br>
            <a:r>
              <a:rPr lang="ru-RU" sz="2400" dirty="0"/>
              <a:t>Постройте множество «Игрок среднего И высокого роста» (чуть выше среднего) или на своем примере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916" y="4237751"/>
            <a:ext cx="7730341" cy="6118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На основе примера в </a:t>
            </a:r>
            <a:r>
              <a:rPr lang="en-US" dirty="0"/>
              <a:t>Excel</a:t>
            </a:r>
            <a:r>
              <a:rPr lang="ru-RU" dirty="0"/>
              <a:t> на листе </a:t>
            </a:r>
            <a:r>
              <a:rPr lang="en-US" dirty="0"/>
              <a:t>mu-</a:t>
            </a:r>
            <a:r>
              <a:rPr lang="ru-RU" dirty="0"/>
              <a:t>функции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19AFA1-E01F-4869-9A2C-AE6B64FF572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55998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пециалист">
      <a:dk1>
        <a:sysClr val="windowText" lastClr="000000"/>
      </a:dk1>
      <a:lt1>
        <a:sysClr val="window" lastClr="FFFFFF"/>
      </a:lt1>
      <a:dk2>
        <a:srgbClr val="2E75B6"/>
      </a:dk2>
      <a:lt2>
        <a:srgbClr val="F8F8F8"/>
      </a:lt2>
      <a:accent1>
        <a:srgbClr val="2E75B6"/>
      </a:accent1>
      <a:accent2>
        <a:srgbClr val="B2B2B2"/>
      </a:accent2>
      <a:accent3>
        <a:srgbClr val="ED9127"/>
      </a:accent3>
      <a:accent4>
        <a:srgbClr val="808080"/>
      </a:accent4>
      <a:accent5>
        <a:srgbClr val="5F5F5F"/>
      </a:accent5>
      <a:accent6>
        <a:srgbClr val="4D4D4D"/>
      </a:accent6>
      <a:hlink>
        <a:srgbClr val="2E75B6"/>
      </a:hlink>
      <a:folHlink>
        <a:srgbClr val="919191"/>
      </a:folHlink>
    </a:clrScheme>
    <a:fontScheme name="Новый специалист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Специалиста+слайды.potx" id="{EE134D6A-E010-4715-B6B5-F3A6055365A4}" vid="{E244C147-435B-4493-8FA1-D676FE8E600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134</Words>
  <Application>Microsoft Office PowerPoint</Application>
  <PresentationFormat>On-screen Show (4:3)</PresentationFormat>
  <Paragraphs>10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Myriad Pro</vt:lpstr>
      <vt:lpstr>Тема Office</vt:lpstr>
      <vt:lpstr>1_Тема Office</vt:lpstr>
      <vt:lpstr>Задача</vt:lpstr>
      <vt:lpstr>Задача 1. Приведите примеры включения, сравнения, объединения, пересечения и разности 2х множеств (по 5-7 значений в каждом множестве)  1.1. Обдумайте практическое применение в вашей области  2. Постройте нечеткое множество «игрок уверенной ИЛИ «звездной» техники» Постройте множество «Игрок среднего И высокого роста» (чуть выше среднего) или на своем примере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Задача - 10-30</dc:title>
  <dc:creator>Ярослав Сафронов</dc:creator>
  <cp:lastModifiedBy>Динцис Данил Юрьевич</cp:lastModifiedBy>
  <cp:revision>3</cp:revision>
  <dcterms:created xsi:type="dcterms:W3CDTF">2023-07-20T14:20:55Z</dcterms:created>
  <dcterms:modified xsi:type="dcterms:W3CDTF">2023-07-21T07:26:17Z</dcterms:modified>
</cp:coreProperties>
</file>