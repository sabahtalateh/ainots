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511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63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72B57-0C7E-4AF0-8279-583E29821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2A736E-3EED-44ED-A7E5-65F53962D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F4FE59-91AF-487B-8C5B-A697A266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B2BDA2-A8C5-4B94-8B85-CF23D44E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F0B3C0-D435-42A4-B120-0F03F1D9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34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75B3E5-FB24-4229-95EA-DBCD37646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08E3F9-4B4E-49A3-8D06-D93A7FF4F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608DD8-65D2-40C9-99BE-FD2CE6AFF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9F04F5-8E96-4AD0-9C16-FEDFE4EA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3C9196-3855-4199-AB93-906B52D5D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682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41C62-8510-469D-AF7D-846AF42C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3F18A1-0445-41E7-A7EE-2110F9747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799E50-D630-42B8-A9C9-AC02FB66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D7B517-1779-43CA-8F4E-94078810F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0E051B-CE22-4174-B7FA-BFD65A7F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0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17483-9457-4B94-B461-BEB0417F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81A8F8-DA99-400B-B220-E6170EEDF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3DE355-4025-4BCA-90D7-A42CA4671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49370E-E353-47B4-B6DB-625DFB3FB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CC492A-81E6-465A-8FB9-46CDED5BC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FC1BF4-FC40-4692-8C7C-5355215D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120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BEB48-8F49-4A51-A628-27A11190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A93872-47D5-46D3-9138-410F1847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131E96-0967-45B0-A814-211810D8F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CBBCC6-EC33-4A42-AA8B-8720F138D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139DDD-73EF-4D29-A19D-A7C920F64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C8589BF-16C7-464F-8BF2-8F0AA19B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00AB8A2-E1D1-4A89-BC35-8438E353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2CC375B-C230-456E-BB8C-92E17FED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89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85367-A656-4BD0-B1A5-FB735191A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09F681-99A4-4D6C-90BE-9E6407181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82D7F43-C7A4-4C17-930B-396D0F258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6CFD57-BE64-4BF4-9E99-240581C5E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39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EE5AE3A-B539-450E-AF31-70440F0E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06FC21D-55D8-4952-A1FD-EEFF2EFBF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F22EF9-2D66-4E65-9849-DF9E691E8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943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188AA1-32B2-4A90-BC30-CDB73A23A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7FFB22-7C7E-4013-B27F-D901A9CFC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9D7C6D-AAD0-4113-8C27-1969F1F85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D39E73-E532-4FE7-96C8-B616329E2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EC80EE-BEA7-4EFE-AF82-B9CE5461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426A64-BE20-4123-B4EA-C762FBBA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40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EE6E2-7339-430B-A45D-8F9B97835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18571E6-1D09-4743-A8AD-7076266A5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7EB0A8-9743-426F-A78D-B5785190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9DB160-EFD4-4A95-A610-E2D5EE47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A8B498-2809-4C4F-8810-6EF3BC04E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82FE15-4037-4D42-924F-59FE2668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797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4D94F-6F06-4191-99E1-4696A26D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56C75EF-634C-405F-846B-402AF0A57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0C8C43-8479-491E-9C10-908C4BC2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933BF1-7E01-456A-8C2E-6D190692E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112FC7-1314-4B90-968A-8876DDBD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90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B8C027C-8836-47AE-A0F6-CF7E71E13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EF31AB-D09D-464D-995E-1467FAE33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3FCB30-D35E-40EA-98DD-5498512E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17F4A6-8066-4D2C-9DA3-A7FB1490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132EBB-7A7A-40F5-85C4-960F8A4B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914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6688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6397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242414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257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270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9056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139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4289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6254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6135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12989849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2478798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C9443-91EB-4B4F-BBC9-CEF38DFFC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EC2B8C-3770-485E-AA11-48698CE42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E82A8E-B242-4681-9E89-D965FA021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23C25-20AE-42ED-BA5C-460F05B91E98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2A2767-1D44-4DC4-96CC-BE5524BBD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FFCEEC-9E66-411E-9635-57E4F6CFF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5552E-6474-4021-8A71-D4BCCC6B4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717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59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3DAF-442A-4766-9F7F-6BC60BEC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41" y="224943"/>
            <a:ext cx="8397521" cy="754757"/>
          </a:xfrm>
        </p:spPr>
        <p:txBody>
          <a:bodyPr/>
          <a:lstStyle/>
          <a:p>
            <a:r>
              <a:rPr lang="ru-RU" dirty="0"/>
              <a:t>Задачи. 20 мин.+10 мин.-</a:t>
            </a:r>
            <a:r>
              <a:rPr lang="en-US" dirty="0"/>
              <a:t>&gt;</a:t>
            </a:r>
            <a:r>
              <a:rPr lang="ru-RU" dirty="0"/>
              <a:t>12-00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F7A9714-B5CC-40D9-B686-0327B9C951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3679433"/>
          <a:ext cx="7886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1902796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5731399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03460382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659869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9888261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78201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42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10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08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727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24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84999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1397E-7C2A-40E1-90CA-5017F58255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C8F756-7A7E-414D-BC60-9A9EF607D5A4}"/>
              </a:ext>
            </a:extLst>
          </p:cNvPr>
          <p:cNvSpPr/>
          <p:nvPr/>
        </p:nvSpPr>
        <p:spPr>
          <a:xfrm>
            <a:off x="433441" y="1631847"/>
            <a:ext cx="565078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V1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B5D895-8672-45E6-A4FD-8F16846CB874}"/>
              </a:ext>
            </a:extLst>
          </p:cNvPr>
          <p:cNvSpPr/>
          <p:nvPr/>
        </p:nvSpPr>
        <p:spPr>
          <a:xfrm>
            <a:off x="2995986" y="1148328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V4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D4D7DA-B9BF-438D-9623-007AF15824C5}"/>
              </a:ext>
            </a:extLst>
          </p:cNvPr>
          <p:cNvSpPr/>
          <p:nvPr/>
        </p:nvSpPr>
        <p:spPr>
          <a:xfrm>
            <a:off x="1311453" y="1135263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V2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974869-2B53-421B-9F73-9AB510F92961}"/>
              </a:ext>
            </a:extLst>
          </p:cNvPr>
          <p:cNvSpPr/>
          <p:nvPr/>
        </p:nvSpPr>
        <p:spPr>
          <a:xfrm>
            <a:off x="1169326" y="2378864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V5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148CB0-592E-49C9-B327-9FD834EFE5CD}"/>
              </a:ext>
            </a:extLst>
          </p:cNvPr>
          <p:cNvSpPr/>
          <p:nvPr/>
        </p:nvSpPr>
        <p:spPr>
          <a:xfrm>
            <a:off x="2119257" y="2417821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V6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2EB765-F45A-4F31-B7F8-88E1365F38AD}"/>
              </a:ext>
            </a:extLst>
          </p:cNvPr>
          <p:cNvSpPr/>
          <p:nvPr/>
        </p:nvSpPr>
        <p:spPr>
          <a:xfrm>
            <a:off x="2156074" y="1129698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V3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07BD26-793E-4A52-9C66-A1BB3AAAE55E}"/>
              </a:ext>
            </a:extLst>
          </p:cNvPr>
          <p:cNvSpPr/>
          <p:nvPr/>
        </p:nvSpPr>
        <p:spPr>
          <a:xfrm>
            <a:off x="2985284" y="2326637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V7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091A84F-14E0-4620-B5C2-419E4F8D381B}"/>
              </a:ext>
            </a:extLst>
          </p:cNvPr>
          <p:cNvSpPr/>
          <p:nvPr/>
        </p:nvSpPr>
        <p:spPr>
          <a:xfrm>
            <a:off x="4114158" y="1631847"/>
            <a:ext cx="53297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V8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FCF999-9E67-4940-8056-1384AFB0447C}"/>
              </a:ext>
            </a:extLst>
          </p:cNvPr>
          <p:cNvCxnSpPr>
            <a:cxnSpLocks/>
            <a:stCxn id="8" idx="7"/>
            <a:endCxn id="10" idx="2"/>
          </p:cNvCxnSpPr>
          <p:nvPr/>
        </p:nvCxnSpPr>
        <p:spPr>
          <a:xfrm flipV="1">
            <a:off x="915765" y="1397254"/>
            <a:ext cx="395688" cy="311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9B0490-1BA9-4C01-80D3-ECD519240304}"/>
              </a:ext>
            </a:extLst>
          </p:cNvPr>
          <p:cNvCxnSpPr>
            <a:cxnSpLocks/>
            <a:stCxn id="8" idx="6"/>
            <a:endCxn id="13" idx="3"/>
          </p:cNvCxnSpPr>
          <p:nvPr/>
        </p:nvCxnSpPr>
        <p:spPr>
          <a:xfrm flipV="1">
            <a:off x="998519" y="1576945"/>
            <a:ext cx="1228272" cy="316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AE3223-A31C-4EA4-9A37-6AB965452880}"/>
              </a:ext>
            </a:extLst>
          </p:cNvPr>
          <p:cNvCxnSpPr>
            <a:cxnSpLocks/>
            <a:stCxn id="8" idx="5"/>
            <a:endCxn id="11" idx="0"/>
          </p:cNvCxnSpPr>
          <p:nvPr/>
        </p:nvCxnSpPr>
        <p:spPr>
          <a:xfrm>
            <a:off x="915765" y="2079094"/>
            <a:ext cx="495004" cy="299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2C555F0-6C10-43CD-B834-566AD4CD46E7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1794338" y="1397254"/>
            <a:ext cx="395688" cy="11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75B0B6C-6D12-4864-9CAA-3D89ECCF7FBF}"/>
              </a:ext>
            </a:extLst>
          </p:cNvPr>
          <p:cNvCxnSpPr>
            <a:cxnSpLocks/>
            <a:stCxn id="10" idx="5"/>
            <a:endCxn id="12" idx="0"/>
          </p:cNvCxnSpPr>
          <p:nvPr/>
        </p:nvCxnSpPr>
        <p:spPr>
          <a:xfrm>
            <a:off x="1723621" y="1582510"/>
            <a:ext cx="637079" cy="835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B717EA-CB8B-4B96-9C50-0ADD1D1B2AB3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616908" y="2588628"/>
            <a:ext cx="368376" cy="69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AC71F45-1C46-445E-A09D-A6E32E125F4F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539643" y="1587779"/>
            <a:ext cx="687084" cy="738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BAF6F5-2766-477A-83C6-B49B24347494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3220302" y="1672310"/>
            <a:ext cx="17127" cy="654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D9C8FF-904D-44E7-810C-42942EE3B7E2}"/>
              </a:ext>
            </a:extLst>
          </p:cNvPr>
          <p:cNvCxnSpPr>
            <a:cxnSpLocks/>
          </p:cNvCxnSpPr>
          <p:nvPr/>
        </p:nvCxnSpPr>
        <p:spPr>
          <a:xfrm>
            <a:off x="3461745" y="1490577"/>
            <a:ext cx="760292" cy="344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D013E18-4B3C-4BC2-904E-841276DDCE03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3468169" y="2079094"/>
            <a:ext cx="724041" cy="474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0FE593-AB9F-40DA-A4AE-0F12651916B6}"/>
              </a:ext>
            </a:extLst>
          </p:cNvPr>
          <p:cNvSpPr txBox="1"/>
          <p:nvPr/>
        </p:nvSpPr>
        <p:spPr>
          <a:xfrm>
            <a:off x="5208941" y="1248709"/>
            <a:ext cx="37535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Представить граф в виде матрицы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На основе матрицы смежности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представить граф в графическом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виде.</a:t>
            </a:r>
          </a:p>
        </p:txBody>
      </p:sp>
    </p:spTree>
    <p:extLst>
      <p:ext uri="{BB962C8B-B14F-4D97-AF65-F5344CB8AC3E}">
        <p14:creationId xmlns:p14="http://schemas.microsoft.com/office/powerpoint/2010/main" val="9474125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Экран (4:3)</PresentationFormat>
  <Paragraphs>31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Myriad Pro</vt:lpstr>
      <vt:lpstr>Тема Office</vt:lpstr>
      <vt:lpstr>1_Тема Office</vt:lpstr>
      <vt:lpstr>Задачи. 20 мин.+10 мин.-&gt;12-00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Задачи. 20 мин.+10 мин.-&gt;12-00</dc:title>
  <dc:creator>Ярослав Сафронов</dc:creator>
  <cp:lastModifiedBy>Ярослав Сафронов</cp:lastModifiedBy>
  <cp:revision>1</cp:revision>
  <dcterms:created xsi:type="dcterms:W3CDTF">2023-07-20T13:59:26Z</dcterms:created>
  <dcterms:modified xsi:type="dcterms:W3CDTF">2023-07-20T13:59:56Z</dcterms:modified>
</cp:coreProperties>
</file>