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61" r:id="rId3"/>
    <p:sldId id="5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8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27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39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16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04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79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27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8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476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18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66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097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8084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50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088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89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6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183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580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61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067745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49846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560A5-A05E-434E-AC0B-B7254E88EBD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BEF1E-E7D5-4CC5-B653-9C509E8E8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40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20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6DC8-EA5A-4E14-A1AA-B8C19ADF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1783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ECA0F02-2F3E-4B34-A4AA-01CFDE1925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386" y="2457450"/>
          <a:ext cx="88312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589">
                  <a:extLst>
                    <a:ext uri="{9D8B030D-6E8A-4147-A177-3AD203B41FA5}">
                      <a16:colId xmlns:a16="http://schemas.microsoft.com/office/drawing/2014/main" val="2653471766"/>
                    </a:ext>
                  </a:extLst>
                </a:gridCol>
                <a:gridCol w="931988">
                  <a:extLst>
                    <a:ext uri="{9D8B030D-6E8A-4147-A177-3AD203B41FA5}">
                      <a16:colId xmlns:a16="http://schemas.microsoft.com/office/drawing/2014/main" val="2489403330"/>
                    </a:ext>
                  </a:extLst>
                </a:gridCol>
                <a:gridCol w="1009654">
                  <a:extLst>
                    <a:ext uri="{9D8B030D-6E8A-4147-A177-3AD203B41FA5}">
                      <a16:colId xmlns:a16="http://schemas.microsoft.com/office/drawing/2014/main" val="1281055908"/>
                    </a:ext>
                  </a:extLst>
                </a:gridCol>
                <a:gridCol w="1251280">
                  <a:extLst>
                    <a:ext uri="{9D8B030D-6E8A-4147-A177-3AD203B41FA5}">
                      <a16:colId xmlns:a16="http://schemas.microsoft.com/office/drawing/2014/main" val="5413756"/>
                    </a:ext>
                  </a:extLst>
                </a:gridCol>
                <a:gridCol w="923359">
                  <a:extLst>
                    <a:ext uri="{9D8B030D-6E8A-4147-A177-3AD203B41FA5}">
                      <a16:colId xmlns:a16="http://schemas.microsoft.com/office/drawing/2014/main" val="1487804995"/>
                    </a:ext>
                  </a:extLst>
                </a:gridCol>
                <a:gridCol w="1052802">
                  <a:extLst>
                    <a:ext uri="{9D8B030D-6E8A-4147-A177-3AD203B41FA5}">
                      <a16:colId xmlns:a16="http://schemas.microsoft.com/office/drawing/2014/main" val="3810263351"/>
                    </a:ext>
                  </a:extLst>
                </a:gridCol>
                <a:gridCol w="1361470">
                  <a:extLst>
                    <a:ext uri="{9D8B030D-6E8A-4147-A177-3AD203B41FA5}">
                      <a16:colId xmlns:a16="http://schemas.microsoft.com/office/drawing/2014/main" val="993465040"/>
                    </a:ext>
                  </a:extLst>
                </a:gridCol>
                <a:gridCol w="1141090">
                  <a:extLst>
                    <a:ext uri="{9D8B030D-6E8A-4147-A177-3AD203B41FA5}">
                      <a16:colId xmlns:a16="http://schemas.microsoft.com/office/drawing/2014/main" val="313598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Посещ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Зачет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8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1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30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7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6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50630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8F43C-D51A-437F-A98A-D87910AD0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22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9CBCC-7753-4B46-9ABE-693A5706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41" y="220980"/>
            <a:ext cx="7460966" cy="586740"/>
          </a:xfrm>
        </p:spPr>
        <p:txBody>
          <a:bodyPr/>
          <a:lstStyle/>
          <a:p>
            <a:r>
              <a:rPr lang="ru-RU" dirty="0"/>
              <a:t>Задача.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0DBB3-6B76-444F-BC15-FC570150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61" y="868681"/>
            <a:ext cx="8303078" cy="1265464"/>
          </a:xfrm>
        </p:spPr>
        <p:txBody>
          <a:bodyPr/>
          <a:lstStyle/>
          <a:p>
            <a:r>
              <a:rPr lang="ru-RU" dirty="0"/>
              <a:t>Построить логический вывод для 2 значений для средней и низкой уверенности в выборе игрока (вручную)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256396-7C5C-4341-8C36-BD4865C7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5179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On-screen Show (4:3)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  <vt:lpstr>Задача.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</dc:title>
  <dc:creator>Ярослав Сафронов</dc:creator>
  <cp:lastModifiedBy>Динцис Данил Юрьевич</cp:lastModifiedBy>
  <cp:revision>2</cp:revision>
  <dcterms:created xsi:type="dcterms:W3CDTF">2023-07-20T14:22:15Z</dcterms:created>
  <dcterms:modified xsi:type="dcterms:W3CDTF">2023-07-21T07:27:07Z</dcterms:modified>
</cp:coreProperties>
</file>