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Default Extension="Year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ink/ink7.xml" ContentType="application/inkml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ink/ink8.xml" ContentType="application/inkml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ink/ink9.xml" ContentType="application/inkml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ink/ink18.xml" ContentType="application/inkml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4" r:id="rId1"/>
    <p:sldMasterId id="2147483691" r:id="rId2"/>
  </p:sldMasterIdLst>
  <p:notesMasterIdLst>
    <p:notesMasterId r:id="rId148"/>
  </p:notesMasterIdLst>
  <p:sldIdLst>
    <p:sldId id="256" r:id="rId3"/>
    <p:sldId id="309" r:id="rId4"/>
    <p:sldId id="263" r:id="rId5"/>
    <p:sldId id="265" r:id="rId6"/>
    <p:sldId id="428" r:id="rId7"/>
    <p:sldId id="521" r:id="rId8"/>
    <p:sldId id="429" r:id="rId9"/>
    <p:sldId id="524" r:id="rId10"/>
    <p:sldId id="566" r:id="rId11"/>
    <p:sldId id="431" r:id="rId12"/>
    <p:sldId id="434" r:id="rId13"/>
    <p:sldId id="449" r:id="rId14"/>
    <p:sldId id="522" r:id="rId15"/>
    <p:sldId id="430" r:id="rId16"/>
    <p:sldId id="432" r:id="rId17"/>
    <p:sldId id="433" r:id="rId18"/>
    <p:sldId id="511" r:id="rId19"/>
    <p:sldId id="438" r:id="rId20"/>
    <p:sldId id="448" r:id="rId21"/>
    <p:sldId id="462" r:id="rId22"/>
    <p:sldId id="435" r:id="rId23"/>
    <p:sldId id="436" r:id="rId24"/>
    <p:sldId id="439" r:id="rId25"/>
    <p:sldId id="519" r:id="rId26"/>
    <p:sldId id="531" r:id="rId27"/>
    <p:sldId id="437" r:id="rId28"/>
    <p:sldId id="441" r:id="rId29"/>
    <p:sldId id="525" r:id="rId30"/>
    <p:sldId id="445" r:id="rId31"/>
    <p:sldId id="444" r:id="rId32"/>
    <p:sldId id="678" r:id="rId33"/>
    <p:sldId id="442" r:id="rId34"/>
    <p:sldId id="440" r:id="rId35"/>
    <p:sldId id="446" r:id="rId36"/>
    <p:sldId id="447" r:id="rId37"/>
    <p:sldId id="450" r:id="rId38"/>
    <p:sldId id="518" r:id="rId39"/>
    <p:sldId id="512" r:id="rId40"/>
    <p:sldId id="532" r:id="rId41"/>
    <p:sldId id="451" r:id="rId42"/>
    <p:sldId id="452" r:id="rId43"/>
    <p:sldId id="453" r:id="rId44"/>
    <p:sldId id="454" r:id="rId45"/>
    <p:sldId id="455" r:id="rId46"/>
    <p:sldId id="456" r:id="rId47"/>
    <p:sldId id="457" r:id="rId48"/>
    <p:sldId id="458" r:id="rId49"/>
    <p:sldId id="460" r:id="rId50"/>
    <p:sldId id="461" r:id="rId51"/>
    <p:sldId id="534" r:id="rId52"/>
    <p:sldId id="459" r:id="rId53"/>
    <p:sldId id="679" r:id="rId54"/>
    <p:sldId id="513" r:id="rId55"/>
    <p:sldId id="514" r:id="rId56"/>
    <p:sldId id="516" r:id="rId57"/>
    <p:sldId id="515" r:id="rId58"/>
    <p:sldId id="680" r:id="rId59"/>
    <p:sldId id="537" r:id="rId60"/>
    <p:sldId id="681" r:id="rId61"/>
    <p:sldId id="538" r:id="rId62"/>
    <p:sldId id="464" r:id="rId63"/>
    <p:sldId id="517" r:id="rId64"/>
    <p:sldId id="466" r:id="rId65"/>
    <p:sldId id="535" r:id="rId66"/>
    <p:sldId id="536" r:id="rId67"/>
    <p:sldId id="465" r:id="rId68"/>
    <p:sldId id="463" r:id="rId69"/>
    <p:sldId id="469" r:id="rId70"/>
    <p:sldId id="470" r:id="rId71"/>
    <p:sldId id="471" r:id="rId72"/>
    <p:sldId id="467" r:id="rId73"/>
    <p:sldId id="472" r:id="rId74"/>
    <p:sldId id="473" r:id="rId75"/>
    <p:sldId id="474" r:id="rId76"/>
    <p:sldId id="479" r:id="rId77"/>
    <p:sldId id="527" r:id="rId78"/>
    <p:sldId id="567" r:id="rId79"/>
    <p:sldId id="477" r:id="rId80"/>
    <p:sldId id="365" r:id="rId81"/>
    <p:sldId id="366" r:id="rId82"/>
    <p:sldId id="367" r:id="rId83"/>
    <p:sldId id="368" r:id="rId84"/>
    <p:sldId id="568" r:id="rId85"/>
    <p:sldId id="569" r:id="rId86"/>
    <p:sldId id="539" r:id="rId87"/>
    <p:sldId id="523" r:id="rId88"/>
    <p:sldId id="570" r:id="rId89"/>
    <p:sldId id="476" r:id="rId90"/>
    <p:sldId id="478" r:id="rId91"/>
    <p:sldId id="480" r:id="rId92"/>
    <p:sldId id="481" r:id="rId93"/>
    <p:sldId id="540" r:id="rId94"/>
    <p:sldId id="562" r:id="rId95"/>
    <p:sldId id="483" r:id="rId96"/>
    <p:sldId id="497" r:id="rId97"/>
    <p:sldId id="498" r:id="rId98"/>
    <p:sldId id="485" r:id="rId99"/>
    <p:sldId id="529" r:id="rId100"/>
    <p:sldId id="530" r:id="rId101"/>
    <p:sldId id="482" r:id="rId102"/>
    <p:sldId id="484" r:id="rId103"/>
    <p:sldId id="489" r:id="rId104"/>
    <p:sldId id="490" r:id="rId105"/>
    <p:sldId id="486" r:id="rId106"/>
    <p:sldId id="492" r:id="rId107"/>
    <p:sldId id="541" r:id="rId108"/>
    <p:sldId id="493" r:id="rId109"/>
    <p:sldId id="542" r:id="rId110"/>
    <p:sldId id="543" r:id="rId111"/>
    <p:sldId id="494" r:id="rId112"/>
    <p:sldId id="544" r:id="rId113"/>
    <p:sldId id="545" r:id="rId114"/>
    <p:sldId id="560" r:id="rId115"/>
    <p:sldId id="546" r:id="rId116"/>
    <p:sldId id="547" r:id="rId117"/>
    <p:sldId id="496" r:id="rId118"/>
    <p:sldId id="487" r:id="rId119"/>
    <p:sldId id="488" r:id="rId120"/>
    <p:sldId id="499" r:id="rId121"/>
    <p:sldId id="548" r:id="rId122"/>
    <p:sldId id="500" r:id="rId123"/>
    <p:sldId id="501" r:id="rId124"/>
    <p:sldId id="504" r:id="rId125"/>
    <p:sldId id="503" r:id="rId126"/>
    <p:sldId id="561" r:id="rId127"/>
    <p:sldId id="549" r:id="rId128"/>
    <p:sldId id="682" r:id="rId129"/>
    <p:sldId id="550" r:id="rId130"/>
    <p:sldId id="551" r:id="rId131"/>
    <p:sldId id="557" r:id="rId132"/>
    <p:sldId id="552" r:id="rId133"/>
    <p:sldId id="507" r:id="rId134"/>
    <p:sldId id="553" r:id="rId135"/>
    <p:sldId id="506" r:id="rId136"/>
    <p:sldId id="555" r:id="rId137"/>
    <p:sldId id="508" r:id="rId138"/>
    <p:sldId id="554" r:id="rId139"/>
    <p:sldId id="556" r:id="rId140"/>
    <p:sldId id="559" r:id="rId141"/>
    <p:sldId id="505" r:id="rId142"/>
    <p:sldId id="509" r:id="rId143"/>
    <p:sldId id="510" r:id="rId144"/>
    <p:sldId id="558" r:id="rId145"/>
    <p:sldId id="526" r:id="rId146"/>
    <p:sldId id="307" r:id="rId14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  <a:srgbClr val="E9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18" autoAdjust="0"/>
    <p:restoredTop sz="96681" autoAdjust="0"/>
  </p:normalViewPr>
  <p:slideViewPr>
    <p:cSldViewPr snapToGrid="0">
      <p:cViewPr varScale="1">
        <p:scale>
          <a:sx n="120" d="100"/>
          <a:sy n="120" d="100"/>
        </p:scale>
        <p:origin x="5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presProps" Target="presProps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slide" Target="slides/slide132.xml"/><Relationship Id="rId139" Type="http://schemas.openxmlformats.org/officeDocument/2006/relationships/slide" Target="slides/slide13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50" Type="http://schemas.openxmlformats.org/officeDocument/2006/relationships/viewProps" Target="viewProps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45" Type="http://schemas.openxmlformats.org/officeDocument/2006/relationships/slide" Target="slides/slide14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51" Type="http://schemas.openxmlformats.org/officeDocument/2006/relationships/theme" Target="theme/theme1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slide" Target="slides/slide14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svg"/><Relationship Id="rId1" Type="http://schemas.openxmlformats.org/officeDocument/2006/relationships/image" Target="../media/image115.png"/><Relationship Id="rId6" Type="http://schemas.openxmlformats.org/officeDocument/2006/relationships/image" Target="../media/image120.svg"/><Relationship Id="rId5" Type="http://schemas.openxmlformats.org/officeDocument/2006/relationships/image" Target="../media/image119.png"/><Relationship Id="rId4" Type="http://schemas.openxmlformats.org/officeDocument/2006/relationships/image" Target="../media/image118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svg"/><Relationship Id="rId1" Type="http://schemas.openxmlformats.org/officeDocument/2006/relationships/image" Target="../media/image122.png"/><Relationship Id="rId4" Type="http://schemas.openxmlformats.org/officeDocument/2006/relationships/image" Target="../media/image125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sv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2" Type="http://schemas.openxmlformats.org/officeDocument/2006/relationships/image" Target="../media/image129.svg"/><Relationship Id="rId1" Type="http://schemas.openxmlformats.org/officeDocument/2006/relationships/image" Target="../media/image128.png"/><Relationship Id="rId6" Type="http://schemas.openxmlformats.org/officeDocument/2006/relationships/image" Target="../media/image133.svg"/><Relationship Id="rId5" Type="http://schemas.openxmlformats.org/officeDocument/2006/relationships/image" Target="../media/image132.png"/><Relationship Id="rId4" Type="http://schemas.openxmlformats.org/officeDocument/2006/relationships/image" Target="../media/image131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svg"/><Relationship Id="rId1" Type="http://schemas.openxmlformats.org/officeDocument/2006/relationships/image" Target="../media/image115.png"/><Relationship Id="rId6" Type="http://schemas.openxmlformats.org/officeDocument/2006/relationships/image" Target="../media/image120.svg"/><Relationship Id="rId5" Type="http://schemas.openxmlformats.org/officeDocument/2006/relationships/image" Target="../media/image119.png"/><Relationship Id="rId4" Type="http://schemas.openxmlformats.org/officeDocument/2006/relationships/image" Target="../media/image118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svg"/><Relationship Id="rId1" Type="http://schemas.openxmlformats.org/officeDocument/2006/relationships/image" Target="../media/image122.png"/><Relationship Id="rId4" Type="http://schemas.openxmlformats.org/officeDocument/2006/relationships/image" Target="../media/image125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sv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2" Type="http://schemas.openxmlformats.org/officeDocument/2006/relationships/image" Target="../media/image129.svg"/><Relationship Id="rId1" Type="http://schemas.openxmlformats.org/officeDocument/2006/relationships/image" Target="../media/image128.png"/><Relationship Id="rId6" Type="http://schemas.openxmlformats.org/officeDocument/2006/relationships/image" Target="../media/image133.svg"/><Relationship Id="rId5" Type="http://schemas.openxmlformats.org/officeDocument/2006/relationships/image" Target="../media/image132.png"/><Relationship Id="rId4" Type="http://schemas.openxmlformats.org/officeDocument/2006/relationships/image" Target="../media/image1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5A2F10-2E23-42C6-AF26-96D7265B4D4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3E2A7F6C-A36C-483E-9E49-A1CA74F3F4B8}">
      <dgm:prSet/>
      <dgm:spPr/>
      <dgm:t>
        <a:bodyPr/>
        <a:lstStyle/>
        <a:p>
          <a:r>
            <a:rPr lang="en-US" b="0" dirty="0"/>
            <a:t>Max=N*(N-1)/2=15</a:t>
          </a:r>
          <a:endParaRPr lang="ru-RU" dirty="0"/>
        </a:p>
      </dgm:t>
    </dgm:pt>
    <dgm:pt modelId="{91C0CCA4-620E-4BF4-AD8A-3746915C6B59}" type="parTrans" cxnId="{221FE7F4-0DD1-4D08-AB50-1BF878E54CB3}">
      <dgm:prSet/>
      <dgm:spPr/>
      <dgm:t>
        <a:bodyPr/>
        <a:lstStyle/>
        <a:p>
          <a:endParaRPr lang="ru-RU"/>
        </a:p>
      </dgm:t>
    </dgm:pt>
    <dgm:pt modelId="{5362AEF8-5242-407C-8D70-FD405C3CE493}" type="sibTrans" cxnId="{221FE7F4-0DD1-4D08-AB50-1BF878E54CB3}">
      <dgm:prSet/>
      <dgm:spPr/>
      <dgm:t>
        <a:bodyPr/>
        <a:lstStyle/>
        <a:p>
          <a:endParaRPr lang="ru-RU"/>
        </a:p>
      </dgm:t>
    </dgm:pt>
    <dgm:pt modelId="{CB4FB18E-B6EE-4FBE-A210-695D44B25339}">
      <dgm:prSet/>
      <dgm:spPr/>
      <dgm:t>
        <a:bodyPr/>
        <a:lstStyle/>
        <a:p>
          <a:r>
            <a:rPr lang="ru-RU" b="0" dirty="0"/>
            <a:t>Сплоченность = 8/15</a:t>
          </a:r>
          <a:endParaRPr lang="ru-RU" dirty="0"/>
        </a:p>
      </dgm:t>
    </dgm:pt>
    <dgm:pt modelId="{0A40CC89-D81E-4FE3-BAE5-06ABFE5E59F8}" type="parTrans" cxnId="{8227038B-80AD-4C90-807C-1ACA7C1D8D2C}">
      <dgm:prSet/>
      <dgm:spPr/>
      <dgm:t>
        <a:bodyPr/>
        <a:lstStyle/>
        <a:p>
          <a:endParaRPr lang="ru-RU"/>
        </a:p>
      </dgm:t>
    </dgm:pt>
    <dgm:pt modelId="{30061D84-782A-424F-9A70-1FD3B3E2C638}" type="sibTrans" cxnId="{8227038B-80AD-4C90-807C-1ACA7C1D8D2C}">
      <dgm:prSet/>
      <dgm:spPr/>
      <dgm:t>
        <a:bodyPr/>
        <a:lstStyle/>
        <a:p>
          <a:endParaRPr lang="ru-RU"/>
        </a:p>
      </dgm:t>
    </dgm:pt>
    <dgm:pt modelId="{A98F4E5A-CCDA-42A4-B3C7-AE8A14D0F323}" type="pres">
      <dgm:prSet presAssocID="{7F5A2F10-2E23-42C6-AF26-96D7265B4D4B}" presName="linear" presStyleCnt="0">
        <dgm:presLayoutVars>
          <dgm:animLvl val="lvl"/>
          <dgm:resizeHandles val="exact"/>
        </dgm:presLayoutVars>
      </dgm:prSet>
      <dgm:spPr/>
    </dgm:pt>
    <dgm:pt modelId="{10A7CA66-2CB2-4220-A504-CF0BB9F559EB}" type="pres">
      <dgm:prSet presAssocID="{3E2A7F6C-A36C-483E-9E49-A1CA74F3F4B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FFD462E-E54C-4347-90C3-C0259B63BE11}" type="pres">
      <dgm:prSet presAssocID="{5362AEF8-5242-407C-8D70-FD405C3CE493}" presName="spacer" presStyleCnt="0"/>
      <dgm:spPr/>
    </dgm:pt>
    <dgm:pt modelId="{FC10FE00-ABD1-462B-B94D-A07141231A4C}" type="pres">
      <dgm:prSet presAssocID="{CB4FB18E-B6EE-4FBE-A210-695D44B2533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227038B-80AD-4C90-807C-1ACA7C1D8D2C}" srcId="{7F5A2F10-2E23-42C6-AF26-96D7265B4D4B}" destId="{CB4FB18E-B6EE-4FBE-A210-695D44B25339}" srcOrd="1" destOrd="0" parTransId="{0A40CC89-D81E-4FE3-BAE5-06ABFE5E59F8}" sibTransId="{30061D84-782A-424F-9A70-1FD3B3E2C638}"/>
    <dgm:cxn modelId="{68B44396-556B-4BF7-9578-3444F1B29464}" type="presOf" srcId="{7F5A2F10-2E23-42C6-AF26-96D7265B4D4B}" destId="{A98F4E5A-CCDA-42A4-B3C7-AE8A14D0F323}" srcOrd="0" destOrd="0" presId="urn:microsoft.com/office/officeart/2005/8/layout/vList2"/>
    <dgm:cxn modelId="{0031EFA4-7C90-4EE2-80E2-0387767381E8}" type="presOf" srcId="{CB4FB18E-B6EE-4FBE-A210-695D44B25339}" destId="{FC10FE00-ABD1-462B-B94D-A07141231A4C}" srcOrd="0" destOrd="0" presId="urn:microsoft.com/office/officeart/2005/8/layout/vList2"/>
    <dgm:cxn modelId="{E6BBF6AB-ED0F-434F-A702-160712CC0E2C}" type="presOf" srcId="{3E2A7F6C-A36C-483E-9E49-A1CA74F3F4B8}" destId="{10A7CA66-2CB2-4220-A504-CF0BB9F559EB}" srcOrd="0" destOrd="0" presId="urn:microsoft.com/office/officeart/2005/8/layout/vList2"/>
    <dgm:cxn modelId="{221FE7F4-0DD1-4D08-AB50-1BF878E54CB3}" srcId="{7F5A2F10-2E23-42C6-AF26-96D7265B4D4B}" destId="{3E2A7F6C-A36C-483E-9E49-A1CA74F3F4B8}" srcOrd="0" destOrd="0" parTransId="{91C0CCA4-620E-4BF4-AD8A-3746915C6B59}" sibTransId="{5362AEF8-5242-407C-8D70-FD405C3CE493}"/>
    <dgm:cxn modelId="{775C7DFA-0422-43CD-B384-3EF442A0CF17}" type="presParOf" srcId="{A98F4E5A-CCDA-42A4-B3C7-AE8A14D0F323}" destId="{10A7CA66-2CB2-4220-A504-CF0BB9F559EB}" srcOrd="0" destOrd="0" presId="urn:microsoft.com/office/officeart/2005/8/layout/vList2"/>
    <dgm:cxn modelId="{050A6AE5-4975-45DA-9F5E-59C817FD4A04}" type="presParOf" srcId="{A98F4E5A-CCDA-42A4-B3C7-AE8A14D0F323}" destId="{FFFD462E-E54C-4347-90C3-C0259B63BE11}" srcOrd="1" destOrd="0" presId="urn:microsoft.com/office/officeart/2005/8/layout/vList2"/>
    <dgm:cxn modelId="{EE5394D5-30DA-43C5-B696-445CD3695D9C}" type="presParOf" srcId="{A98F4E5A-CCDA-42A4-B3C7-AE8A14D0F323}" destId="{FC10FE00-ABD1-462B-B94D-A07141231A4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CE3F66C-37D7-4DA3-85DB-B97B132F130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EB1702D-664F-42A1-AE77-B2FA5375F033}">
      <dgm:prSet/>
      <dgm:spPr/>
      <dgm:t>
        <a:bodyPr/>
        <a:lstStyle/>
        <a:p>
          <a:r>
            <a:rPr lang="ru-RU" b="0" dirty="0"/>
            <a:t>Эвристический алгоритм поиска, используемый для решения задач оптимизации и моделирования путём случайного подбора, комбинирования и вариации искомых параметров с использованием механизмов, аналогичных естественному отбору в природе.</a:t>
          </a:r>
          <a:endParaRPr lang="ru-RU" dirty="0"/>
        </a:p>
      </dgm:t>
    </dgm:pt>
    <dgm:pt modelId="{F790F226-CDBF-4461-AD99-6583E0609AD8}" type="parTrans" cxnId="{18B23112-B4BB-48D8-8D66-A094856223F7}">
      <dgm:prSet/>
      <dgm:spPr/>
      <dgm:t>
        <a:bodyPr/>
        <a:lstStyle/>
        <a:p>
          <a:endParaRPr lang="ru-RU"/>
        </a:p>
      </dgm:t>
    </dgm:pt>
    <dgm:pt modelId="{ED026EF9-2102-4A82-9F54-3220CF04A2AF}" type="sibTrans" cxnId="{18B23112-B4BB-48D8-8D66-A094856223F7}">
      <dgm:prSet/>
      <dgm:spPr/>
      <dgm:t>
        <a:bodyPr/>
        <a:lstStyle/>
        <a:p>
          <a:endParaRPr lang="ru-RU"/>
        </a:p>
      </dgm:t>
    </dgm:pt>
    <dgm:pt modelId="{F3EA5DD4-31BE-45AB-95E4-F4809F23B394}" type="pres">
      <dgm:prSet presAssocID="{4CE3F66C-37D7-4DA3-85DB-B97B132F130F}" presName="linear" presStyleCnt="0">
        <dgm:presLayoutVars>
          <dgm:animLvl val="lvl"/>
          <dgm:resizeHandles val="exact"/>
        </dgm:presLayoutVars>
      </dgm:prSet>
      <dgm:spPr/>
    </dgm:pt>
    <dgm:pt modelId="{5472AB91-177A-403A-8907-2D1CDB7D9738}" type="pres">
      <dgm:prSet presAssocID="{3EB1702D-664F-42A1-AE77-B2FA5375F033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547BC211-F2D1-4E56-BB10-0DDD622DAC85}" type="presOf" srcId="{4CE3F66C-37D7-4DA3-85DB-B97B132F130F}" destId="{F3EA5DD4-31BE-45AB-95E4-F4809F23B394}" srcOrd="0" destOrd="0" presId="urn:microsoft.com/office/officeart/2005/8/layout/vList2"/>
    <dgm:cxn modelId="{18B23112-B4BB-48D8-8D66-A094856223F7}" srcId="{4CE3F66C-37D7-4DA3-85DB-B97B132F130F}" destId="{3EB1702D-664F-42A1-AE77-B2FA5375F033}" srcOrd="0" destOrd="0" parTransId="{F790F226-CDBF-4461-AD99-6583E0609AD8}" sibTransId="{ED026EF9-2102-4A82-9F54-3220CF04A2AF}"/>
    <dgm:cxn modelId="{0026A362-9A73-423D-959A-D3C7BBCD6710}" type="presOf" srcId="{3EB1702D-664F-42A1-AE77-B2FA5375F033}" destId="{5472AB91-177A-403A-8907-2D1CDB7D9738}" srcOrd="0" destOrd="0" presId="urn:microsoft.com/office/officeart/2005/8/layout/vList2"/>
    <dgm:cxn modelId="{01B4F73E-209F-472F-8D7E-B8AF3A0B0B86}" type="presParOf" srcId="{F3EA5DD4-31BE-45AB-95E4-F4809F23B394}" destId="{5472AB91-177A-403A-8907-2D1CDB7D973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0A61B88-4B63-4CD9-9B83-9F40F827BBCC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BFE2A09-2983-4549-9778-93CAA8D8A5DA}">
      <dgm:prSet phldrT="[Text]"/>
      <dgm:spPr/>
      <dgm:t>
        <a:bodyPr/>
        <a:lstStyle/>
        <a:p>
          <a:r>
            <a:rPr lang="ru-RU" dirty="0"/>
            <a:t>Ранец</a:t>
          </a:r>
          <a:r>
            <a:rPr lang="en-US" dirty="0"/>
            <a:t> = 50</a:t>
          </a:r>
          <a:r>
            <a:rPr lang="ru-RU" dirty="0"/>
            <a:t> кг</a:t>
          </a:r>
        </a:p>
      </dgm:t>
    </dgm:pt>
    <dgm:pt modelId="{83EDC593-4924-4FA3-82E8-D5CF42BD4A4D}" type="parTrans" cxnId="{BB70DADE-FD97-4A13-A7E9-838CC7557123}">
      <dgm:prSet/>
      <dgm:spPr/>
      <dgm:t>
        <a:bodyPr/>
        <a:lstStyle/>
        <a:p>
          <a:endParaRPr lang="ru-RU"/>
        </a:p>
      </dgm:t>
    </dgm:pt>
    <dgm:pt modelId="{61E7688F-CC3A-4AA2-8ECE-098933901863}" type="sibTrans" cxnId="{BB70DADE-FD97-4A13-A7E9-838CC7557123}">
      <dgm:prSet/>
      <dgm:spPr/>
      <dgm:t>
        <a:bodyPr/>
        <a:lstStyle/>
        <a:p>
          <a:endParaRPr lang="ru-RU"/>
        </a:p>
      </dgm:t>
    </dgm:pt>
    <dgm:pt modelId="{7E1405CD-9FBC-4DC2-9BA4-9672F33E20FC}">
      <dgm:prSet phldrT="[Text]"/>
      <dgm:spPr/>
      <dgm:t>
        <a:bodyPr/>
        <a:lstStyle/>
        <a:p>
          <a:r>
            <a:rPr lang="ru-RU" dirty="0"/>
            <a:t>10кг</a:t>
          </a:r>
        </a:p>
      </dgm:t>
    </dgm:pt>
    <dgm:pt modelId="{99CCFA6D-74F9-44F0-922D-1704D21C836A}" type="parTrans" cxnId="{06295BC1-58BE-48D9-B163-152387F4FB5F}">
      <dgm:prSet/>
      <dgm:spPr/>
      <dgm:t>
        <a:bodyPr/>
        <a:lstStyle/>
        <a:p>
          <a:endParaRPr lang="ru-RU"/>
        </a:p>
      </dgm:t>
    </dgm:pt>
    <dgm:pt modelId="{247B611F-8C5F-4D4C-848F-E4C263DB5EC1}" type="sibTrans" cxnId="{06295BC1-58BE-48D9-B163-152387F4FB5F}">
      <dgm:prSet/>
      <dgm:spPr/>
      <dgm:t>
        <a:bodyPr/>
        <a:lstStyle/>
        <a:p>
          <a:endParaRPr lang="ru-RU"/>
        </a:p>
      </dgm:t>
    </dgm:pt>
    <dgm:pt modelId="{E3E9D959-F32E-4D58-BB5B-AD3BD94760F0}">
      <dgm:prSet phldrT="[Text]"/>
      <dgm:spPr/>
      <dgm:t>
        <a:bodyPr/>
        <a:lstStyle/>
        <a:p>
          <a:r>
            <a:rPr lang="ru-RU" dirty="0"/>
            <a:t>20кг</a:t>
          </a:r>
        </a:p>
      </dgm:t>
    </dgm:pt>
    <dgm:pt modelId="{1588EB82-839B-44AA-88BB-FB02F0229FC5}" type="parTrans" cxnId="{F4FD17BE-8E04-44AD-A36C-34301291122B}">
      <dgm:prSet/>
      <dgm:spPr/>
      <dgm:t>
        <a:bodyPr/>
        <a:lstStyle/>
        <a:p>
          <a:endParaRPr lang="ru-RU"/>
        </a:p>
      </dgm:t>
    </dgm:pt>
    <dgm:pt modelId="{B4934EF0-23DF-4B5E-8605-FEDA37C54416}" type="sibTrans" cxnId="{F4FD17BE-8E04-44AD-A36C-34301291122B}">
      <dgm:prSet/>
      <dgm:spPr/>
      <dgm:t>
        <a:bodyPr/>
        <a:lstStyle/>
        <a:p>
          <a:endParaRPr lang="ru-RU"/>
        </a:p>
      </dgm:t>
    </dgm:pt>
    <dgm:pt modelId="{47115CE7-7681-4538-8D54-AFAE324FF909}">
      <dgm:prSet phldrT="[Text]"/>
      <dgm:spPr/>
      <dgm:t>
        <a:bodyPr/>
        <a:lstStyle/>
        <a:p>
          <a:r>
            <a:rPr lang="ru-RU" dirty="0"/>
            <a:t>30кг</a:t>
          </a:r>
        </a:p>
      </dgm:t>
    </dgm:pt>
    <dgm:pt modelId="{F46228D5-29E7-4B7D-ACA9-5C733A2B1B09}" type="parTrans" cxnId="{486B97A6-9402-4332-928C-800803C874F6}">
      <dgm:prSet/>
      <dgm:spPr/>
      <dgm:t>
        <a:bodyPr/>
        <a:lstStyle/>
        <a:p>
          <a:endParaRPr lang="ru-RU"/>
        </a:p>
      </dgm:t>
    </dgm:pt>
    <dgm:pt modelId="{5D8ACA11-3C66-45C1-9CDD-55145145D481}" type="sibTrans" cxnId="{486B97A6-9402-4332-928C-800803C874F6}">
      <dgm:prSet/>
      <dgm:spPr/>
      <dgm:t>
        <a:bodyPr/>
        <a:lstStyle/>
        <a:p>
          <a:endParaRPr lang="ru-RU"/>
        </a:p>
      </dgm:t>
    </dgm:pt>
    <dgm:pt modelId="{0BC1CFFE-3E2F-4831-B734-756A9C38BB5E}">
      <dgm:prSet phldrT="[Text]"/>
      <dgm:spPr/>
      <dgm:t>
        <a:bodyPr/>
        <a:lstStyle/>
        <a:p>
          <a:r>
            <a:rPr lang="ru-RU" dirty="0"/>
            <a:t>20кг</a:t>
          </a:r>
        </a:p>
      </dgm:t>
    </dgm:pt>
    <dgm:pt modelId="{E1E9A403-73A1-445B-9963-28553F7A3905}" type="parTrans" cxnId="{B6F2A5B3-5069-4366-A069-23502EE16C98}">
      <dgm:prSet/>
      <dgm:spPr/>
      <dgm:t>
        <a:bodyPr/>
        <a:lstStyle/>
        <a:p>
          <a:endParaRPr lang="ru-RU"/>
        </a:p>
      </dgm:t>
    </dgm:pt>
    <dgm:pt modelId="{1A5D0830-A598-4287-A440-4E57E3AEEFBA}" type="sibTrans" cxnId="{B6F2A5B3-5069-4366-A069-23502EE16C98}">
      <dgm:prSet/>
      <dgm:spPr/>
      <dgm:t>
        <a:bodyPr/>
        <a:lstStyle/>
        <a:p>
          <a:endParaRPr lang="ru-RU"/>
        </a:p>
      </dgm:t>
    </dgm:pt>
    <dgm:pt modelId="{0EE27461-A7EC-46FA-85DB-311467944CBD}">
      <dgm:prSet phldrT="[Text]"/>
      <dgm:spPr/>
      <dgm:t>
        <a:bodyPr/>
        <a:lstStyle/>
        <a:p>
          <a:r>
            <a:rPr lang="ru-RU" dirty="0"/>
            <a:t>10 кг</a:t>
          </a:r>
        </a:p>
      </dgm:t>
    </dgm:pt>
    <dgm:pt modelId="{C8C235CA-0247-40D2-A02E-C2C4423796F9}" type="parTrans" cxnId="{3A58C243-4A6C-49C2-BB18-C0B68FBFDC1F}">
      <dgm:prSet/>
      <dgm:spPr/>
      <dgm:t>
        <a:bodyPr/>
        <a:lstStyle/>
        <a:p>
          <a:endParaRPr lang="ru-RU"/>
        </a:p>
      </dgm:t>
    </dgm:pt>
    <dgm:pt modelId="{A823DEE4-6BD6-4461-BCFE-182BB9FCC488}" type="sibTrans" cxnId="{3A58C243-4A6C-49C2-BB18-C0B68FBFDC1F}">
      <dgm:prSet/>
      <dgm:spPr/>
      <dgm:t>
        <a:bodyPr/>
        <a:lstStyle/>
        <a:p>
          <a:endParaRPr lang="ru-RU"/>
        </a:p>
      </dgm:t>
    </dgm:pt>
    <dgm:pt modelId="{A2281CB1-22D0-42E6-BB7F-632C37E2C25E}">
      <dgm:prSet/>
      <dgm:spPr/>
      <dgm:t>
        <a:bodyPr/>
        <a:lstStyle/>
        <a:p>
          <a:endParaRPr lang="ru-RU"/>
        </a:p>
      </dgm:t>
    </dgm:pt>
    <dgm:pt modelId="{3F46DD5C-2EC9-481B-ACA6-B1002783E8B9}" type="parTrans" cxnId="{7ED637B6-148A-4EF4-8DBD-73790455BC03}">
      <dgm:prSet/>
      <dgm:spPr/>
      <dgm:t>
        <a:bodyPr/>
        <a:lstStyle/>
        <a:p>
          <a:endParaRPr lang="ru-RU"/>
        </a:p>
      </dgm:t>
    </dgm:pt>
    <dgm:pt modelId="{55BDA387-2413-4C1E-B546-E06A5AA2F31C}" type="sibTrans" cxnId="{7ED637B6-148A-4EF4-8DBD-73790455BC03}">
      <dgm:prSet/>
      <dgm:spPr/>
      <dgm:t>
        <a:bodyPr/>
        <a:lstStyle/>
        <a:p>
          <a:endParaRPr lang="ru-RU"/>
        </a:p>
      </dgm:t>
    </dgm:pt>
    <dgm:pt modelId="{F6EA6C77-2217-4D3E-BE1B-C0420B77C730}">
      <dgm:prSet/>
      <dgm:spPr/>
      <dgm:t>
        <a:bodyPr/>
        <a:lstStyle/>
        <a:p>
          <a:endParaRPr lang="ru-RU"/>
        </a:p>
      </dgm:t>
    </dgm:pt>
    <dgm:pt modelId="{278871B1-BEFD-4B35-81EB-1D0275E7FE09}" type="parTrans" cxnId="{322C95A2-A924-49ED-8E90-C712B9B074AF}">
      <dgm:prSet/>
      <dgm:spPr/>
      <dgm:t>
        <a:bodyPr/>
        <a:lstStyle/>
        <a:p>
          <a:endParaRPr lang="ru-RU"/>
        </a:p>
      </dgm:t>
    </dgm:pt>
    <dgm:pt modelId="{A6D68B69-AE35-46A7-B1EB-6424E95D0AAC}" type="sibTrans" cxnId="{322C95A2-A924-49ED-8E90-C712B9B074AF}">
      <dgm:prSet/>
      <dgm:spPr/>
      <dgm:t>
        <a:bodyPr/>
        <a:lstStyle/>
        <a:p>
          <a:endParaRPr lang="ru-RU"/>
        </a:p>
      </dgm:t>
    </dgm:pt>
    <dgm:pt modelId="{750D6A52-7F0A-4988-BC27-9F659897B723}">
      <dgm:prSet/>
      <dgm:spPr/>
      <dgm:t>
        <a:bodyPr/>
        <a:lstStyle/>
        <a:p>
          <a:endParaRPr lang="ru-RU"/>
        </a:p>
      </dgm:t>
    </dgm:pt>
    <dgm:pt modelId="{7B8D5328-5351-4DBF-8ABE-A35ABB6793F1}" type="parTrans" cxnId="{AD8575A2-F48A-4D28-8685-46EA64519BB2}">
      <dgm:prSet/>
      <dgm:spPr/>
      <dgm:t>
        <a:bodyPr/>
        <a:lstStyle/>
        <a:p>
          <a:endParaRPr lang="ru-RU"/>
        </a:p>
      </dgm:t>
    </dgm:pt>
    <dgm:pt modelId="{CEB161FB-389B-4B43-9B01-34FB435605BD}" type="sibTrans" cxnId="{AD8575A2-F48A-4D28-8685-46EA64519BB2}">
      <dgm:prSet/>
      <dgm:spPr/>
      <dgm:t>
        <a:bodyPr/>
        <a:lstStyle/>
        <a:p>
          <a:endParaRPr lang="ru-RU"/>
        </a:p>
      </dgm:t>
    </dgm:pt>
    <dgm:pt modelId="{D4981A48-B2C3-45BC-90BD-3AC7F4668385}">
      <dgm:prSet/>
      <dgm:spPr/>
      <dgm:t>
        <a:bodyPr/>
        <a:lstStyle/>
        <a:p>
          <a:endParaRPr lang="ru-RU"/>
        </a:p>
      </dgm:t>
    </dgm:pt>
    <dgm:pt modelId="{95A71725-C030-41B7-9946-CB900A05B8EA}" type="parTrans" cxnId="{4B07177D-6C5A-4CD1-94C1-7436BF3A7855}">
      <dgm:prSet/>
      <dgm:spPr/>
      <dgm:t>
        <a:bodyPr/>
        <a:lstStyle/>
        <a:p>
          <a:endParaRPr lang="ru-RU"/>
        </a:p>
      </dgm:t>
    </dgm:pt>
    <dgm:pt modelId="{8DFE9155-60DA-4257-9022-72C25EF7DE1F}" type="sibTrans" cxnId="{4B07177D-6C5A-4CD1-94C1-7436BF3A7855}">
      <dgm:prSet/>
      <dgm:spPr/>
      <dgm:t>
        <a:bodyPr/>
        <a:lstStyle/>
        <a:p>
          <a:endParaRPr lang="ru-RU"/>
        </a:p>
      </dgm:t>
    </dgm:pt>
    <dgm:pt modelId="{4CE56C23-EC10-42C5-8632-89BC47CBE193}">
      <dgm:prSet/>
      <dgm:spPr/>
      <dgm:t>
        <a:bodyPr/>
        <a:lstStyle/>
        <a:p>
          <a:endParaRPr lang="ru-RU"/>
        </a:p>
      </dgm:t>
    </dgm:pt>
    <dgm:pt modelId="{564A7CAF-9DF0-456A-B5FA-BC430BABC4D1}" type="parTrans" cxnId="{61978F36-0413-42A7-B160-AB85CA1DC709}">
      <dgm:prSet/>
      <dgm:spPr/>
      <dgm:t>
        <a:bodyPr/>
        <a:lstStyle/>
        <a:p>
          <a:endParaRPr lang="ru-RU"/>
        </a:p>
      </dgm:t>
    </dgm:pt>
    <dgm:pt modelId="{E9C709F9-9E23-4DD6-A20C-24F6EA7F9CAA}" type="sibTrans" cxnId="{61978F36-0413-42A7-B160-AB85CA1DC709}">
      <dgm:prSet/>
      <dgm:spPr/>
      <dgm:t>
        <a:bodyPr/>
        <a:lstStyle/>
        <a:p>
          <a:endParaRPr lang="ru-RU"/>
        </a:p>
      </dgm:t>
    </dgm:pt>
    <dgm:pt modelId="{B70B8E1A-E92A-43CF-97BC-80A920D06034}">
      <dgm:prSet/>
      <dgm:spPr/>
      <dgm:t>
        <a:bodyPr/>
        <a:lstStyle/>
        <a:p>
          <a:endParaRPr lang="ru-RU"/>
        </a:p>
      </dgm:t>
    </dgm:pt>
    <dgm:pt modelId="{CFA95237-6DD2-42D1-B779-E291FB6B515B}" type="parTrans" cxnId="{25618982-71F2-4F23-86D2-B4DD4E3567AE}">
      <dgm:prSet/>
      <dgm:spPr/>
      <dgm:t>
        <a:bodyPr/>
        <a:lstStyle/>
        <a:p>
          <a:endParaRPr lang="ru-RU"/>
        </a:p>
      </dgm:t>
    </dgm:pt>
    <dgm:pt modelId="{3765B00B-7659-442E-9995-960578B93C49}" type="sibTrans" cxnId="{25618982-71F2-4F23-86D2-B4DD4E3567AE}">
      <dgm:prSet/>
      <dgm:spPr/>
      <dgm:t>
        <a:bodyPr/>
        <a:lstStyle/>
        <a:p>
          <a:endParaRPr lang="ru-RU"/>
        </a:p>
      </dgm:t>
    </dgm:pt>
    <dgm:pt modelId="{7602CC2F-85FA-4C7D-9206-E21ED5F5D716}">
      <dgm:prSet/>
      <dgm:spPr/>
      <dgm:t>
        <a:bodyPr/>
        <a:lstStyle/>
        <a:p>
          <a:endParaRPr lang="ru-RU"/>
        </a:p>
      </dgm:t>
    </dgm:pt>
    <dgm:pt modelId="{1DA25B77-2AC5-4DC6-AE4D-34109FC300E0}" type="parTrans" cxnId="{0F8B6D8D-2F18-48C6-A250-B32223815C7F}">
      <dgm:prSet/>
      <dgm:spPr/>
      <dgm:t>
        <a:bodyPr/>
        <a:lstStyle/>
        <a:p>
          <a:endParaRPr lang="ru-RU"/>
        </a:p>
      </dgm:t>
    </dgm:pt>
    <dgm:pt modelId="{1F8C617C-328E-41BA-9218-0359D4943F4E}" type="sibTrans" cxnId="{0F8B6D8D-2F18-48C6-A250-B32223815C7F}">
      <dgm:prSet/>
      <dgm:spPr/>
      <dgm:t>
        <a:bodyPr/>
        <a:lstStyle/>
        <a:p>
          <a:endParaRPr lang="ru-RU"/>
        </a:p>
      </dgm:t>
    </dgm:pt>
    <dgm:pt modelId="{1CDFB25A-6D66-4373-A9D2-E9B63BA7071D}">
      <dgm:prSet/>
      <dgm:spPr/>
      <dgm:t>
        <a:bodyPr/>
        <a:lstStyle/>
        <a:p>
          <a:endParaRPr lang="ru-RU"/>
        </a:p>
      </dgm:t>
    </dgm:pt>
    <dgm:pt modelId="{A71C0EF6-9DF1-4AD4-A9CD-05AF41141627}" type="parTrans" cxnId="{81B12F09-95DF-4CD4-A263-D97B844FE355}">
      <dgm:prSet/>
      <dgm:spPr/>
      <dgm:t>
        <a:bodyPr/>
        <a:lstStyle/>
        <a:p>
          <a:endParaRPr lang="ru-RU"/>
        </a:p>
      </dgm:t>
    </dgm:pt>
    <dgm:pt modelId="{29138EED-4259-4227-8206-02FE95CDEF44}" type="sibTrans" cxnId="{81B12F09-95DF-4CD4-A263-D97B844FE355}">
      <dgm:prSet/>
      <dgm:spPr/>
      <dgm:t>
        <a:bodyPr/>
        <a:lstStyle/>
        <a:p>
          <a:endParaRPr lang="ru-RU"/>
        </a:p>
      </dgm:t>
    </dgm:pt>
    <dgm:pt modelId="{62D505AE-25B9-4594-8152-CF6CEF988468}">
      <dgm:prSet/>
      <dgm:spPr/>
      <dgm:t>
        <a:bodyPr/>
        <a:lstStyle/>
        <a:p>
          <a:endParaRPr lang="ru-RU"/>
        </a:p>
      </dgm:t>
    </dgm:pt>
    <dgm:pt modelId="{9643C484-EB83-4020-8599-E9B8F4AC1E40}" type="parTrans" cxnId="{1BB1AB2F-1444-44EA-912C-E0806FDB5FC0}">
      <dgm:prSet/>
      <dgm:spPr/>
      <dgm:t>
        <a:bodyPr/>
        <a:lstStyle/>
        <a:p>
          <a:endParaRPr lang="ru-RU"/>
        </a:p>
      </dgm:t>
    </dgm:pt>
    <dgm:pt modelId="{1AAADF8A-2D7A-4656-93E8-00985424B964}" type="sibTrans" cxnId="{1BB1AB2F-1444-44EA-912C-E0806FDB5FC0}">
      <dgm:prSet/>
      <dgm:spPr/>
      <dgm:t>
        <a:bodyPr/>
        <a:lstStyle/>
        <a:p>
          <a:endParaRPr lang="ru-RU"/>
        </a:p>
      </dgm:t>
    </dgm:pt>
    <dgm:pt modelId="{DBB2F0AC-C957-488D-AD09-4160BF593FAC}">
      <dgm:prSet/>
      <dgm:spPr/>
      <dgm:t>
        <a:bodyPr/>
        <a:lstStyle/>
        <a:p>
          <a:endParaRPr lang="ru-RU"/>
        </a:p>
      </dgm:t>
    </dgm:pt>
    <dgm:pt modelId="{593CA8C2-BFCE-4EE3-96DB-5E9CF5F2EA5C}" type="parTrans" cxnId="{9185EF9F-1F9C-4270-A36C-F5880EDA03BC}">
      <dgm:prSet/>
      <dgm:spPr/>
      <dgm:t>
        <a:bodyPr/>
        <a:lstStyle/>
        <a:p>
          <a:endParaRPr lang="ru-RU"/>
        </a:p>
      </dgm:t>
    </dgm:pt>
    <dgm:pt modelId="{FC2470C3-DC31-4D67-B571-1EC568FF374E}" type="sibTrans" cxnId="{9185EF9F-1F9C-4270-A36C-F5880EDA03BC}">
      <dgm:prSet/>
      <dgm:spPr/>
      <dgm:t>
        <a:bodyPr/>
        <a:lstStyle/>
        <a:p>
          <a:endParaRPr lang="ru-RU"/>
        </a:p>
      </dgm:t>
    </dgm:pt>
    <dgm:pt modelId="{24CBE57F-FE42-472A-A1E8-247B174827E5}" type="pres">
      <dgm:prSet presAssocID="{80A61B88-4B63-4CD9-9B83-9F40F827BBC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3DA2DFA-69D0-40CC-8DC3-1A1A58E059D5}" type="pres">
      <dgm:prSet presAssocID="{EBFE2A09-2983-4549-9778-93CAA8D8A5DA}" presName="hierRoot1" presStyleCnt="0"/>
      <dgm:spPr/>
    </dgm:pt>
    <dgm:pt modelId="{8EAC4FE0-D28C-4870-9AD3-17B86C52C2E9}" type="pres">
      <dgm:prSet presAssocID="{EBFE2A09-2983-4549-9778-93CAA8D8A5DA}" presName="composite" presStyleCnt="0"/>
      <dgm:spPr/>
    </dgm:pt>
    <dgm:pt modelId="{749E9118-8FE0-490D-8E64-1509EA5BE491}" type="pres">
      <dgm:prSet presAssocID="{EBFE2A09-2983-4549-9778-93CAA8D8A5DA}" presName="image" presStyleLbl="node0" presStyleIdx="0" presStyleCnt="1" custLinFactNeighborX="15860" custLinFactNeighborY="-864"/>
      <dgm:spPr/>
    </dgm:pt>
    <dgm:pt modelId="{EED6B418-7F2E-4758-832B-D8F9477D36EB}" type="pres">
      <dgm:prSet presAssocID="{EBFE2A09-2983-4549-9778-93CAA8D8A5DA}" presName="text" presStyleLbl="revTx" presStyleIdx="0" presStyleCnt="16" custScaleX="133342" custScaleY="58306" custLinFactNeighborX="33620" custLinFactNeighborY="3376">
        <dgm:presLayoutVars>
          <dgm:chPref val="3"/>
        </dgm:presLayoutVars>
      </dgm:prSet>
      <dgm:spPr/>
    </dgm:pt>
    <dgm:pt modelId="{B859BDA3-12DB-45D4-8B2B-9C47C9442D8D}" type="pres">
      <dgm:prSet presAssocID="{EBFE2A09-2983-4549-9778-93CAA8D8A5DA}" presName="hierChild2" presStyleCnt="0"/>
      <dgm:spPr/>
    </dgm:pt>
    <dgm:pt modelId="{F96DD89A-C8B5-4976-A2A4-5C1875C030D3}" type="pres">
      <dgm:prSet presAssocID="{99CCFA6D-74F9-44F0-922D-1704D21C836A}" presName="Name10" presStyleLbl="parChTrans1D2" presStyleIdx="0" presStyleCnt="3"/>
      <dgm:spPr/>
    </dgm:pt>
    <dgm:pt modelId="{8257495D-42DD-48DA-AEC7-01BAD1ECC9CE}" type="pres">
      <dgm:prSet presAssocID="{7E1405CD-9FBC-4DC2-9BA4-9672F33E20FC}" presName="hierRoot2" presStyleCnt="0"/>
      <dgm:spPr/>
    </dgm:pt>
    <dgm:pt modelId="{A6B699B6-E7E2-4A19-8763-EA81E98326BB}" type="pres">
      <dgm:prSet presAssocID="{7E1405CD-9FBC-4DC2-9BA4-9672F33E20FC}" presName="composite2" presStyleCnt="0"/>
      <dgm:spPr/>
    </dgm:pt>
    <dgm:pt modelId="{7DE8EAD2-9D2B-4B25-A420-4D1D85819D51}" type="pres">
      <dgm:prSet presAssocID="{7E1405CD-9FBC-4DC2-9BA4-9672F33E20FC}" presName="image2" presStyleLbl="node2" presStyleIdx="0" presStyleCnt="3"/>
      <dgm:spPr/>
    </dgm:pt>
    <dgm:pt modelId="{C2DC86A6-075C-483C-B2C1-A98A234EA371}" type="pres">
      <dgm:prSet presAssocID="{7E1405CD-9FBC-4DC2-9BA4-9672F33E20FC}" presName="text2" presStyleLbl="revTx" presStyleIdx="1" presStyleCnt="16">
        <dgm:presLayoutVars>
          <dgm:chPref val="3"/>
        </dgm:presLayoutVars>
      </dgm:prSet>
      <dgm:spPr/>
    </dgm:pt>
    <dgm:pt modelId="{92DDD45E-906A-45BD-9B85-CAE5538FA251}" type="pres">
      <dgm:prSet presAssocID="{7E1405CD-9FBC-4DC2-9BA4-9672F33E20FC}" presName="hierChild3" presStyleCnt="0"/>
      <dgm:spPr/>
    </dgm:pt>
    <dgm:pt modelId="{0E690FD6-1CFB-40CF-8A24-8D8EDD4B84E5}" type="pres">
      <dgm:prSet presAssocID="{1588EB82-839B-44AA-88BB-FB02F0229FC5}" presName="Name17" presStyleLbl="parChTrans1D3" presStyleIdx="0" presStyleCnt="6"/>
      <dgm:spPr/>
    </dgm:pt>
    <dgm:pt modelId="{1DB1B18B-DC7A-49A9-A424-D16E0477897A}" type="pres">
      <dgm:prSet presAssocID="{E3E9D959-F32E-4D58-BB5B-AD3BD94760F0}" presName="hierRoot3" presStyleCnt="0"/>
      <dgm:spPr/>
    </dgm:pt>
    <dgm:pt modelId="{18F49F90-1D12-4327-AD38-70E16B47FCC0}" type="pres">
      <dgm:prSet presAssocID="{E3E9D959-F32E-4D58-BB5B-AD3BD94760F0}" presName="composite3" presStyleCnt="0"/>
      <dgm:spPr/>
    </dgm:pt>
    <dgm:pt modelId="{8E08740A-ACE9-4ADF-AC38-1F6D8FF5F2A0}" type="pres">
      <dgm:prSet presAssocID="{E3E9D959-F32E-4D58-BB5B-AD3BD94760F0}" presName="image3" presStyleLbl="node3" presStyleIdx="0" presStyleCnt="6"/>
      <dgm:spPr/>
    </dgm:pt>
    <dgm:pt modelId="{A5FB6577-6AC4-47C2-84F4-C21480AF3091}" type="pres">
      <dgm:prSet presAssocID="{E3E9D959-F32E-4D58-BB5B-AD3BD94760F0}" presName="text3" presStyleLbl="revTx" presStyleIdx="2" presStyleCnt="16">
        <dgm:presLayoutVars>
          <dgm:chPref val="3"/>
        </dgm:presLayoutVars>
      </dgm:prSet>
      <dgm:spPr/>
    </dgm:pt>
    <dgm:pt modelId="{8409E2AA-6889-4D3E-882A-591A9258CD97}" type="pres">
      <dgm:prSet presAssocID="{E3E9D959-F32E-4D58-BB5B-AD3BD94760F0}" presName="hierChild4" presStyleCnt="0"/>
      <dgm:spPr/>
    </dgm:pt>
    <dgm:pt modelId="{F8373A36-218C-40FB-A674-2A47B06B5221}" type="pres">
      <dgm:prSet presAssocID="{CFA95237-6DD2-42D1-B779-E291FB6B515B}" presName="Name23" presStyleLbl="parChTrans1D4" presStyleIdx="0" presStyleCnt="6"/>
      <dgm:spPr/>
    </dgm:pt>
    <dgm:pt modelId="{420EF367-8ABB-4BF4-9299-9C083E774816}" type="pres">
      <dgm:prSet presAssocID="{B70B8E1A-E92A-43CF-97BC-80A920D06034}" presName="hierRoot4" presStyleCnt="0"/>
      <dgm:spPr/>
    </dgm:pt>
    <dgm:pt modelId="{D0D4E06F-0CF3-4726-864E-694B18B698D0}" type="pres">
      <dgm:prSet presAssocID="{B70B8E1A-E92A-43CF-97BC-80A920D06034}" presName="composite4" presStyleCnt="0"/>
      <dgm:spPr/>
    </dgm:pt>
    <dgm:pt modelId="{329964B8-F879-4271-82DF-0B62F04D2E21}" type="pres">
      <dgm:prSet presAssocID="{B70B8E1A-E92A-43CF-97BC-80A920D06034}" presName="image4" presStyleLbl="node4" presStyleIdx="0" presStyleCnt="6"/>
      <dgm:spPr/>
    </dgm:pt>
    <dgm:pt modelId="{3F748BAB-4FFF-4EFD-B1CF-22956BFC67BA}" type="pres">
      <dgm:prSet presAssocID="{B70B8E1A-E92A-43CF-97BC-80A920D06034}" presName="text4" presStyleLbl="revTx" presStyleIdx="3" presStyleCnt="16">
        <dgm:presLayoutVars>
          <dgm:chPref val="3"/>
        </dgm:presLayoutVars>
      </dgm:prSet>
      <dgm:spPr/>
    </dgm:pt>
    <dgm:pt modelId="{231A264D-F118-48C5-8C1B-3ACB428B7362}" type="pres">
      <dgm:prSet presAssocID="{B70B8E1A-E92A-43CF-97BC-80A920D06034}" presName="hierChild5" presStyleCnt="0"/>
      <dgm:spPr/>
    </dgm:pt>
    <dgm:pt modelId="{BA9EC803-4DEA-4EFD-9CE2-E7905B6B3FE8}" type="pres">
      <dgm:prSet presAssocID="{F46228D5-29E7-4B7D-ACA9-5C733A2B1B09}" presName="Name17" presStyleLbl="parChTrans1D3" presStyleIdx="1" presStyleCnt="6"/>
      <dgm:spPr/>
    </dgm:pt>
    <dgm:pt modelId="{FB1E3117-606D-4679-BB27-19B6D9CF0545}" type="pres">
      <dgm:prSet presAssocID="{47115CE7-7681-4538-8D54-AFAE324FF909}" presName="hierRoot3" presStyleCnt="0"/>
      <dgm:spPr/>
    </dgm:pt>
    <dgm:pt modelId="{68DC996C-5651-49A1-BB8C-B30E6BE79D11}" type="pres">
      <dgm:prSet presAssocID="{47115CE7-7681-4538-8D54-AFAE324FF909}" presName="composite3" presStyleCnt="0"/>
      <dgm:spPr/>
    </dgm:pt>
    <dgm:pt modelId="{08AAAF30-A45A-4BDB-8C6F-937939875675}" type="pres">
      <dgm:prSet presAssocID="{47115CE7-7681-4538-8D54-AFAE324FF909}" presName="image3" presStyleLbl="node3" presStyleIdx="1" presStyleCnt="6"/>
      <dgm:spPr/>
    </dgm:pt>
    <dgm:pt modelId="{5B769DB7-7CC8-40D7-B014-8D7F5F2CB90E}" type="pres">
      <dgm:prSet presAssocID="{47115CE7-7681-4538-8D54-AFAE324FF909}" presName="text3" presStyleLbl="revTx" presStyleIdx="4" presStyleCnt="16">
        <dgm:presLayoutVars>
          <dgm:chPref val="3"/>
        </dgm:presLayoutVars>
      </dgm:prSet>
      <dgm:spPr/>
    </dgm:pt>
    <dgm:pt modelId="{B543FB28-68F7-4DE3-9AEB-AE58FBB217A8}" type="pres">
      <dgm:prSet presAssocID="{47115CE7-7681-4538-8D54-AFAE324FF909}" presName="hierChild4" presStyleCnt="0"/>
      <dgm:spPr/>
    </dgm:pt>
    <dgm:pt modelId="{E5AE977D-10AD-421D-A419-E8B0B7AF9CB6}" type="pres">
      <dgm:prSet presAssocID="{564A7CAF-9DF0-456A-B5FA-BC430BABC4D1}" presName="Name23" presStyleLbl="parChTrans1D4" presStyleIdx="1" presStyleCnt="6"/>
      <dgm:spPr/>
    </dgm:pt>
    <dgm:pt modelId="{3109B0A9-9984-4EE1-B684-763D14024C4C}" type="pres">
      <dgm:prSet presAssocID="{4CE56C23-EC10-42C5-8632-89BC47CBE193}" presName="hierRoot4" presStyleCnt="0"/>
      <dgm:spPr/>
    </dgm:pt>
    <dgm:pt modelId="{D6836355-ACBE-499A-9BEB-34255FF584AE}" type="pres">
      <dgm:prSet presAssocID="{4CE56C23-EC10-42C5-8632-89BC47CBE193}" presName="composite4" presStyleCnt="0"/>
      <dgm:spPr/>
    </dgm:pt>
    <dgm:pt modelId="{DE85BA8B-1681-44A1-BFE3-71EBF0CF2CCD}" type="pres">
      <dgm:prSet presAssocID="{4CE56C23-EC10-42C5-8632-89BC47CBE193}" presName="image4" presStyleLbl="node4" presStyleIdx="1" presStyleCnt="6"/>
      <dgm:spPr/>
    </dgm:pt>
    <dgm:pt modelId="{0CB4003B-4EB6-4003-8754-006EEEDEC6F6}" type="pres">
      <dgm:prSet presAssocID="{4CE56C23-EC10-42C5-8632-89BC47CBE193}" presName="text4" presStyleLbl="revTx" presStyleIdx="5" presStyleCnt="16">
        <dgm:presLayoutVars>
          <dgm:chPref val="3"/>
        </dgm:presLayoutVars>
      </dgm:prSet>
      <dgm:spPr/>
    </dgm:pt>
    <dgm:pt modelId="{75A69B52-4C19-411D-8449-A080B7D5A700}" type="pres">
      <dgm:prSet presAssocID="{4CE56C23-EC10-42C5-8632-89BC47CBE193}" presName="hierChild5" presStyleCnt="0"/>
      <dgm:spPr/>
    </dgm:pt>
    <dgm:pt modelId="{00EDDF60-040F-4F8B-9BDA-1EC610D15A78}" type="pres">
      <dgm:prSet presAssocID="{E1E9A403-73A1-445B-9963-28553F7A3905}" presName="Name10" presStyleLbl="parChTrans1D2" presStyleIdx="1" presStyleCnt="3"/>
      <dgm:spPr/>
    </dgm:pt>
    <dgm:pt modelId="{FBCC068D-CD08-421B-BB56-57645FF521C2}" type="pres">
      <dgm:prSet presAssocID="{0BC1CFFE-3E2F-4831-B734-756A9C38BB5E}" presName="hierRoot2" presStyleCnt="0"/>
      <dgm:spPr/>
    </dgm:pt>
    <dgm:pt modelId="{86BC6AFE-261C-472C-8159-D73827371D92}" type="pres">
      <dgm:prSet presAssocID="{0BC1CFFE-3E2F-4831-B734-756A9C38BB5E}" presName="composite2" presStyleCnt="0"/>
      <dgm:spPr/>
    </dgm:pt>
    <dgm:pt modelId="{2F521E0B-71D1-4C25-A063-63D5561FBFC9}" type="pres">
      <dgm:prSet presAssocID="{0BC1CFFE-3E2F-4831-B734-756A9C38BB5E}" presName="image2" presStyleLbl="node2" presStyleIdx="1" presStyleCnt="3"/>
      <dgm:spPr/>
    </dgm:pt>
    <dgm:pt modelId="{453085C8-BF73-48E9-9EBA-02045E24E890}" type="pres">
      <dgm:prSet presAssocID="{0BC1CFFE-3E2F-4831-B734-756A9C38BB5E}" presName="text2" presStyleLbl="revTx" presStyleIdx="6" presStyleCnt="16">
        <dgm:presLayoutVars>
          <dgm:chPref val="3"/>
        </dgm:presLayoutVars>
      </dgm:prSet>
      <dgm:spPr/>
    </dgm:pt>
    <dgm:pt modelId="{CC3771D0-B29D-492C-BB45-5374FEDB8EC3}" type="pres">
      <dgm:prSet presAssocID="{0BC1CFFE-3E2F-4831-B734-756A9C38BB5E}" presName="hierChild3" presStyleCnt="0"/>
      <dgm:spPr/>
    </dgm:pt>
    <dgm:pt modelId="{C94CA8CC-F54C-4523-B66A-46875DDEB2B5}" type="pres">
      <dgm:prSet presAssocID="{C8C235CA-0247-40D2-A02E-C2C4423796F9}" presName="Name17" presStyleLbl="parChTrans1D3" presStyleIdx="2" presStyleCnt="6"/>
      <dgm:spPr/>
    </dgm:pt>
    <dgm:pt modelId="{A4DCD14C-267F-431D-92E7-EF3D36BE7035}" type="pres">
      <dgm:prSet presAssocID="{0EE27461-A7EC-46FA-85DB-311467944CBD}" presName="hierRoot3" presStyleCnt="0"/>
      <dgm:spPr/>
    </dgm:pt>
    <dgm:pt modelId="{EB44E9B7-A705-4A8A-8125-91F2F5BAE40F}" type="pres">
      <dgm:prSet presAssocID="{0EE27461-A7EC-46FA-85DB-311467944CBD}" presName="composite3" presStyleCnt="0"/>
      <dgm:spPr/>
    </dgm:pt>
    <dgm:pt modelId="{4E9F4ECD-5D6E-46D0-95EB-69D943D11FD3}" type="pres">
      <dgm:prSet presAssocID="{0EE27461-A7EC-46FA-85DB-311467944CBD}" presName="image3" presStyleLbl="node3" presStyleIdx="2" presStyleCnt="6"/>
      <dgm:spPr/>
    </dgm:pt>
    <dgm:pt modelId="{EA13E7C2-E9EA-4052-8238-2D9C734DC371}" type="pres">
      <dgm:prSet presAssocID="{0EE27461-A7EC-46FA-85DB-311467944CBD}" presName="text3" presStyleLbl="revTx" presStyleIdx="7" presStyleCnt="16" custLinFactNeighborX="865" custLinFactNeighborY="13343">
        <dgm:presLayoutVars>
          <dgm:chPref val="3"/>
        </dgm:presLayoutVars>
      </dgm:prSet>
      <dgm:spPr/>
    </dgm:pt>
    <dgm:pt modelId="{F3CBF788-84D5-4D53-BAF3-3844EAAD1B96}" type="pres">
      <dgm:prSet presAssocID="{0EE27461-A7EC-46FA-85DB-311467944CBD}" presName="hierChild4" presStyleCnt="0"/>
      <dgm:spPr/>
    </dgm:pt>
    <dgm:pt modelId="{910C396D-0CE3-446E-A4AD-2F8E480471D0}" type="pres">
      <dgm:prSet presAssocID="{1DA25B77-2AC5-4DC6-AE4D-34109FC300E0}" presName="Name23" presStyleLbl="parChTrans1D4" presStyleIdx="2" presStyleCnt="6"/>
      <dgm:spPr/>
    </dgm:pt>
    <dgm:pt modelId="{DD492349-3BC0-423A-8760-52FB61B2728F}" type="pres">
      <dgm:prSet presAssocID="{7602CC2F-85FA-4C7D-9206-E21ED5F5D716}" presName="hierRoot4" presStyleCnt="0"/>
      <dgm:spPr/>
    </dgm:pt>
    <dgm:pt modelId="{2A3E72E5-AA2A-41C8-A190-EA2D25702D34}" type="pres">
      <dgm:prSet presAssocID="{7602CC2F-85FA-4C7D-9206-E21ED5F5D716}" presName="composite4" presStyleCnt="0"/>
      <dgm:spPr/>
    </dgm:pt>
    <dgm:pt modelId="{C746EE18-02D7-47A8-8435-D14896E9D417}" type="pres">
      <dgm:prSet presAssocID="{7602CC2F-85FA-4C7D-9206-E21ED5F5D716}" presName="image4" presStyleLbl="node4" presStyleIdx="2" presStyleCnt="6"/>
      <dgm:spPr/>
    </dgm:pt>
    <dgm:pt modelId="{382FBA4E-20FE-4989-9DE1-E0C04740AA74}" type="pres">
      <dgm:prSet presAssocID="{7602CC2F-85FA-4C7D-9206-E21ED5F5D716}" presName="text4" presStyleLbl="revTx" presStyleIdx="8" presStyleCnt="16">
        <dgm:presLayoutVars>
          <dgm:chPref val="3"/>
        </dgm:presLayoutVars>
      </dgm:prSet>
      <dgm:spPr/>
    </dgm:pt>
    <dgm:pt modelId="{F6B8580F-CDE7-4F0D-8A2B-05B78E8DF089}" type="pres">
      <dgm:prSet presAssocID="{7602CC2F-85FA-4C7D-9206-E21ED5F5D716}" presName="hierChild5" presStyleCnt="0"/>
      <dgm:spPr/>
    </dgm:pt>
    <dgm:pt modelId="{B8BF6428-C0DA-4AF4-8EA6-E1833B8759E7}" type="pres">
      <dgm:prSet presAssocID="{278871B1-BEFD-4B35-81EB-1D0275E7FE09}" presName="Name17" presStyleLbl="parChTrans1D3" presStyleIdx="3" presStyleCnt="6"/>
      <dgm:spPr/>
    </dgm:pt>
    <dgm:pt modelId="{A6C21A9D-A0BE-4DD5-A6AF-5C7C6F0B5166}" type="pres">
      <dgm:prSet presAssocID="{F6EA6C77-2217-4D3E-BE1B-C0420B77C730}" presName="hierRoot3" presStyleCnt="0"/>
      <dgm:spPr/>
    </dgm:pt>
    <dgm:pt modelId="{B67055C1-8FDC-41CE-9C27-13B79CC93781}" type="pres">
      <dgm:prSet presAssocID="{F6EA6C77-2217-4D3E-BE1B-C0420B77C730}" presName="composite3" presStyleCnt="0"/>
      <dgm:spPr/>
    </dgm:pt>
    <dgm:pt modelId="{D79E062F-5398-4F0A-A448-A5C48C4F0857}" type="pres">
      <dgm:prSet presAssocID="{F6EA6C77-2217-4D3E-BE1B-C0420B77C730}" presName="image3" presStyleLbl="node3" presStyleIdx="3" presStyleCnt="6"/>
      <dgm:spPr/>
    </dgm:pt>
    <dgm:pt modelId="{CFAEED46-3158-4900-8090-8F268222F669}" type="pres">
      <dgm:prSet presAssocID="{F6EA6C77-2217-4D3E-BE1B-C0420B77C730}" presName="text3" presStyleLbl="revTx" presStyleIdx="9" presStyleCnt="16">
        <dgm:presLayoutVars>
          <dgm:chPref val="3"/>
        </dgm:presLayoutVars>
      </dgm:prSet>
      <dgm:spPr/>
    </dgm:pt>
    <dgm:pt modelId="{55BEF097-7BC6-4E92-B6F9-541B19C11DFD}" type="pres">
      <dgm:prSet presAssocID="{F6EA6C77-2217-4D3E-BE1B-C0420B77C730}" presName="hierChild4" presStyleCnt="0"/>
      <dgm:spPr/>
    </dgm:pt>
    <dgm:pt modelId="{3629F2EF-7D71-451D-847A-234FC9C7CFC9}" type="pres">
      <dgm:prSet presAssocID="{A71C0EF6-9DF1-4AD4-A9CD-05AF41141627}" presName="Name23" presStyleLbl="parChTrans1D4" presStyleIdx="3" presStyleCnt="6"/>
      <dgm:spPr/>
    </dgm:pt>
    <dgm:pt modelId="{AF891E4D-75FA-4B5C-A32E-91254D5584E1}" type="pres">
      <dgm:prSet presAssocID="{1CDFB25A-6D66-4373-A9D2-E9B63BA7071D}" presName="hierRoot4" presStyleCnt="0"/>
      <dgm:spPr/>
    </dgm:pt>
    <dgm:pt modelId="{30FB2C7B-983F-4616-91CF-38C8B53BF3FA}" type="pres">
      <dgm:prSet presAssocID="{1CDFB25A-6D66-4373-A9D2-E9B63BA7071D}" presName="composite4" presStyleCnt="0"/>
      <dgm:spPr/>
    </dgm:pt>
    <dgm:pt modelId="{524CF180-7B83-431D-A9F1-95A01E7D3F49}" type="pres">
      <dgm:prSet presAssocID="{1CDFB25A-6D66-4373-A9D2-E9B63BA7071D}" presName="image4" presStyleLbl="node4" presStyleIdx="3" presStyleCnt="6"/>
      <dgm:spPr>
        <a:prstGeom prst="mathMultiply">
          <a:avLst/>
        </a:prstGeom>
      </dgm:spPr>
    </dgm:pt>
    <dgm:pt modelId="{7411E51F-C64F-4486-A600-85E8B3E31E64}" type="pres">
      <dgm:prSet presAssocID="{1CDFB25A-6D66-4373-A9D2-E9B63BA7071D}" presName="text4" presStyleLbl="revTx" presStyleIdx="10" presStyleCnt="16">
        <dgm:presLayoutVars>
          <dgm:chPref val="3"/>
        </dgm:presLayoutVars>
      </dgm:prSet>
      <dgm:spPr/>
    </dgm:pt>
    <dgm:pt modelId="{F916CDD3-A88C-445E-A304-9C3ECDABF3FF}" type="pres">
      <dgm:prSet presAssocID="{1CDFB25A-6D66-4373-A9D2-E9B63BA7071D}" presName="hierChild5" presStyleCnt="0"/>
      <dgm:spPr/>
    </dgm:pt>
    <dgm:pt modelId="{67B41B49-5058-442C-B7E0-CD4AB78A2E2F}" type="pres">
      <dgm:prSet presAssocID="{3F46DD5C-2EC9-481B-ACA6-B1002783E8B9}" presName="Name10" presStyleLbl="parChTrans1D2" presStyleIdx="2" presStyleCnt="3"/>
      <dgm:spPr/>
    </dgm:pt>
    <dgm:pt modelId="{256F18DF-CE44-44F7-9CBC-DCD20B87B72A}" type="pres">
      <dgm:prSet presAssocID="{A2281CB1-22D0-42E6-BB7F-632C37E2C25E}" presName="hierRoot2" presStyleCnt="0"/>
      <dgm:spPr/>
    </dgm:pt>
    <dgm:pt modelId="{CA84DB38-FB7F-4C66-9D51-5B0F1BD29ED0}" type="pres">
      <dgm:prSet presAssocID="{A2281CB1-22D0-42E6-BB7F-632C37E2C25E}" presName="composite2" presStyleCnt="0"/>
      <dgm:spPr/>
    </dgm:pt>
    <dgm:pt modelId="{82F2788D-6E13-423F-907F-3D260894041F}" type="pres">
      <dgm:prSet presAssocID="{A2281CB1-22D0-42E6-BB7F-632C37E2C25E}" presName="image2" presStyleLbl="node2" presStyleIdx="2" presStyleCnt="3"/>
      <dgm:spPr/>
    </dgm:pt>
    <dgm:pt modelId="{1F171F5C-50AD-4488-B5A3-287F39929F1A}" type="pres">
      <dgm:prSet presAssocID="{A2281CB1-22D0-42E6-BB7F-632C37E2C25E}" presName="text2" presStyleLbl="revTx" presStyleIdx="11" presStyleCnt="16">
        <dgm:presLayoutVars>
          <dgm:chPref val="3"/>
        </dgm:presLayoutVars>
      </dgm:prSet>
      <dgm:spPr/>
    </dgm:pt>
    <dgm:pt modelId="{1DB84455-9DE1-43BD-8B1E-A598C1910DFC}" type="pres">
      <dgm:prSet presAssocID="{A2281CB1-22D0-42E6-BB7F-632C37E2C25E}" presName="hierChild3" presStyleCnt="0"/>
      <dgm:spPr/>
    </dgm:pt>
    <dgm:pt modelId="{3A44B83B-A02A-42B2-9B5A-686EFDE2628E}" type="pres">
      <dgm:prSet presAssocID="{7B8D5328-5351-4DBF-8ABE-A35ABB6793F1}" presName="Name17" presStyleLbl="parChTrans1D3" presStyleIdx="4" presStyleCnt="6"/>
      <dgm:spPr/>
    </dgm:pt>
    <dgm:pt modelId="{052420C3-B054-4518-8F29-7CB84CAC4714}" type="pres">
      <dgm:prSet presAssocID="{750D6A52-7F0A-4988-BC27-9F659897B723}" presName="hierRoot3" presStyleCnt="0"/>
      <dgm:spPr/>
    </dgm:pt>
    <dgm:pt modelId="{C7FBE93D-5945-4DC1-B7F4-6ADB31CAAD82}" type="pres">
      <dgm:prSet presAssocID="{750D6A52-7F0A-4988-BC27-9F659897B723}" presName="composite3" presStyleCnt="0"/>
      <dgm:spPr/>
    </dgm:pt>
    <dgm:pt modelId="{041B3700-2A5E-4B9D-A633-732B5884F379}" type="pres">
      <dgm:prSet presAssocID="{750D6A52-7F0A-4988-BC27-9F659897B723}" presName="image3" presStyleLbl="node3" presStyleIdx="4" presStyleCnt="6"/>
      <dgm:spPr/>
    </dgm:pt>
    <dgm:pt modelId="{107B5CCC-5966-43FE-8731-3C7568A67476}" type="pres">
      <dgm:prSet presAssocID="{750D6A52-7F0A-4988-BC27-9F659897B723}" presName="text3" presStyleLbl="revTx" presStyleIdx="12" presStyleCnt="16">
        <dgm:presLayoutVars>
          <dgm:chPref val="3"/>
        </dgm:presLayoutVars>
      </dgm:prSet>
      <dgm:spPr/>
    </dgm:pt>
    <dgm:pt modelId="{9433E7F5-1613-4057-B00C-B9A97EADC182}" type="pres">
      <dgm:prSet presAssocID="{750D6A52-7F0A-4988-BC27-9F659897B723}" presName="hierChild4" presStyleCnt="0"/>
      <dgm:spPr/>
    </dgm:pt>
    <dgm:pt modelId="{31A2B9B0-69B8-49DD-8737-55F6BE42716A}" type="pres">
      <dgm:prSet presAssocID="{9643C484-EB83-4020-8599-E9B8F4AC1E40}" presName="Name23" presStyleLbl="parChTrans1D4" presStyleIdx="4" presStyleCnt="6"/>
      <dgm:spPr/>
    </dgm:pt>
    <dgm:pt modelId="{5A57982F-CEF2-412D-9805-408E6AF8A573}" type="pres">
      <dgm:prSet presAssocID="{62D505AE-25B9-4594-8152-CF6CEF988468}" presName="hierRoot4" presStyleCnt="0"/>
      <dgm:spPr/>
    </dgm:pt>
    <dgm:pt modelId="{59E79E15-49D0-40E1-A4BB-CC230CA63D61}" type="pres">
      <dgm:prSet presAssocID="{62D505AE-25B9-4594-8152-CF6CEF988468}" presName="composite4" presStyleCnt="0"/>
      <dgm:spPr/>
    </dgm:pt>
    <dgm:pt modelId="{579261AF-40EC-4B84-8F47-A1903BEF9773}" type="pres">
      <dgm:prSet presAssocID="{62D505AE-25B9-4594-8152-CF6CEF988468}" presName="image4" presStyleLbl="node4" presStyleIdx="4" presStyleCnt="6"/>
      <dgm:spPr>
        <a:prstGeom prst="mathMultiply">
          <a:avLst/>
        </a:prstGeom>
      </dgm:spPr>
    </dgm:pt>
    <dgm:pt modelId="{ADE9B185-162D-4B49-85E4-C9332583AB35}" type="pres">
      <dgm:prSet presAssocID="{62D505AE-25B9-4594-8152-CF6CEF988468}" presName="text4" presStyleLbl="revTx" presStyleIdx="13" presStyleCnt="16">
        <dgm:presLayoutVars>
          <dgm:chPref val="3"/>
        </dgm:presLayoutVars>
      </dgm:prSet>
      <dgm:spPr/>
    </dgm:pt>
    <dgm:pt modelId="{42375117-5637-4A8E-BA81-79E4525E19B9}" type="pres">
      <dgm:prSet presAssocID="{62D505AE-25B9-4594-8152-CF6CEF988468}" presName="hierChild5" presStyleCnt="0"/>
      <dgm:spPr/>
    </dgm:pt>
    <dgm:pt modelId="{23F4BB7C-F72D-4829-8315-555FDF5F4D6F}" type="pres">
      <dgm:prSet presAssocID="{95A71725-C030-41B7-9946-CB900A05B8EA}" presName="Name17" presStyleLbl="parChTrans1D3" presStyleIdx="5" presStyleCnt="6"/>
      <dgm:spPr/>
    </dgm:pt>
    <dgm:pt modelId="{33689D66-5768-4757-9C91-5C0CF723730F}" type="pres">
      <dgm:prSet presAssocID="{D4981A48-B2C3-45BC-90BD-3AC7F4668385}" presName="hierRoot3" presStyleCnt="0"/>
      <dgm:spPr/>
    </dgm:pt>
    <dgm:pt modelId="{03A93520-16DA-4C0C-91D8-BBCDDF988C1F}" type="pres">
      <dgm:prSet presAssocID="{D4981A48-B2C3-45BC-90BD-3AC7F4668385}" presName="composite3" presStyleCnt="0"/>
      <dgm:spPr/>
    </dgm:pt>
    <dgm:pt modelId="{5BC55C57-E100-4F40-B211-4FE6F3D36D5F}" type="pres">
      <dgm:prSet presAssocID="{D4981A48-B2C3-45BC-90BD-3AC7F4668385}" presName="image3" presStyleLbl="node3" presStyleIdx="5" presStyleCnt="6"/>
      <dgm:spPr/>
    </dgm:pt>
    <dgm:pt modelId="{FDA84F20-5D55-4347-977F-FA601A52D9A5}" type="pres">
      <dgm:prSet presAssocID="{D4981A48-B2C3-45BC-90BD-3AC7F4668385}" presName="text3" presStyleLbl="revTx" presStyleIdx="14" presStyleCnt="16">
        <dgm:presLayoutVars>
          <dgm:chPref val="3"/>
        </dgm:presLayoutVars>
      </dgm:prSet>
      <dgm:spPr/>
    </dgm:pt>
    <dgm:pt modelId="{F121613D-D65D-4381-8D85-1C4D24C1C635}" type="pres">
      <dgm:prSet presAssocID="{D4981A48-B2C3-45BC-90BD-3AC7F4668385}" presName="hierChild4" presStyleCnt="0"/>
      <dgm:spPr/>
    </dgm:pt>
    <dgm:pt modelId="{7E35A0D7-0556-4DAE-B374-6001EFFBD975}" type="pres">
      <dgm:prSet presAssocID="{593CA8C2-BFCE-4EE3-96DB-5E9CF5F2EA5C}" presName="Name23" presStyleLbl="parChTrans1D4" presStyleIdx="5" presStyleCnt="6"/>
      <dgm:spPr/>
    </dgm:pt>
    <dgm:pt modelId="{DA955808-B4B3-4069-8C8B-D14BF036050F}" type="pres">
      <dgm:prSet presAssocID="{DBB2F0AC-C957-488D-AD09-4160BF593FAC}" presName="hierRoot4" presStyleCnt="0"/>
      <dgm:spPr/>
    </dgm:pt>
    <dgm:pt modelId="{9F2B02FF-BA2E-4E6E-B732-1EDDEB034AF6}" type="pres">
      <dgm:prSet presAssocID="{DBB2F0AC-C957-488D-AD09-4160BF593FAC}" presName="composite4" presStyleCnt="0"/>
      <dgm:spPr/>
    </dgm:pt>
    <dgm:pt modelId="{150FD50D-93D3-4127-BF4F-A2F4227B8D58}" type="pres">
      <dgm:prSet presAssocID="{DBB2F0AC-C957-488D-AD09-4160BF593FAC}" presName="image4" presStyleLbl="node4" presStyleIdx="5" presStyleCnt="6"/>
      <dgm:spPr/>
    </dgm:pt>
    <dgm:pt modelId="{B7B70EBB-6B05-4611-B763-C182968EF533}" type="pres">
      <dgm:prSet presAssocID="{DBB2F0AC-C957-488D-AD09-4160BF593FAC}" presName="text4" presStyleLbl="revTx" presStyleIdx="15" presStyleCnt="16">
        <dgm:presLayoutVars>
          <dgm:chPref val="3"/>
        </dgm:presLayoutVars>
      </dgm:prSet>
      <dgm:spPr/>
    </dgm:pt>
    <dgm:pt modelId="{5323AAD8-C5A2-4046-943C-F802128E469E}" type="pres">
      <dgm:prSet presAssocID="{DBB2F0AC-C957-488D-AD09-4160BF593FAC}" presName="hierChild5" presStyleCnt="0"/>
      <dgm:spPr/>
    </dgm:pt>
  </dgm:ptLst>
  <dgm:cxnLst>
    <dgm:cxn modelId="{A04EF703-C10D-41F7-9CB2-B3ABED0A0DEC}" type="presOf" srcId="{EBFE2A09-2983-4549-9778-93CAA8D8A5DA}" destId="{EED6B418-7F2E-4758-832B-D8F9477D36EB}" srcOrd="0" destOrd="0" presId="urn:microsoft.com/office/officeart/2009/layout/CirclePictureHierarchy"/>
    <dgm:cxn modelId="{81B12F09-95DF-4CD4-A263-D97B844FE355}" srcId="{F6EA6C77-2217-4D3E-BE1B-C0420B77C730}" destId="{1CDFB25A-6D66-4373-A9D2-E9B63BA7071D}" srcOrd="0" destOrd="0" parTransId="{A71C0EF6-9DF1-4AD4-A9CD-05AF41141627}" sibTransId="{29138EED-4259-4227-8206-02FE95CDEF44}"/>
    <dgm:cxn modelId="{ADF9EA13-D65A-4141-9D62-18DBB4250929}" type="presOf" srcId="{9643C484-EB83-4020-8599-E9B8F4AC1E40}" destId="{31A2B9B0-69B8-49DD-8737-55F6BE42716A}" srcOrd="0" destOrd="0" presId="urn:microsoft.com/office/officeart/2009/layout/CirclePictureHierarchy"/>
    <dgm:cxn modelId="{FB9DBB1C-3297-43A4-AAA5-E42F2D62660B}" type="presOf" srcId="{80A61B88-4B63-4CD9-9B83-9F40F827BBCC}" destId="{24CBE57F-FE42-472A-A1E8-247B174827E5}" srcOrd="0" destOrd="0" presId="urn:microsoft.com/office/officeart/2009/layout/CirclePictureHierarchy"/>
    <dgm:cxn modelId="{BC878F1D-FC7A-476B-B84A-59823000865C}" type="presOf" srcId="{47115CE7-7681-4538-8D54-AFAE324FF909}" destId="{5B769DB7-7CC8-40D7-B014-8D7F5F2CB90E}" srcOrd="0" destOrd="0" presId="urn:microsoft.com/office/officeart/2009/layout/CirclePictureHierarchy"/>
    <dgm:cxn modelId="{143B941D-CB3E-4B4A-85A6-FE9461665405}" type="presOf" srcId="{C8C235CA-0247-40D2-A02E-C2C4423796F9}" destId="{C94CA8CC-F54C-4523-B66A-46875DDEB2B5}" srcOrd="0" destOrd="0" presId="urn:microsoft.com/office/officeart/2009/layout/CirclePictureHierarchy"/>
    <dgm:cxn modelId="{1BB1AB2F-1444-44EA-912C-E0806FDB5FC0}" srcId="{750D6A52-7F0A-4988-BC27-9F659897B723}" destId="{62D505AE-25B9-4594-8152-CF6CEF988468}" srcOrd="0" destOrd="0" parTransId="{9643C484-EB83-4020-8599-E9B8F4AC1E40}" sibTransId="{1AAADF8A-2D7A-4656-93E8-00985424B964}"/>
    <dgm:cxn modelId="{61978F36-0413-42A7-B160-AB85CA1DC709}" srcId="{47115CE7-7681-4538-8D54-AFAE324FF909}" destId="{4CE56C23-EC10-42C5-8632-89BC47CBE193}" srcOrd="0" destOrd="0" parTransId="{564A7CAF-9DF0-456A-B5FA-BC430BABC4D1}" sibTransId="{E9C709F9-9E23-4DD6-A20C-24F6EA7F9CAA}"/>
    <dgm:cxn modelId="{75A42839-6227-4D68-A415-F76F5412D7F1}" type="presOf" srcId="{99CCFA6D-74F9-44F0-922D-1704D21C836A}" destId="{F96DD89A-C8B5-4976-A2A4-5C1875C030D3}" srcOrd="0" destOrd="0" presId="urn:microsoft.com/office/officeart/2009/layout/CirclePictureHierarchy"/>
    <dgm:cxn modelId="{30C32D60-F5C1-4C35-AA18-6946DBAC7A22}" type="presOf" srcId="{F6EA6C77-2217-4D3E-BE1B-C0420B77C730}" destId="{CFAEED46-3158-4900-8090-8F268222F669}" srcOrd="0" destOrd="0" presId="urn:microsoft.com/office/officeart/2009/layout/CirclePictureHierarchy"/>
    <dgm:cxn modelId="{3A58C243-4A6C-49C2-BB18-C0B68FBFDC1F}" srcId="{0BC1CFFE-3E2F-4831-B734-756A9C38BB5E}" destId="{0EE27461-A7EC-46FA-85DB-311467944CBD}" srcOrd="0" destOrd="0" parTransId="{C8C235CA-0247-40D2-A02E-C2C4423796F9}" sibTransId="{A823DEE4-6BD6-4461-BCFE-182BB9FCC488}"/>
    <dgm:cxn modelId="{569FD24A-C8ED-4FC1-B968-27F4606C750A}" type="presOf" srcId="{B70B8E1A-E92A-43CF-97BC-80A920D06034}" destId="{3F748BAB-4FFF-4EFD-B1CF-22956BFC67BA}" srcOrd="0" destOrd="0" presId="urn:microsoft.com/office/officeart/2009/layout/CirclePictureHierarchy"/>
    <dgm:cxn modelId="{1672BA4B-C517-4636-B7FA-501E0629B65E}" type="presOf" srcId="{F46228D5-29E7-4B7D-ACA9-5C733A2B1B09}" destId="{BA9EC803-4DEA-4EFD-9CE2-E7905B6B3FE8}" srcOrd="0" destOrd="0" presId="urn:microsoft.com/office/officeart/2009/layout/CirclePictureHierarchy"/>
    <dgm:cxn modelId="{64430B4F-9344-4DBE-BA6D-DAA980182218}" type="presOf" srcId="{DBB2F0AC-C957-488D-AD09-4160BF593FAC}" destId="{B7B70EBB-6B05-4611-B763-C182968EF533}" srcOrd="0" destOrd="0" presId="urn:microsoft.com/office/officeart/2009/layout/CirclePictureHierarchy"/>
    <dgm:cxn modelId="{46EB1B71-8216-406F-AA7F-31C2634DDCA8}" type="presOf" srcId="{3F46DD5C-2EC9-481B-ACA6-B1002783E8B9}" destId="{67B41B49-5058-442C-B7E0-CD4AB78A2E2F}" srcOrd="0" destOrd="0" presId="urn:microsoft.com/office/officeart/2009/layout/CirclePictureHierarchy"/>
    <dgm:cxn modelId="{6370DE73-4497-46BF-A59D-81A5114A4772}" type="presOf" srcId="{CFA95237-6DD2-42D1-B779-E291FB6B515B}" destId="{F8373A36-218C-40FB-A674-2A47B06B5221}" srcOrd="0" destOrd="0" presId="urn:microsoft.com/office/officeart/2009/layout/CirclePictureHierarchy"/>
    <dgm:cxn modelId="{16E2B254-15A5-404A-B895-7CE3D7817130}" type="presOf" srcId="{593CA8C2-BFCE-4EE3-96DB-5E9CF5F2EA5C}" destId="{7E35A0D7-0556-4DAE-B374-6001EFFBD975}" srcOrd="0" destOrd="0" presId="urn:microsoft.com/office/officeart/2009/layout/CirclePictureHierarchy"/>
    <dgm:cxn modelId="{4B07177D-6C5A-4CD1-94C1-7436BF3A7855}" srcId="{A2281CB1-22D0-42E6-BB7F-632C37E2C25E}" destId="{D4981A48-B2C3-45BC-90BD-3AC7F4668385}" srcOrd="1" destOrd="0" parTransId="{95A71725-C030-41B7-9946-CB900A05B8EA}" sibTransId="{8DFE9155-60DA-4257-9022-72C25EF7DE1F}"/>
    <dgm:cxn modelId="{78523681-CC48-4C47-AD30-BA9B2AF73CC7}" type="presOf" srcId="{1DA25B77-2AC5-4DC6-AE4D-34109FC300E0}" destId="{910C396D-0CE3-446E-A4AD-2F8E480471D0}" srcOrd="0" destOrd="0" presId="urn:microsoft.com/office/officeart/2009/layout/CirclePictureHierarchy"/>
    <dgm:cxn modelId="{25618982-71F2-4F23-86D2-B4DD4E3567AE}" srcId="{E3E9D959-F32E-4D58-BB5B-AD3BD94760F0}" destId="{B70B8E1A-E92A-43CF-97BC-80A920D06034}" srcOrd="0" destOrd="0" parTransId="{CFA95237-6DD2-42D1-B779-E291FB6B515B}" sibTransId="{3765B00B-7659-442E-9995-960578B93C49}"/>
    <dgm:cxn modelId="{0F8B6D8D-2F18-48C6-A250-B32223815C7F}" srcId="{0EE27461-A7EC-46FA-85DB-311467944CBD}" destId="{7602CC2F-85FA-4C7D-9206-E21ED5F5D716}" srcOrd="0" destOrd="0" parTransId="{1DA25B77-2AC5-4DC6-AE4D-34109FC300E0}" sibTransId="{1F8C617C-328E-41BA-9218-0359D4943F4E}"/>
    <dgm:cxn modelId="{F66BE295-53EE-4AAD-B912-F1655702EBD9}" type="presOf" srcId="{0EE27461-A7EC-46FA-85DB-311467944CBD}" destId="{EA13E7C2-E9EA-4052-8238-2D9C734DC371}" srcOrd="0" destOrd="0" presId="urn:microsoft.com/office/officeart/2009/layout/CirclePictureHierarchy"/>
    <dgm:cxn modelId="{9185EF9F-1F9C-4270-A36C-F5880EDA03BC}" srcId="{D4981A48-B2C3-45BC-90BD-3AC7F4668385}" destId="{DBB2F0AC-C957-488D-AD09-4160BF593FAC}" srcOrd="0" destOrd="0" parTransId="{593CA8C2-BFCE-4EE3-96DB-5E9CF5F2EA5C}" sibTransId="{FC2470C3-DC31-4D67-B571-1EC568FF374E}"/>
    <dgm:cxn modelId="{C0FEFDA0-EAE8-4DC3-9272-ADA41BF9EAFD}" type="presOf" srcId="{4CE56C23-EC10-42C5-8632-89BC47CBE193}" destId="{0CB4003B-4EB6-4003-8754-006EEEDEC6F6}" srcOrd="0" destOrd="0" presId="urn:microsoft.com/office/officeart/2009/layout/CirclePictureHierarchy"/>
    <dgm:cxn modelId="{AD8575A2-F48A-4D28-8685-46EA64519BB2}" srcId="{A2281CB1-22D0-42E6-BB7F-632C37E2C25E}" destId="{750D6A52-7F0A-4988-BC27-9F659897B723}" srcOrd="0" destOrd="0" parTransId="{7B8D5328-5351-4DBF-8ABE-A35ABB6793F1}" sibTransId="{CEB161FB-389B-4B43-9B01-34FB435605BD}"/>
    <dgm:cxn modelId="{322C95A2-A924-49ED-8E90-C712B9B074AF}" srcId="{0BC1CFFE-3E2F-4831-B734-756A9C38BB5E}" destId="{F6EA6C77-2217-4D3E-BE1B-C0420B77C730}" srcOrd="1" destOrd="0" parTransId="{278871B1-BEFD-4B35-81EB-1D0275E7FE09}" sibTransId="{A6D68B69-AE35-46A7-B1EB-6424E95D0AAC}"/>
    <dgm:cxn modelId="{D67882A6-867F-4D6F-A771-2B5B3C31AAD0}" type="presOf" srcId="{E3E9D959-F32E-4D58-BB5B-AD3BD94760F0}" destId="{A5FB6577-6AC4-47C2-84F4-C21480AF3091}" srcOrd="0" destOrd="0" presId="urn:microsoft.com/office/officeart/2009/layout/CirclePictureHierarchy"/>
    <dgm:cxn modelId="{486B97A6-9402-4332-928C-800803C874F6}" srcId="{7E1405CD-9FBC-4DC2-9BA4-9672F33E20FC}" destId="{47115CE7-7681-4538-8D54-AFAE324FF909}" srcOrd="1" destOrd="0" parTransId="{F46228D5-29E7-4B7D-ACA9-5C733A2B1B09}" sibTransId="{5D8ACA11-3C66-45C1-9CDD-55145145D481}"/>
    <dgm:cxn modelId="{E962CEA9-96C5-41C8-B959-F91F728D4D4C}" type="presOf" srcId="{7B8D5328-5351-4DBF-8ABE-A35ABB6793F1}" destId="{3A44B83B-A02A-42B2-9B5A-686EFDE2628E}" srcOrd="0" destOrd="0" presId="urn:microsoft.com/office/officeart/2009/layout/CirclePictureHierarchy"/>
    <dgm:cxn modelId="{A7BBDDA9-4511-4C0C-BE0E-9392410467E1}" type="presOf" srcId="{62D505AE-25B9-4594-8152-CF6CEF988468}" destId="{ADE9B185-162D-4B49-85E4-C9332583AB35}" srcOrd="0" destOrd="0" presId="urn:microsoft.com/office/officeart/2009/layout/CirclePictureHierarchy"/>
    <dgm:cxn modelId="{A06BA6AC-0571-4096-887C-6DE0EDC6B6D1}" type="presOf" srcId="{1CDFB25A-6D66-4373-A9D2-E9B63BA7071D}" destId="{7411E51F-C64F-4486-A600-85E8B3E31E64}" srcOrd="0" destOrd="0" presId="urn:microsoft.com/office/officeart/2009/layout/CirclePictureHierarchy"/>
    <dgm:cxn modelId="{B6F2A5B3-5069-4366-A069-23502EE16C98}" srcId="{EBFE2A09-2983-4549-9778-93CAA8D8A5DA}" destId="{0BC1CFFE-3E2F-4831-B734-756A9C38BB5E}" srcOrd="1" destOrd="0" parTransId="{E1E9A403-73A1-445B-9963-28553F7A3905}" sibTransId="{1A5D0830-A598-4287-A440-4E57E3AEEFBA}"/>
    <dgm:cxn modelId="{7ED637B6-148A-4EF4-8DBD-73790455BC03}" srcId="{EBFE2A09-2983-4549-9778-93CAA8D8A5DA}" destId="{A2281CB1-22D0-42E6-BB7F-632C37E2C25E}" srcOrd="2" destOrd="0" parTransId="{3F46DD5C-2EC9-481B-ACA6-B1002783E8B9}" sibTransId="{55BDA387-2413-4C1E-B546-E06A5AA2F31C}"/>
    <dgm:cxn modelId="{0597C0B7-E217-426F-8D37-929C7D998F00}" type="presOf" srcId="{7602CC2F-85FA-4C7D-9206-E21ED5F5D716}" destId="{382FBA4E-20FE-4989-9DE1-E0C04740AA74}" srcOrd="0" destOrd="0" presId="urn:microsoft.com/office/officeart/2009/layout/CirclePictureHierarchy"/>
    <dgm:cxn modelId="{DF011FBA-284B-4365-A289-9670FB8C5A3C}" type="presOf" srcId="{D4981A48-B2C3-45BC-90BD-3AC7F4668385}" destId="{FDA84F20-5D55-4347-977F-FA601A52D9A5}" srcOrd="0" destOrd="0" presId="urn:microsoft.com/office/officeart/2009/layout/CirclePictureHierarchy"/>
    <dgm:cxn modelId="{288EB4BD-FAEE-41A4-8BC9-C6AD69C32F6E}" type="presOf" srcId="{7E1405CD-9FBC-4DC2-9BA4-9672F33E20FC}" destId="{C2DC86A6-075C-483C-B2C1-A98A234EA371}" srcOrd="0" destOrd="0" presId="urn:microsoft.com/office/officeart/2009/layout/CirclePictureHierarchy"/>
    <dgm:cxn modelId="{F4FD17BE-8E04-44AD-A36C-34301291122B}" srcId="{7E1405CD-9FBC-4DC2-9BA4-9672F33E20FC}" destId="{E3E9D959-F32E-4D58-BB5B-AD3BD94760F0}" srcOrd="0" destOrd="0" parTransId="{1588EB82-839B-44AA-88BB-FB02F0229FC5}" sibTransId="{B4934EF0-23DF-4B5E-8605-FEDA37C54416}"/>
    <dgm:cxn modelId="{06295BC1-58BE-48D9-B163-152387F4FB5F}" srcId="{EBFE2A09-2983-4549-9778-93CAA8D8A5DA}" destId="{7E1405CD-9FBC-4DC2-9BA4-9672F33E20FC}" srcOrd="0" destOrd="0" parTransId="{99CCFA6D-74F9-44F0-922D-1704D21C836A}" sibTransId="{247B611F-8C5F-4D4C-848F-E4C263DB5EC1}"/>
    <dgm:cxn modelId="{18B230C7-BDAD-496B-A55D-34D5BAE47AA7}" type="presOf" srcId="{95A71725-C030-41B7-9946-CB900A05B8EA}" destId="{23F4BB7C-F72D-4829-8315-555FDF5F4D6F}" srcOrd="0" destOrd="0" presId="urn:microsoft.com/office/officeart/2009/layout/CirclePictureHierarchy"/>
    <dgm:cxn modelId="{D9491CC8-0523-4E5D-B1D4-881372A512CD}" type="presOf" srcId="{750D6A52-7F0A-4988-BC27-9F659897B723}" destId="{107B5CCC-5966-43FE-8731-3C7568A67476}" srcOrd="0" destOrd="0" presId="urn:microsoft.com/office/officeart/2009/layout/CirclePictureHierarchy"/>
    <dgm:cxn modelId="{5ADD4BD2-190D-460F-8D74-37090C6197BB}" type="presOf" srcId="{A71C0EF6-9DF1-4AD4-A9CD-05AF41141627}" destId="{3629F2EF-7D71-451D-847A-234FC9C7CFC9}" srcOrd="0" destOrd="0" presId="urn:microsoft.com/office/officeart/2009/layout/CirclePictureHierarchy"/>
    <dgm:cxn modelId="{9013A0D6-C2FA-4109-AC73-C682397404BB}" type="presOf" srcId="{1588EB82-839B-44AA-88BB-FB02F0229FC5}" destId="{0E690FD6-1CFB-40CF-8A24-8D8EDD4B84E5}" srcOrd="0" destOrd="0" presId="urn:microsoft.com/office/officeart/2009/layout/CirclePictureHierarchy"/>
    <dgm:cxn modelId="{BB70DADE-FD97-4A13-A7E9-838CC7557123}" srcId="{80A61B88-4B63-4CD9-9B83-9F40F827BBCC}" destId="{EBFE2A09-2983-4549-9778-93CAA8D8A5DA}" srcOrd="0" destOrd="0" parTransId="{83EDC593-4924-4FA3-82E8-D5CF42BD4A4D}" sibTransId="{61E7688F-CC3A-4AA2-8ECE-098933901863}"/>
    <dgm:cxn modelId="{8ABB2CE3-6384-4340-BFC2-459A05B7CA8B}" type="presOf" srcId="{E1E9A403-73A1-445B-9963-28553F7A3905}" destId="{00EDDF60-040F-4F8B-9BDA-1EC610D15A78}" srcOrd="0" destOrd="0" presId="urn:microsoft.com/office/officeart/2009/layout/CirclePictureHierarchy"/>
    <dgm:cxn modelId="{D78046EE-5484-43ED-BAC5-6AD79C259D73}" type="presOf" srcId="{A2281CB1-22D0-42E6-BB7F-632C37E2C25E}" destId="{1F171F5C-50AD-4488-B5A3-287F39929F1A}" srcOrd="0" destOrd="0" presId="urn:microsoft.com/office/officeart/2009/layout/CirclePictureHierarchy"/>
    <dgm:cxn modelId="{5B4938FA-9911-46C6-A9CA-EDD3B326C74B}" type="presOf" srcId="{278871B1-BEFD-4B35-81EB-1D0275E7FE09}" destId="{B8BF6428-C0DA-4AF4-8EA6-E1833B8759E7}" srcOrd="0" destOrd="0" presId="urn:microsoft.com/office/officeart/2009/layout/CirclePictureHierarchy"/>
    <dgm:cxn modelId="{31D7A1FA-2526-47D6-9BB5-D700542F387A}" type="presOf" srcId="{564A7CAF-9DF0-456A-B5FA-BC430BABC4D1}" destId="{E5AE977D-10AD-421D-A419-E8B0B7AF9CB6}" srcOrd="0" destOrd="0" presId="urn:microsoft.com/office/officeart/2009/layout/CirclePictureHierarchy"/>
    <dgm:cxn modelId="{F1E6CDFF-F925-4C78-9BCC-F74D74B87B97}" type="presOf" srcId="{0BC1CFFE-3E2F-4831-B734-756A9C38BB5E}" destId="{453085C8-BF73-48E9-9EBA-02045E24E890}" srcOrd="0" destOrd="0" presId="urn:microsoft.com/office/officeart/2009/layout/CirclePictureHierarchy"/>
    <dgm:cxn modelId="{EF249CCE-0284-4F84-B5F6-EF3A94CFAB59}" type="presParOf" srcId="{24CBE57F-FE42-472A-A1E8-247B174827E5}" destId="{33DA2DFA-69D0-40CC-8DC3-1A1A58E059D5}" srcOrd="0" destOrd="0" presId="urn:microsoft.com/office/officeart/2009/layout/CirclePictureHierarchy"/>
    <dgm:cxn modelId="{72769028-269B-4BF0-93C7-3DF0F7D6302D}" type="presParOf" srcId="{33DA2DFA-69D0-40CC-8DC3-1A1A58E059D5}" destId="{8EAC4FE0-D28C-4870-9AD3-17B86C52C2E9}" srcOrd="0" destOrd="0" presId="urn:microsoft.com/office/officeart/2009/layout/CirclePictureHierarchy"/>
    <dgm:cxn modelId="{AEB2D787-9902-4C06-85F3-E81CADAD48D9}" type="presParOf" srcId="{8EAC4FE0-D28C-4870-9AD3-17B86C52C2E9}" destId="{749E9118-8FE0-490D-8E64-1509EA5BE491}" srcOrd="0" destOrd="0" presId="urn:microsoft.com/office/officeart/2009/layout/CirclePictureHierarchy"/>
    <dgm:cxn modelId="{69F4A3C7-E058-4336-BC78-035959404DCD}" type="presParOf" srcId="{8EAC4FE0-D28C-4870-9AD3-17B86C52C2E9}" destId="{EED6B418-7F2E-4758-832B-D8F9477D36EB}" srcOrd="1" destOrd="0" presId="urn:microsoft.com/office/officeart/2009/layout/CirclePictureHierarchy"/>
    <dgm:cxn modelId="{95AEC327-8EDC-452E-8AD7-1F6E256A75C1}" type="presParOf" srcId="{33DA2DFA-69D0-40CC-8DC3-1A1A58E059D5}" destId="{B859BDA3-12DB-45D4-8B2B-9C47C9442D8D}" srcOrd="1" destOrd="0" presId="urn:microsoft.com/office/officeart/2009/layout/CirclePictureHierarchy"/>
    <dgm:cxn modelId="{B5278176-1313-4BEA-9743-B69C1B2BE1B4}" type="presParOf" srcId="{B859BDA3-12DB-45D4-8B2B-9C47C9442D8D}" destId="{F96DD89A-C8B5-4976-A2A4-5C1875C030D3}" srcOrd="0" destOrd="0" presId="urn:microsoft.com/office/officeart/2009/layout/CirclePictureHierarchy"/>
    <dgm:cxn modelId="{D669356C-0D53-4F5C-8043-C24BD8858523}" type="presParOf" srcId="{B859BDA3-12DB-45D4-8B2B-9C47C9442D8D}" destId="{8257495D-42DD-48DA-AEC7-01BAD1ECC9CE}" srcOrd="1" destOrd="0" presId="urn:microsoft.com/office/officeart/2009/layout/CirclePictureHierarchy"/>
    <dgm:cxn modelId="{F603B7CB-6928-477A-93A8-B4B8D19D7824}" type="presParOf" srcId="{8257495D-42DD-48DA-AEC7-01BAD1ECC9CE}" destId="{A6B699B6-E7E2-4A19-8763-EA81E98326BB}" srcOrd="0" destOrd="0" presId="urn:microsoft.com/office/officeart/2009/layout/CirclePictureHierarchy"/>
    <dgm:cxn modelId="{44DEA40E-B822-441F-95E3-F440AA5111F4}" type="presParOf" srcId="{A6B699B6-E7E2-4A19-8763-EA81E98326BB}" destId="{7DE8EAD2-9D2B-4B25-A420-4D1D85819D51}" srcOrd="0" destOrd="0" presId="urn:microsoft.com/office/officeart/2009/layout/CirclePictureHierarchy"/>
    <dgm:cxn modelId="{36494284-2160-4664-A978-AB1A018E9BB1}" type="presParOf" srcId="{A6B699B6-E7E2-4A19-8763-EA81E98326BB}" destId="{C2DC86A6-075C-483C-B2C1-A98A234EA371}" srcOrd="1" destOrd="0" presId="urn:microsoft.com/office/officeart/2009/layout/CirclePictureHierarchy"/>
    <dgm:cxn modelId="{B07DD279-2A8A-4FAE-AB55-A98DA3C23866}" type="presParOf" srcId="{8257495D-42DD-48DA-AEC7-01BAD1ECC9CE}" destId="{92DDD45E-906A-45BD-9B85-CAE5538FA251}" srcOrd="1" destOrd="0" presId="urn:microsoft.com/office/officeart/2009/layout/CirclePictureHierarchy"/>
    <dgm:cxn modelId="{9A28CBDB-8840-48F8-92FD-B2B582E0A163}" type="presParOf" srcId="{92DDD45E-906A-45BD-9B85-CAE5538FA251}" destId="{0E690FD6-1CFB-40CF-8A24-8D8EDD4B84E5}" srcOrd="0" destOrd="0" presId="urn:microsoft.com/office/officeart/2009/layout/CirclePictureHierarchy"/>
    <dgm:cxn modelId="{272F05E8-85A4-4454-8E1E-BDD8C7F902F3}" type="presParOf" srcId="{92DDD45E-906A-45BD-9B85-CAE5538FA251}" destId="{1DB1B18B-DC7A-49A9-A424-D16E0477897A}" srcOrd="1" destOrd="0" presId="urn:microsoft.com/office/officeart/2009/layout/CirclePictureHierarchy"/>
    <dgm:cxn modelId="{240D31DB-1C18-468D-9237-05568F87760F}" type="presParOf" srcId="{1DB1B18B-DC7A-49A9-A424-D16E0477897A}" destId="{18F49F90-1D12-4327-AD38-70E16B47FCC0}" srcOrd="0" destOrd="0" presId="urn:microsoft.com/office/officeart/2009/layout/CirclePictureHierarchy"/>
    <dgm:cxn modelId="{EEFE9371-1318-41E7-B987-166386936437}" type="presParOf" srcId="{18F49F90-1D12-4327-AD38-70E16B47FCC0}" destId="{8E08740A-ACE9-4ADF-AC38-1F6D8FF5F2A0}" srcOrd="0" destOrd="0" presId="urn:microsoft.com/office/officeart/2009/layout/CirclePictureHierarchy"/>
    <dgm:cxn modelId="{DCF5BF40-CAFA-499F-B05D-A2CE2593E371}" type="presParOf" srcId="{18F49F90-1D12-4327-AD38-70E16B47FCC0}" destId="{A5FB6577-6AC4-47C2-84F4-C21480AF3091}" srcOrd="1" destOrd="0" presId="urn:microsoft.com/office/officeart/2009/layout/CirclePictureHierarchy"/>
    <dgm:cxn modelId="{CFCD7266-B94C-4EB4-8AD1-2F3A48FFEFF7}" type="presParOf" srcId="{1DB1B18B-DC7A-49A9-A424-D16E0477897A}" destId="{8409E2AA-6889-4D3E-882A-591A9258CD97}" srcOrd="1" destOrd="0" presId="urn:microsoft.com/office/officeart/2009/layout/CirclePictureHierarchy"/>
    <dgm:cxn modelId="{100667BB-9E89-4E83-88FD-C9E177CAB7C1}" type="presParOf" srcId="{8409E2AA-6889-4D3E-882A-591A9258CD97}" destId="{F8373A36-218C-40FB-A674-2A47B06B5221}" srcOrd="0" destOrd="0" presId="urn:microsoft.com/office/officeart/2009/layout/CirclePictureHierarchy"/>
    <dgm:cxn modelId="{D5EC4EFF-5020-45B1-BE9E-700813B78070}" type="presParOf" srcId="{8409E2AA-6889-4D3E-882A-591A9258CD97}" destId="{420EF367-8ABB-4BF4-9299-9C083E774816}" srcOrd="1" destOrd="0" presId="urn:microsoft.com/office/officeart/2009/layout/CirclePictureHierarchy"/>
    <dgm:cxn modelId="{DB825E21-34CE-41AB-B0A1-273FC9CDCB50}" type="presParOf" srcId="{420EF367-8ABB-4BF4-9299-9C083E774816}" destId="{D0D4E06F-0CF3-4726-864E-694B18B698D0}" srcOrd="0" destOrd="0" presId="urn:microsoft.com/office/officeart/2009/layout/CirclePictureHierarchy"/>
    <dgm:cxn modelId="{FE734375-FEF4-4D01-9701-0AF868D33922}" type="presParOf" srcId="{D0D4E06F-0CF3-4726-864E-694B18B698D0}" destId="{329964B8-F879-4271-82DF-0B62F04D2E21}" srcOrd="0" destOrd="0" presId="urn:microsoft.com/office/officeart/2009/layout/CirclePictureHierarchy"/>
    <dgm:cxn modelId="{C588E3AE-974D-464E-92B0-F68DEFD7C02D}" type="presParOf" srcId="{D0D4E06F-0CF3-4726-864E-694B18B698D0}" destId="{3F748BAB-4FFF-4EFD-B1CF-22956BFC67BA}" srcOrd="1" destOrd="0" presId="urn:microsoft.com/office/officeart/2009/layout/CirclePictureHierarchy"/>
    <dgm:cxn modelId="{2640C8AD-9AA3-4876-B4AA-07223232DD35}" type="presParOf" srcId="{420EF367-8ABB-4BF4-9299-9C083E774816}" destId="{231A264D-F118-48C5-8C1B-3ACB428B7362}" srcOrd="1" destOrd="0" presId="urn:microsoft.com/office/officeart/2009/layout/CirclePictureHierarchy"/>
    <dgm:cxn modelId="{0C411262-6D93-4FC8-AC94-D30D70C852A6}" type="presParOf" srcId="{92DDD45E-906A-45BD-9B85-CAE5538FA251}" destId="{BA9EC803-4DEA-4EFD-9CE2-E7905B6B3FE8}" srcOrd="2" destOrd="0" presId="urn:microsoft.com/office/officeart/2009/layout/CirclePictureHierarchy"/>
    <dgm:cxn modelId="{947C91D1-892B-4CF0-9185-A699B4F06810}" type="presParOf" srcId="{92DDD45E-906A-45BD-9B85-CAE5538FA251}" destId="{FB1E3117-606D-4679-BB27-19B6D9CF0545}" srcOrd="3" destOrd="0" presId="urn:microsoft.com/office/officeart/2009/layout/CirclePictureHierarchy"/>
    <dgm:cxn modelId="{3113F18E-3860-4589-B5F1-8C9F23CF84E1}" type="presParOf" srcId="{FB1E3117-606D-4679-BB27-19B6D9CF0545}" destId="{68DC996C-5651-49A1-BB8C-B30E6BE79D11}" srcOrd="0" destOrd="0" presId="urn:microsoft.com/office/officeart/2009/layout/CirclePictureHierarchy"/>
    <dgm:cxn modelId="{B7579B1A-D08B-445C-80C7-E611F9C92091}" type="presParOf" srcId="{68DC996C-5651-49A1-BB8C-B30E6BE79D11}" destId="{08AAAF30-A45A-4BDB-8C6F-937939875675}" srcOrd="0" destOrd="0" presId="urn:microsoft.com/office/officeart/2009/layout/CirclePictureHierarchy"/>
    <dgm:cxn modelId="{35A125A0-99E3-4261-9FAC-2E1E078D355D}" type="presParOf" srcId="{68DC996C-5651-49A1-BB8C-B30E6BE79D11}" destId="{5B769DB7-7CC8-40D7-B014-8D7F5F2CB90E}" srcOrd="1" destOrd="0" presId="urn:microsoft.com/office/officeart/2009/layout/CirclePictureHierarchy"/>
    <dgm:cxn modelId="{FC2DEC4B-7B31-4BAE-A54D-FAA0ABA71637}" type="presParOf" srcId="{FB1E3117-606D-4679-BB27-19B6D9CF0545}" destId="{B543FB28-68F7-4DE3-9AEB-AE58FBB217A8}" srcOrd="1" destOrd="0" presId="urn:microsoft.com/office/officeart/2009/layout/CirclePictureHierarchy"/>
    <dgm:cxn modelId="{5F05E195-0FDF-49E8-9D3E-47569890CD69}" type="presParOf" srcId="{B543FB28-68F7-4DE3-9AEB-AE58FBB217A8}" destId="{E5AE977D-10AD-421D-A419-E8B0B7AF9CB6}" srcOrd="0" destOrd="0" presId="urn:microsoft.com/office/officeart/2009/layout/CirclePictureHierarchy"/>
    <dgm:cxn modelId="{ADE838CE-F92D-45D3-815C-4AFCF67DCFA7}" type="presParOf" srcId="{B543FB28-68F7-4DE3-9AEB-AE58FBB217A8}" destId="{3109B0A9-9984-4EE1-B684-763D14024C4C}" srcOrd="1" destOrd="0" presId="urn:microsoft.com/office/officeart/2009/layout/CirclePictureHierarchy"/>
    <dgm:cxn modelId="{C0E40D53-E341-44F4-82C5-2C9CD15972F5}" type="presParOf" srcId="{3109B0A9-9984-4EE1-B684-763D14024C4C}" destId="{D6836355-ACBE-499A-9BEB-34255FF584AE}" srcOrd="0" destOrd="0" presId="urn:microsoft.com/office/officeart/2009/layout/CirclePictureHierarchy"/>
    <dgm:cxn modelId="{F66EC65E-2B3A-4CD8-AFE4-75A475C08650}" type="presParOf" srcId="{D6836355-ACBE-499A-9BEB-34255FF584AE}" destId="{DE85BA8B-1681-44A1-BFE3-71EBF0CF2CCD}" srcOrd="0" destOrd="0" presId="urn:microsoft.com/office/officeart/2009/layout/CirclePictureHierarchy"/>
    <dgm:cxn modelId="{6D3A875E-947D-49D1-8A94-E918B9F8DA6D}" type="presParOf" srcId="{D6836355-ACBE-499A-9BEB-34255FF584AE}" destId="{0CB4003B-4EB6-4003-8754-006EEEDEC6F6}" srcOrd="1" destOrd="0" presId="urn:microsoft.com/office/officeart/2009/layout/CirclePictureHierarchy"/>
    <dgm:cxn modelId="{86911124-34A7-4A6E-B0CA-B0E01C0D007A}" type="presParOf" srcId="{3109B0A9-9984-4EE1-B684-763D14024C4C}" destId="{75A69B52-4C19-411D-8449-A080B7D5A700}" srcOrd="1" destOrd="0" presId="urn:microsoft.com/office/officeart/2009/layout/CirclePictureHierarchy"/>
    <dgm:cxn modelId="{B722136D-E59B-4A05-A161-E473260E4C77}" type="presParOf" srcId="{B859BDA3-12DB-45D4-8B2B-9C47C9442D8D}" destId="{00EDDF60-040F-4F8B-9BDA-1EC610D15A78}" srcOrd="2" destOrd="0" presId="urn:microsoft.com/office/officeart/2009/layout/CirclePictureHierarchy"/>
    <dgm:cxn modelId="{E84BEB93-3685-4FE9-BE50-F53C080789BD}" type="presParOf" srcId="{B859BDA3-12DB-45D4-8B2B-9C47C9442D8D}" destId="{FBCC068D-CD08-421B-BB56-57645FF521C2}" srcOrd="3" destOrd="0" presId="urn:microsoft.com/office/officeart/2009/layout/CirclePictureHierarchy"/>
    <dgm:cxn modelId="{9E3578F2-6ED8-4531-8307-6053757B156B}" type="presParOf" srcId="{FBCC068D-CD08-421B-BB56-57645FF521C2}" destId="{86BC6AFE-261C-472C-8159-D73827371D92}" srcOrd="0" destOrd="0" presId="urn:microsoft.com/office/officeart/2009/layout/CirclePictureHierarchy"/>
    <dgm:cxn modelId="{8A8B6EFE-0982-4A04-803D-9AAD41B22B3E}" type="presParOf" srcId="{86BC6AFE-261C-472C-8159-D73827371D92}" destId="{2F521E0B-71D1-4C25-A063-63D5561FBFC9}" srcOrd="0" destOrd="0" presId="urn:microsoft.com/office/officeart/2009/layout/CirclePictureHierarchy"/>
    <dgm:cxn modelId="{07A882A5-9E37-49FD-88C8-AAFA60954722}" type="presParOf" srcId="{86BC6AFE-261C-472C-8159-D73827371D92}" destId="{453085C8-BF73-48E9-9EBA-02045E24E890}" srcOrd="1" destOrd="0" presId="urn:microsoft.com/office/officeart/2009/layout/CirclePictureHierarchy"/>
    <dgm:cxn modelId="{55FF4AA8-D189-4370-B6CF-3717A27373EC}" type="presParOf" srcId="{FBCC068D-CD08-421B-BB56-57645FF521C2}" destId="{CC3771D0-B29D-492C-BB45-5374FEDB8EC3}" srcOrd="1" destOrd="0" presId="urn:microsoft.com/office/officeart/2009/layout/CirclePictureHierarchy"/>
    <dgm:cxn modelId="{9D041FB9-5F13-4814-8D68-13335C1DC72E}" type="presParOf" srcId="{CC3771D0-B29D-492C-BB45-5374FEDB8EC3}" destId="{C94CA8CC-F54C-4523-B66A-46875DDEB2B5}" srcOrd="0" destOrd="0" presId="urn:microsoft.com/office/officeart/2009/layout/CirclePictureHierarchy"/>
    <dgm:cxn modelId="{FA9B2681-9103-4FB4-9FA9-246901CB5337}" type="presParOf" srcId="{CC3771D0-B29D-492C-BB45-5374FEDB8EC3}" destId="{A4DCD14C-267F-431D-92E7-EF3D36BE7035}" srcOrd="1" destOrd="0" presId="urn:microsoft.com/office/officeart/2009/layout/CirclePictureHierarchy"/>
    <dgm:cxn modelId="{4C06D313-6711-4BDD-B64D-CA78A430F8A6}" type="presParOf" srcId="{A4DCD14C-267F-431D-92E7-EF3D36BE7035}" destId="{EB44E9B7-A705-4A8A-8125-91F2F5BAE40F}" srcOrd="0" destOrd="0" presId="urn:microsoft.com/office/officeart/2009/layout/CirclePictureHierarchy"/>
    <dgm:cxn modelId="{D31DDE06-30BE-4CA3-89C0-4E11EF90D550}" type="presParOf" srcId="{EB44E9B7-A705-4A8A-8125-91F2F5BAE40F}" destId="{4E9F4ECD-5D6E-46D0-95EB-69D943D11FD3}" srcOrd="0" destOrd="0" presId="urn:microsoft.com/office/officeart/2009/layout/CirclePictureHierarchy"/>
    <dgm:cxn modelId="{37845F81-2910-4E7B-837B-3F8A7357C96C}" type="presParOf" srcId="{EB44E9B7-A705-4A8A-8125-91F2F5BAE40F}" destId="{EA13E7C2-E9EA-4052-8238-2D9C734DC371}" srcOrd="1" destOrd="0" presId="urn:microsoft.com/office/officeart/2009/layout/CirclePictureHierarchy"/>
    <dgm:cxn modelId="{909DDC97-8F6B-4E99-BEFE-5A4E13C4874B}" type="presParOf" srcId="{A4DCD14C-267F-431D-92E7-EF3D36BE7035}" destId="{F3CBF788-84D5-4D53-BAF3-3844EAAD1B96}" srcOrd="1" destOrd="0" presId="urn:microsoft.com/office/officeart/2009/layout/CirclePictureHierarchy"/>
    <dgm:cxn modelId="{5A3DCD11-B636-43E5-908C-FDDEA4816205}" type="presParOf" srcId="{F3CBF788-84D5-4D53-BAF3-3844EAAD1B96}" destId="{910C396D-0CE3-446E-A4AD-2F8E480471D0}" srcOrd="0" destOrd="0" presId="urn:microsoft.com/office/officeart/2009/layout/CirclePictureHierarchy"/>
    <dgm:cxn modelId="{ED0F6FAD-411E-43A4-8089-54D2873A8D08}" type="presParOf" srcId="{F3CBF788-84D5-4D53-BAF3-3844EAAD1B96}" destId="{DD492349-3BC0-423A-8760-52FB61B2728F}" srcOrd="1" destOrd="0" presId="urn:microsoft.com/office/officeart/2009/layout/CirclePictureHierarchy"/>
    <dgm:cxn modelId="{CCC47913-DEA4-4A91-8563-D8D785B97010}" type="presParOf" srcId="{DD492349-3BC0-423A-8760-52FB61B2728F}" destId="{2A3E72E5-AA2A-41C8-A190-EA2D25702D34}" srcOrd="0" destOrd="0" presId="urn:microsoft.com/office/officeart/2009/layout/CirclePictureHierarchy"/>
    <dgm:cxn modelId="{E0A736C9-92CF-42B8-A27F-7D69E70FF38D}" type="presParOf" srcId="{2A3E72E5-AA2A-41C8-A190-EA2D25702D34}" destId="{C746EE18-02D7-47A8-8435-D14896E9D417}" srcOrd="0" destOrd="0" presId="urn:microsoft.com/office/officeart/2009/layout/CirclePictureHierarchy"/>
    <dgm:cxn modelId="{8B29338E-6F47-4800-B313-B0E1755BB5AB}" type="presParOf" srcId="{2A3E72E5-AA2A-41C8-A190-EA2D25702D34}" destId="{382FBA4E-20FE-4989-9DE1-E0C04740AA74}" srcOrd="1" destOrd="0" presId="urn:microsoft.com/office/officeart/2009/layout/CirclePictureHierarchy"/>
    <dgm:cxn modelId="{F63E88F3-8D1B-4A1C-B7E4-62A371AF9909}" type="presParOf" srcId="{DD492349-3BC0-423A-8760-52FB61B2728F}" destId="{F6B8580F-CDE7-4F0D-8A2B-05B78E8DF089}" srcOrd="1" destOrd="0" presId="urn:microsoft.com/office/officeart/2009/layout/CirclePictureHierarchy"/>
    <dgm:cxn modelId="{C5DF4244-1A81-4B19-B743-D427C932EB1F}" type="presParOf" srcId="{CC3771D0-B29D-492C-BB45-5374FEDB8EC3}" destId="{B8BF6428-C0DA-4AF4-8EA6-E1833B8759E7}" srcOrd="2" destOrd="0" presId="urn:microsoft.com/office/officeart/2009/layout/CirclePictureHierarchy"/>
    <dgm:cxn modelId="{8C5C4726-465C-4CFD-893B-090E48DC422D}" type="presParOf" srcId="{CC3771D0-B29D-492C-BB45-5374FEDB8EC3}" destId="{A6C21A9D-A0BE-4DD5-A6AF-5C7C6F0B5166}" srcOrd="3" destOrd="0" presId="urn:microsoft.com/office/officeart/2009/layout/CirclePictureHierarchy"/>
    <dgm:cxn modelId="{E6E5D2B0-2ED3-4FF3-9D28-96180496ABBC}" type="presParOf" srcId="{A6C21A9D-A0BE-4DD5-A6AF-5C7C6F0B5166}" destId="{B67055C1-8FDC-41CE-9C27-13B79CC93781}" srcOrd="0" destOrd="0" presId="urn:microsoft.com/office/officeart/2009/layout/CirclePictureHierarchy"/>
    <dgm:cxn modelId="{1C35BE29-532E-444C-A110-E32AB9AB8B55}" type="presParOf" srcId="{B67055C1-8FDC-41CE-9C27-13B79CC93781}" destId="{D79E062F-5398-4F0A-A448-A5C48C4F0857}" srcOrd="0" destOrd="0" presId="urn:microsoft.com/office/officeart/2009/layout/CirclePictureHierarchy"/>
    <dgm:cxn modelId="{7BDCC23A-BDD2-4A0F-B76B-A215E4D7825B}" type="presParOf" srcId="{B67055C1-8FDC-41CE-9C27-13B79CC93781}" destId="{CFAEED46-3158-4900-8090-8F268222F669}" srcOrd="1" destOrd="0" presId="urn:microsoft.com/office/officeart/2009/layout/CirclePictureHierarchy"/>
    <dgm:cxn modelId="{3ECEB544-9D6A-4C77-9F91-2F5FEF032F95}" type="presParOf" srcId="{A6C21A9D-A0BE-4DD5-A6AF-5C7C6F0B5166}" destId="{55BEF097-7BC6-4E92-B6F9-541B19C11DFD}" srcOrd="1" destOrd="0" presId="urn:microsoft.com/office/officeart/2009/layout/CirclePictureHierarchy"/>
    <dgm:cxn modelId="{A873826B-0C38-40EC-84BB-0DDA88D430CF}" type="presParOf" srcId="{55BEF097-7BC6-4E92-B6F9-541B19C11DFD}" destId="{3629F2EF-7D71-451D-847A-234FC9C7CFC9}" srcOrd="0" destOrd="0" presId="urn:microsoft.com/office/officeart/2009/layout/CirclePictureHierarchy"/>
    <dgm:cxn modelId="{A688DA2D-FCA5-4602-9ACA-F83595592127}" type="presParOf" srcId="{55BEF097-7BC6-4E92-B6F9-541B19C11DFD}" destId="{AF891E4D-75FA-4B5C-A32E-91254D5584E1}" srcOrd="1" destOrd="0" presId="urn:microsoft.com/office/officeart/2009/layout/CirclePictureHierarchy"/>
    <dgm:cxn modelId="{30F17648-46A4-4822-8CE2-9B2DC60F1B44}" type="presParOf" srcId="{AF891E4D-75FA-4B5C-A32E-91254D5584E1}" destId="{30FB2C7B-983F-4616-91CF-38C8B53BF3FA}" srcOrd="0" destOrd="0" presId="urn:microsoft.com/office/officeart/2009/layout/CirclePictureHierarchy"/>
    <dgm:cxn modelId="{72DFAE82-FFF6-4711-8483-43BB30295587}" type="presParOf" srcId="{30FB2C7B-983F-4616-91CF-38C8B53BF3FA}" destId="{524CF180-7B83-431D-A9F1-95A01E7D3F49}" srcOrd="0" destOrd="0" presId="urn:microsoft.com/office/officeart/2009/layout/CirclePictureHierarchy"/>
    <dgm:cxn modelId="{136F9374-76FD-4E87-8F57-5D8DD376E685}" type="presParOf" srcId="{30FB2C7B-983F-4616-91CF-38C8B53BF3FA}" destId="{7411E51F-C64F-4486-A600-85E8B3E31E64}" srcOrd="1" destOrd="0" presId="urn:microsoft.com/office/officeart/2009/layout/CirclePictureHierarchy"/>
    <dgm:cxn modelId="{2A273459-3E2C-4320-AC26-D9E6CCD1425A}" type="presParOf" srcId="{AF891E4D-75FA-4B5C-A32E-91254D5584E1}" destId="{F916CDD3-A88C-445E-A304-9C3ECDABF3FF}" srcOrd="1" destOrd="0" presId="urn:microsoft.com/office/officeart/2009/layout/CirclePictureHierarchy"/>
    <dgm:cxn modelId="{CA214857-9425-4F21-B6D9-0715397DC4DC}" type="presParOf" srcId="{B859BDA3-12DB-45D4-8B2B-9C47C9442D8D}" destId="{67B41B49-5058-442C-B7E0-CD4AB78A2E2F}" srcOrd="4" destOrd="0" presId="urn:microsoft.com/office/officeart/2009/layout/CirclePictureHierarchy"/>
    <dgm:cxn modelId="{250F5F6F-BF3B-4132-8269-DF1F94526A7A}" type="presParOf" srcId="{B859BDA3-12DB-45D4-8B2B-9C47C9442D8D}" destId="{256F18DF-CE44-44F7-9CBC-DCD20B87B72A}" srcOrd="5" destOrd="0" presId="urn:microsoft.com/office/officeart/2009/layout/CirclePictureHierarchy"/>
    <dgm:cxn modelId="{698C7A8C-322C-40E3-8103-E697AFCCC025}" type="presParOf" srcId="{256F18DF-CE44-44F7-9CBC-DCD20B87B72A}" destId="{CA84DB38-FB7F-4C66-9D51-5B0F1BD29ED0}" srcOrd="0" destOrd="0" presId="urn:microsoft.com/office/officeart/2009/layout/CirclePictureHierarchy"/>
    <dgm:cxn modelId="{6AE5A159-E040-4B49-90AB-10BC05690A63}" type="presParOf" srcId="{CA84DB38-FB7F-4C66-9D51-5B0F1BD29ED0}" destId="{82F2788D-6E13-423F-907F-3D260894041F}" srcOrd="0" destOrd="0" presId="urn:microsoft.com/office/officeart/2009/layout/CirclePictureHierarchy"/>
    <dgm:cxn modelId="{96D6088E-9370-4753-B912-D0ED7E4A8A3B}" type="presParOf" srcId="{CA84DB38-FB7F-4C66-9D51-5B0F1BD29ED0}" destId="{1F171F5C-50AD-4488-B5A3-287F39929F1A}" srcOrd="1" destOrd="0" presId="urn:microsoft.com/office/officeart/2009/layout/CirclePictureHierarchy"/>
    <dgm:cxn modelId="{89AF46BF-C9A9-43E7-8C96-8CCA957C69FE}" type="presParOf" srcId="{256F18DF-CE44-44F7-9CBC-DCD20B87B72A}" destId="{1DB84455-9DE1-43BD-8B1E-A598C1910DFC}" srcOrd="1" destOrd="0" presId="urn:microsoft.com/office/officeart/2009/layout/CirclePictureHierarchy"/>
    <dgm:cxn modelId="{8EA0711B-75C0-40CC-A5C3-D3924854EE8C}" type="presParOf" srcId="{1DB84455-9DE1-43BD-8B1E-A598C1910DFC}" destId="{3A44B83B-A02A-42B2-9B5A-686EFDE2628E}" srcOrd="0" destOrd="0" presId="urn:microsoft.com/office/officeart/2009/layout/CirclePictureHierarchy"/>
    <dgm:cxn modelId="{9FCA6BA7-063E-41EB-889C-E5407A6E2EAB}" type="presParOf" srcId="{1DB84455-9DE1-43BD-8B1E-A598C1910DFC}" destId="{052420C3-B054-4518-8F29-7CB84CAC4714}" srcOrd="1" destOrd="0" presId="urn:microsoft.com/office/officeart/2009/layout/CirclePictureHierarchy"/>
    <dgm:cxn modelId="{0B55B0DE-60E6-4B8B-AEAC-84F1E3EE4070}" type="presParOf" srcId="{052420C3-B054-4518-8F29-7CB84CAC4714}" destId="{C7FBE93D-5945-4DC1-B7F4-6ADB31CAAD82}" srcOrd="0" destOrd="0" presId="urn:microsoft.com/office/officeart/2009/layout/CirclePictureHierarchy"/>
    <dgm:cxn modelId="{B1A7AC39-F174-4FCA-AF75-E88A25E06C95}" type="presParOf" srcId="{C7FBE93D-5945-4DC1-B7F4-6ADB31CAAD82}" destId="{041B3700-2A5E-4B9D-A633-732B5884F379}" srcOrd="0" destOrd="0" presId="urn:microsoft.com/office/officeart/2009/layout/CirclePictureHierarchy"/>
    <dgm:cxn modelId="{F7D1832D-366E-4411-8229-FF9E03349DBF}" type="presParOf" srcId="{C7FBE93D-5945-4DC1-B7F4-6ADB31CAAD82}" destId="{107B5CCC-5966-43FE-8731-3C7568A67476}" srcOrd="1" destOrd="0" presId="urn:microsoft.com/office/officeart/2009/layout/CirclePictureHierarchy"/>
    <dgm:cxn modelId="{BD44F24C-30AB-4326-9E5B-71F9DD2613E9}" type="presParOf" srcId="{052420C3-B054-4518-8F29-7CB84CAC4714}" destId="{9433E7F5-1613-4057-B00C-B9A97EADC182}" srcOrd="1" destOrd="0" presId="urn:microsoft.com/office/officeart/2009/layout/CirclePictureHierarchy"/>
    <dgm:cxn modelId="{6DEA93C3-5F49-4434-B163-B8BBA4E67112}" type="presParOf" srcId="{9433E7F5-1613-4057-B00C-B9A97EADC182}" destId="{31A2B9B0-69B8-49DD-8737-55F6BE42716A}" srcOrd="0" destOrd="0" presId="urn:microsoft.com/office/officeart/2009/layout/CirclePictureHierarchy"/>
    <dgm:cxn modelId="{077C4E4D-B4E2-487C-A203-9016678D4B04}" type="presParOf" srcId="{9433E7F5-1613-4057-B00C-B9A97EADC182}" destId="{5A57982F-CEF2-412D-9805-408E6AF8A573}" srcOrd="1" destOrd="0" presId="urn:microsoft.com/office/officeart/2009/layout/CirclePictureHierarchy"/>
    <dgm:cxn modelId="{434ECD74-B896-421F-B508-3846B5B0DC99}" type="presParOf" srcId="{5A57982F-CEF2-412D-9805-408E6AF8A573}" destId="{59E79E15-49D0-40E1-A4BB-CC230CA63D61}" srcOrd="0" destOrd="0" presId="urn:microsoft.com/office/officeart/2009/layout/CirclePictureHierarchy"/>
    <dgm:cxn modelId="{7F459F6A-DF84-4962-9316-CDBA6CD9F36D}" type="presParOf" srcId="{59E79E15-49D0-40E1-A4BB-CC230CA63D61}" destId="{579261AF-40EC-4B84-8F47-A1903BEF9773}" srcOrd="0" destOrd="0" presId="urn:microsoft.com/office/officeart/2009/layout/CirclePictureHierarchy"/>
    <dgm:cxn modelId="{2584A130-2F5C-4A6A-B72D-3C69CF5D72B2}" type="presParOf" srcId="{59E79E15-49D0-40E1-A4BB-CC230CA63D61}" destId="{ADE9B185-162D-4B49-85E4-C9332583AB35}" srcOrd="1" destOrd="0" presId="urn:microsoft.com/office/officeart/2009/layout/CirclePictureHierarchy"/>
    <dgm:cxn modelId="{034ABD59-0449-4FF1-B665-FF8187207F18}" type="presParOf" srcId="{5A57982F-CEF2-412D-9805-408E6AF8A573}" destId="{42375117-5637-4A8E-BA81-79E4525E19B9}" srcOrd="1" destOrd="0" presId="urn:microsoft.com/office/officeart/2009/layout/CirclePictureHierarchy"/>
    <dgm:cxn modelId="{4525F4BD-E62D-418B-AA10-9D79849E7A11}" type="presParOf" srcId="{1DB84455-9DE1-43BD-8B1E-A598C1910DFC}" destId="{23F4BB7C-F72D-4829-8315-555FDF5F4D6F}" srcOrd="2" destOrd="0" presId="urn:microsoft.com/office/officeart/2009/layout/CirclePictureHierarchy"/>
    <dgm:cxn modelId="{296967F0-2D71-4070-8CE1-51E56D628470}" type="presParOf" srcId="{1DB84455-9DE1-43BD-8B1E-A598C1910DFC}" destId="{33689D66-5768-4757-9C91-5C0CF723730F}" srcOrd="3" destOrd="0" presId="urn:microsoft.com/office/officeart/2009/layout/CirclePictureHierarchy"/>
    <dgm:cxn modelId="{53259D33-2881-4A49-9A9B-FC699A093487}" type="presParOf" srcId="{33689D66-5768-4757-9C91-5C0CF723730F}" destId="{03A93520-16DA-4C0C-91D8-BBCDDF988C1F}" srcOrd="0" destOrd="0" presId="urn:microsoft.com/office/officeart/2009/layout/CirclePictureHierarchy"/>
    <dgm:cxn modelId="{07BA19D3-CB14-4242-BA41-AFBFCC2D7E6F}" type="presParOf" srcId="{03A93520-16DA-4C0C-91D8-BBCDDF988C1F}" destId="{5BC55C57-E100-4F40-B211-4FE6F3D36D5F}" srcOrd="0" destOrd="0" presId="urn:microsoft.com/office/officeart/2009/layout/CirclePictureHierarchy"/>
    <dgm:cxn modelId="{5BB77BDF-22A0-4C07-BA64-CD4F1E26679F}" type="presParOf" srcId="{03A93520-16DA-4C0C-91D8-BBCDDF988C1F}" destId="{FDA84F20-5D55-4347-977F-FA601A52D9A5}" srcOrd="1" destOrd="0" presId="urn:microsoft.com/office/officeart/2009/layout/CirclePictureHierarchy"/>
    <dgm:cxn modelId="{AFB91477-EEC3-4DBE-BC5C-24333F667475}" type="presParOf" srcId="{33689D66-5768-4757-9C91-5C0CF723730F}" destId="{F121613D-D65D-4381-8D85-1C4D24C1C635}" srcOrd="1" destOrd="0" presId="urn:microsoft.com/office/officeart/2009/layout/CirclePictureHierarchy"/>
    <dgm:cxn modelId="{B0FE5CD6-E6C3-451E-A664-4ECCD26D93BF}" type="presParOf" srcId="{F121613D-D65D-4381-8D85-1C4D24C1C635}" destId="{7E35A0D7-0556-4DAE-B374-6001EFFBD975}" srcOrd="0" destOrd="0" presId="urn:microsoft.com/office/officeart/2009/layout/CirclePictureHierarchy"/>
    <dgm:cxn modelId="{1DDBA5E9-8E6E-4577-8129-0F98F8D59F28}" type="presParOf" srcId="{F121613D-D65D-4381-8D85-1C4D24C1C635}" destId="{DA955808-B4B3-4069-8C8B-D14BF036050F}" srcOrd="1" destOrd="0" presId="urn:microsoft.com/office/officeart/2009/layout/CirclePictureHierarchy"/>
    <dgm:cxn modelId="{7FA16905-0443-4553-B9AE-6F35416F5329}" type="presParOf" srcId="{DA955808-B4B3-4069-8C8B-D14BF036050F}" destId="{9F2B02FF-BA2E-4E6E-B732-1EDDEB034AF6}" srcOrd="0" destOrd="0" presId="urn:microsoft.com/office/officeart/2009/layout/CirclePictureHierarchy"/>
    <dgm:cxn modelId="{738D512E-1971-4CBA-A2EE-643D23F52CA9}" type="presParOf" srcId="{9F2B02FF-BA2E-4E6E-B732-1EDDEB034AF6}" destId="{150FD50D-93D3-4127-BF4F-A2F4227B8D58}" srcOrd="0" destOrd="0" presId="urn:microsoft.com/office/officeart/2009/layout/CirclePictureHierarchy"/>
    <dgm:cxn modelId="{B67CF9C1-AB81-412B-89C6-4ECB0A436890}" type="presParOf" srcId="{9F2B02FF-BA2E-4E6E-B732-1EDDEB034AF6}" destId="{B7B70EBB-6B05-4611-B763-C182968EF533}" srcOrd="1" destOrd="0" presId="urn:microsoft.com/office/officeart/2009/layout/CirclePictureHierarchy"/>
    <dgm:cxn modelId="{AFEAC786-D856-4202-9F53-9957EE726E99}" type="presParOf" srcId="{DA955808-B4B3-4069-8C8B-D14BF036050F}" destId="{5323AAD8-C5A2-4046-943C-F802128E469E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0A61B88-4B63-4CD9-9B83-9F40F827BBCC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BFE2A09-2983-4549-9778-93CAA8D8A5DA}">
      <dgm:prSet phldrT="[Text]"/>
      <dgm:spPr/>
      <dgm:t>
        <a:bodyPr/>
        <a:lstStyle/>
        <a:p>
          <a:r>
            <a:rPr lang="ru-RU" dirty="0"/>
            <a:t>Ранец</a:t>
          </a:r>
          <a:r>
            <a:rPr lang="en-US" dirty="0"/>
            <a:t> = 50</a:t>
          </a:r>
          <a:r>
            <a:rPr lang="ru-RU" dirty="0"/>
            <a:t> кг</a:t>
          </a:r>
        </a:p>
      </dgm:t>
    </dgm:pt>
    <dgm:pt modelId="{83EDC593-4924-4FA3-82E8-D5CF42BD4A4D}" type="parTrans" cxnId="{BB70DADE-FD97-4A13-A7E9-838CC7557123}">
      <dgm:prSet/>
      <dgm:spPr/>
      <dgm:t>
        <a:bodyPr/>
        <a:lstStyle/>
        <a:p>
          <a:endParaRPr lang="ru-RU"/>
        </a:p>
      </dgm:t>
    </dgm:pt>
    <dgm:pt modelId="{61E7688F-CC3A-4AA2-8ECE-098933901863}" type="sibTrans" cxnId="{BB70DADE-FD97-4A13-A7E9-838CC7557123}">
      <dgm:prSet/>
      <dgm:spPr/>
      <dgm:t>
        <a:bodyPr/>
        <a:lstStyle/>
        <a:p>
          <a:endParaRPr lang="ru-RU"/>
        </a:p>
      </dgm:t>
    </dgm:pt>
    <dgm:pt modelId="{7E1405CD-9FBC-4DC2-9BA4-9672F33E20FC}">
      <dgm:prSet phldrT="[Text]"/>
      <dgm:spPr/>
      <dgm:t>
        <a:bodyPr/>
        <a:lstStyle/>
        <a:p>
          <a:r>
            <a:rPr lang="ru-RU" dirty="0"/>
            <a:t>10кг</a:t>
          </a:r>
        </a:p>
      </dgm:t>
    </dgm:pt>
    <dgm:pt modelId="{99CCFA6D-74F9-44F0-922D-1704D21C836A}" type="parTrans" cxnId="{06295BC1-58BE-48D9-B163-152387F4FB5F}">
      <dgm:prSet/>
      <dgm:spPr/>
      <dgm:t>
        <a:bodyPr/>
        <a:lstStyle/>
        <a:p>
          <a:endParaRPr lang="ru-RU"/>
        </a:p>
      </dgm:t>
    </dgm:pt>
    <dgm:pt modelId="{247B611F-8C5F-4D4C-848F-E4C263DB5EC1}" type="sibTrans" cxnId="{06295BC1-58BE-48D9-B163-152387F4FB5F}">
      <dgm:prSet/>
      <dgm:spPr/>
      <dgm:t>
        <a:bodyPr/>
        <a:lstStyle/>
        <a:p>
          <a:endParaRPr lang="ru-RU"/>
        </a:p>
      </dgm:t>
    </dgm:pt>
    <dgm:pt modelId="{E3E9D959-F32E-4D58-BB5B-AD3BD94760F0}">
      <dgm:prSet phldrT="[Text]"/>
      <dgm:spPr/>
      <dgm:t>
        <a:bodyPr/>
        <a:lstStyle/>
        <a:p>
          <a:r>
            <a:rPr lang="ru-RU" dirty="0"/>
            <a:t>20кг</a:t>
          </a:r>
        </a:p>
      </dgm:t>
    </dgm:pt>
    <dgm:pt modelId="{1588EB82-839B-44AA-88BB-FB02F0229FC5}" type="parTrans" cxnId="{F4FD17BE-8E04-44AD-A36C-34301291122B}">
      <dgm:prSet/>
      <dgm:spPr/>
      <dgm:t>
        <a:bodyPr/>
        <a:lstStyle/>
        <a:p>
          <a:endParaRPr lang="ru-RU"/>
        </a:p>
      </dgm:t>
    </dgm:pt>
    <dgm:pt modelId="{B4934EF0-23DF-4B5E-8605-FEDA37C54416}" type="sibTrans" cxnId="{F4FD17BE-8E04-44AD-A36C-34301291122B}">
      <dgm:prSet/>
      <dgm:spPr/>
      <dgm:t>
        <a:bodyPr/>
        <a:lstStyle/>
        <a:p>
          <a:endParaRPr lang="ru-RU"/>
        </a:p>
      </dgm:t>
    </dgm:pt>
    <dgm:pt modelId="{47115CE7-7681-4538-8D54-AFAE324FF909}">
      <dgm:prSet phldrT="[Text]"/>
      <dgm:spPr/>
      <dgm:t>
        <a:bodyPr/>
        <a:lstStyle/>
        <a:p>
          <a:r>
            <a:rPr lang="ru-RU" dirty="0"/>
            <a:t>30кг</a:t>
          </a:r>
        </a:p>
      </dgm:t>
    </dgm:pt>
    <dgm:pt modelId="{F46228D5-29E7-4B7D-ACA9-5C733A2B1B09}" type="parTrans" cxnId="{486B97A6-9402-4332-928C-800803C874F6}">
      <dgm:prSet/>
      <dgm:spPr/>
      <dgm:t>
        <a:bodyPr/>
        <a:lstStyle/>
        <a:p>
          <a:endParaRPr lang="ru-RU"/>
        </a:p>
      </dgm:t>
    </dgm:pt>
    <dgm:pt modelId="{5D8ACA11-3C66-45C1-9CDD-55145145D481}" type="sibTrans" cxnId="{486B97A6-9402-4332-928C-800803C874F6}">
      <dgm:prSet/>
      <dgm:spPr/>
      <dgm:t>
        <a:bodyPr/>
        <a:lstStyle/>
        <a:p>
          <a:endParaRPr lang="ru-RU"/>
        </a:p>
      </dgm:t>
    </dgm:pt>
    <dgm:pt modelId="{0BC1CFFE-3E2F-4831-B734-756A9C38BB5E}">
      <dgm:prSet phldrT="[Text]"/>
      <dgm:spPr/>
      <dgm:t>
        <a:bodyPr/>
        <a:lstStyle/>
        <a:p>
          <a:r>
            <a:rPr lang="ru-RU" dirty="0"/>
            <a:t>20кг</a:t>
          </a:r>
        </a:p>
      </dgm:t>
    </dgm:pt>
    <dgm:pt modelId="{E1E9A403-73A1-445B-9963-28553F7A3905}" type="parTrans" cxnId="{B6F2A5B3-5069-4366-A069-23502EE16C98}">
      <dgm:prSet/>
      <dgm:spPr/>
      <dgm:t>
        <a:bodyPr/>
        <a:lstStyle/>
        <a:p>
          <a:endParaRPr lang="ru-RU"/>
        </a:p>
      </dgm:t>
    </dgm:pt>
    <dgm:pt modelId="{1A5D0830-A598-4287-A440-4E57E3AEEFBA}" type="sibTrans" cxnId="{B6F2A5B3-5069-4366-A069-23502EE16C98}">
      <dgm:prSet/>
      <dgm:spPr/>
      <dgm:t>
        <a:bodyPr/>
        <a:lstStyle/>
        <a:p>
          <a:endParaRPr lang="ru-RU"/>
        </a:p>
      </dgm:t>
    </dgm:pt>
    <dgm:pt modelId="{0EE27461-A7EC-46FA-85DB-311467944CBD}">
      <dgm:prSet phldrT="[Text]"/>
      <dgm:spPr/>
      <dgm:t>
        <a:bodyPr/>
        <a:lstStyle/>
        <a:p>
          <a:r>
            <a:rPr lang="ru-RU" dirty="0"/>
            <a:t>10 кг</a:t>
          </a:r>
        </a:p>
      </dgm:t>
    </dgm:pt>
    <dgm:pt modelId="{C8C235CA-0247-40D2-A02E-C2C4423796F9}" type="parTrans" cxnId="{3A58C243-4A6C-49C2-BB18-C0B68FBFDC1F}">
      <dgm:prSet/>
      <dgm:spPr/>
      <dgm:t>
        <a:bodyPr/>
        <a:lstStyle/>
        <a:p>
          <a:endParaRPr lang="ru-RU"/>
        </a:p>
      </dgm:t>
    </dgm:pt>
    <dgm:pt modelId="{A823DEE4-6BD6-4461-BCFE-182BB9FCC488}" type="sibTrans" cxnId="{3A58C243-4A6C-49C2-BB18-C0B68FBFDC1F}">
      <dgm:prSet/>
      <dgm:spPr/>
      <dgm:t>
        <a:bodyPr/>
        <a:lstStyle/>
        <a:p>
          <a:endParaRPr lang="ru-RU"/>
        </a:p>
      </dgm:t>
    </dgm:pt>
    <dgm:pt modelId="{A2281CB1-22D0-42E6-BB7F-632C37E2C25E}">
      <dgm:prSet/>
      <dgm:spPr/>
      <dgm:t>
        <a:bodyPr/>
        <a:lstStyle/>
        <a:p>
          <a:endParaRPr lang="ru-RU"/>
        </a:p>
      </dgm:t>
    </dgm:pt>
    <dgm:pt modelId="{3F46DD5C-2EC9-481B-ACA6-B1002783E8B9}" type="parTrans" cxnId="{7ED637B6-148A-4EF4-8DBD-73790455BC03}">
      <dgm:prSet/>
      <dgm:spPr/>
      <dgm:t>
        <a:bodyPr/>
        <a:lstStyle/>
        <a:p>
          <a:endParaRPr lang="ru-RU"/>
        </a:p>
      </dgm:t>
    </dgm:pt>
    <dgm:pt modelId="{55BDA387-2413-4C1E-B546-E06A5AA2F31C}" type="sibTrans" cxnId="{7ED637B6-148A-4EF4-8DBD-73790455BC03}">
      <dgm:prSet/>
      <dgm:spPr/>
      <dgm:t>
        <a:bodyPr/>
        <a:lstStyle/>
        <a:p>
          <a:endParaRPr lang="ru-RU"/>
        </a:p>
      </dgm:t>
    </dgm:pt>
    <dgm:pt modelId="{F6EA6C77-2217-4D3E-BE1B-C0420B77C730}">
      <dgm:prSet/>
      <dgm:spPr/>
      <dgm:t>
        <a:bodyPr/>
        <a:lstStyle/>
        <a:p>
          <a:endParaRPr lang="ru-RU"/>
        </a:p>
      </dgm:t>
    </dgm:pt>
    <dgm:pt modelId="{278871B1-BEFD-4B35-81EB-1D0275E7FE09}" type="parTrans" cxnId="{322C95A2-A924-49ED-8E90-C712B9B074AF}">
      <dgm:prSet/>
      <dgm:spPr/>
      <dgm:t>
        <a:bodyPr/>
        <a:lstStyle/>
        <a:p>
          <a:endParaRPr lang="ru-RU"/>
        </a:p>
      </dgm:t>
    </dgm:pt>
    <dgm:pt modelId="{A6D68B69-AE35-46A7-B1EB-6424E95D0AAC}" type="sibTrans" cxnId="{322C95A2-A924-49ED-8E90-C712B9B074AF}">
      <dgm:prSet/>
      <dgm:spPr/>
      <dgm:t>
        <a:bodyPr/>
        <a:lstStyle/>
        <a:p>
          <a:endParaRPr lang="ru-RU"/>
        </a:p>
      </dgm:t>
    </dgm:pt>
    <dgm:pt modelId="{750D6A52-7F0A-4988-BC27-9F659897B723}">
      <dgm:prSet/>
      <dgm:spPr/>
      <dgm:t>
        <a:bodyPr/>
        <a:lstStyle/>
        <a:p>
          <a:endParaRPr lang="ru-RU"/>
        </a:p>
      </dgm:t>
    </dgm:pt>
    <dgm:pt modelId="{7B8D5328-5351-4DBF-8ABE-A35ABB6793F1}" type="parTrans" cxnId="{AD8575A2-F48A-4D28-8685-46EA64519BB2}">
      <dgm:prSet/>
      <dgm:spPr/>
      <dgm:t>
        <a:bodyPr/>
        <a:lstStyle/>
        <a:p>
          <a:endParaRPr lang="ru-RU"/>
        </a:p>
      </dgm:t>
    </dgm:pt>
    <dgm:pt modelId="{CEB161FB-389B-4B43-9B01-34FB435605BD}" type="sibTrans" cxnId="{AD8575A2-F48A-4D28-8685-46EA64519BB2}">
      <dgm:prSet/>
      <dgm:spPr/>
      <dgm:t>
        <a:bodyPr/>
        <a:lstStyle/>
        <a:p>
          <a:endParaRPr lang="ru-RU"/>
        </a:p>
      </dgm:t>
    </dgm:pt>
    <dgm:pt modelId="{D4981A48-B2C3-45BC-90BD-3AC7F4668385}">
      <dgm:prSet/>
      <dgm:spPr/>
      <dgm:t>
        <a:bodyPr/>
        <a:lstStyle/>
        <a:p>
          <a:endParaRPr lang="ru-RU"/>
        </a:p>
      </dgm:t>
    </dgm:pt>
    <dgm:pt modelId="{95A71725-C030-41B7-9946-CB900A05B8EA}" type="parTrans" cxnId="{4B07177D-6C5A-4CD1-94C1-7436BF3A7855}">
      <dgm:prSet/>
      <dgm:spPr/>
      <dgm:t>
        <a:bodyPr/>
        <a:lstStyle/>
        <a:p>
          <a:endParaRPr lang="ru-RU"/>
        </a:p>
      </dgm:t>
    </dgm:pt>
    <dgm:pt modelId="{8DFE9155-60DA-4257-9022-72C25EF7DE1F}" type="sibTrans" cxnId="{4B07177D-6C5A-4CD1-94C1-7436BF3A7855}">
      <dgm:prSet/>
      <dgm:spPr/>
      <dgm:t>
        <a:bodyPr/>
        <a:lstStyle/>
        <a:p>
          <a:endParaRPr lang="ru-RU"/>
        </a:p>
      </dgm:t>
    </dgm:pt>
    <dgm:pt modelId="{4CE56C23-EC10-42C5-8632-89BC47CBE193}">
      <dgm:prSet/>
      <dgm:spPr/>
      <dgm:t>
        <a:bodyPr/>
        <a:lstStyle/>
        <a:p>
          <a:endParaRPr lang="ru-RU"/>
        </a:p>
      </dgm:t>
    </dgm:pt>
    <dgm:pt modelId="{564A7CAF-9DF0-456A-B5FA-BC430BABC4D1}" type="parTrans" cxnId="{61978F36-0413-42A7-B160-AB85CA1DC709}">
      <dgm:prSet/>
      <dgm:spPr/>
      <dgm:t>
        <a:bodyPr/>
        <a:lstStyle/>
        <a:p>
          <a:endParaRPr lang="ru-RU"/>
        </a:p>
      </dgm:t>
    </dgm:pt>
    <dgm:pt modelId="{E9C709F9-9E23-4DD6-A20C-24F6EA7F9CAA}" type="sibTrans" cxnId="{61978F36-0413-42A7-B160-AB85CA1DC709}">
      <dgm:prSet/>
      <dgm:spPr/>
      <dgm:t>
        <a:bodyPr/>
        <a:lstStyle/>
        <a:p>
          <a:endParaRPr lang="ru-RU"/>
        </a:p>
      </dgm:t>
    </dgm:pt>
    <dgm:pt modelId="{B70B8E1A-E92A-43CF-97BC-80A920D06034}">
      <dgm:prSet/>
      <dgm:spPr/>
      <dgm:t>
        <a:bodyPr/>
        <a:lstStyle/>
        <a:p>
          <a:endParaRPr lang="ru-RU"/>
        </a:p>
      </dgm:t>
    </dgm:pt>
    <dgm:pt modelId="{CFA95237-6DD2-42D1-B779-E291FB6B515B}" type="parTrans" cxnId="{25618982-71F2-4F23-86D2-B4DD4E3567AE}">
      <dgm:prSet/>
      <dgm:spPr/>
      <dgm:t>
        <a:bodyPr/>
        <a:lstStyle/>
        <a:p>
          <a:endParaRPr lang="ru-RU"/>
        </a:p>
      </dgm:t>
    </dgm:pt>
    <dgm:pt modelId="{3765B00B-7659-442E-9995-960578B93C49}" type="sibTrans" cxnId="{25618982-71F2-4F23-86D2-B4DD4E3567AE}">
      <dgm:prSet/>
      <dgm:spPr/>
      <dgm:t>
        <a:bodyPr/>
        <a:lstStyle/>
        <a:p>
          <a:endParaRPr lang="ru-RU"/>
        </a:p>
      </dgm:t>
    </dgm:pt>
    <dgm:pt modelId="{7602CC2F-85FA-4C7D-9206-E21ED5F5D716}">
      <dgm:prSet/>
      <dgm:spPr/>
      <dgm:t>
        <a:bodyPr/>
        <a:lstStyle/>
        <a:p>
          <a:endParaRPr lang="ru-RU"/>
        </a:p>
      </dgm:t>
    </dgm:pt>
    <dgm:pt modelId="{1DA25B77-2AC5-4DC6-AE4D-34109FC300E0}" type="parTrans" cxnId="{0F8B6D8D-2F18-48C6-A250-B32223815C7F}">
      <dgm:prSet/>
      <dgm:spPr/>
      <dgm:t>
        <a:bodyPr/>
        <a:lstStyle/>
        <a:p>
          <a:endParaRPr lang="ru-RU"/>
        </a:p>
      </dgm:t>
    </dgm:pt>
    <dgm:pt modelId="{1F8C617C-328E-41BA-9218-0359D4943F4E}" type="sibTrans" cxnId="{0F8B6D8D-2F18-48C6-A250-B32223815C7F}">
      <dgm:prSet/>
      <dgm:spPr/>
      <dgm:t>
        <a:bodyPr/>
        <a:lstStyle/>
        <a:p>
          <a:endParaRPr lang="ru-RU"/>
        </a:p>
      </dgm:t>
    </dgm:pt>
    <dgm:pt modelId="{1CDFB25A-6D66-4373-A9D2-E9B63BA7071D}">
      <dgm:prSet/>
      <dgm:spPr/>
      <dgm:t>
        <a:bodyPr/>
        <a:lstStyle/>
        <a:p>
          <a:endParaRPr lang="ru-RU"/>
        </a:p>
      </dgm:t>
    </dgm:pt>
    <dgm:pt modelId="{A71C0EF6-9DF1-4AD4-A9CD-05AF41141627}" type="parTrans" cxnId="{81B12F09-95DF-4CD4-A263-D97B844FE355}">
      <dgm:prSet/>
      <dgm:spPr/>
      <dgm:t>
        <a:bodyPr/>
        <a:lstStyle/>
        <a:p>
          <a:endParaRPr lang="ru-RU"/>
        </a:p>
      </dgm:t>
    </dgm:pt>
    <dgm:pt modelId="{29138EED-4259-4227-8206-02FE95CDEF44}" type="sibTrans" cxnId="{81B12F09-95DF-4CD4-A263-D97B844FE355}">
      <dgm:prSet/>
      <dgm:spPr/>
      <dgm:t>
        <a:bodyPr/>
        <a:lstStyle/>
        <a:p>
          <a:endParaRPr lang="ru-RU"/>
        </a:p>
      </dgm:t>
    </dgm:pt>
    <dgm:pt modelId="{62D505AE-25B9-4594-8152-CF6CEF988468}">
      <dgm:prSet/>
      <dgm:spPr/>
      <dgm:t>
        <a:bodyPr/>
        <a:lstStyle/>
        <a:p>
          <a:endParaRPr lang="ru-RU"/>
        </a:p>
      </dgm:t>
    </dgm:pt>
    <dgm:pt modelId="{9643C484-EB83-4020-8599-E9B8F4AC1E40}" type="parTrans" cxnId="{1BB1AB2F-1444-44EA-912C-E0806FDB5FC0}">
      <dgm:prSet/>
      <dgm:spPr/>
      <dgm:t>
        <a:bodyPr/>
        <a:lstStyle/>
        <a:p>
          <a:endParaRPr lang="ru-RU"/>
        </a:p>
      </dgm:t>
    </dgm:pt>
    <dgm:pt modelId="{1AAADF8A-2D7A-4656-93E8-00985424B964}" type="sibTrans" cxnId="{1BB1AB2F-1444-44EA-912C-E0806FDB5FC0}">
      <dgm:prSet/>
      <dgm:spPr/>
      <dgm:t>
        <a:bodyPr/>
        <a:lstStyle/>
        <a:p>
          <a:endParaRPr lang="ru-RU"/>
        </a:p>
      </dgm:t>
    </dgm:pt>
    <dgm:pt modelId="{DBB2F0AC-C957-488D-AD09-4160BF593FAC}">
      <dgm:prSet/>
      <dgm:spPr/>
      <dgm:t>
        <a:bodyPr/>
        <a:lstStyle/>
        <a:p>
          <a:endParaRPr lang="ru-RU"/>
        </a:p>
      </dgm:t>
    </dgm:pt>
    <dgm:pt modelId="{593CA8C2-BFCE-4EE3-96DB-5E9CF5F2EA5C}" type="parTrans" cxnId="{9185EF9F-1F9C-4270-A36C-F5880EDA03BC}">
      <dgm:prSet/>
      <dgm:spPr/>
      <dgm:t>
        <a:bodyPr/>
        <a:lstStyle/>
        <a:p>
          <a:endParaRPr lang="ru-RU"/>
        </a:p>
      </dgm:t>
    </dgm:pt>
    <dgm:pt modelId="{FC2470C3-DC31-4D67-B571-1EC568FF374E}" type="sibTrans" cxnId="{9185EF9F-1F9C-4270-A36C-F5880EDA03BC}">
      <dgm:prSet/>
      <dgm:spPr/>
      <dgm:t>
        <a:bodyPr/>
        <a:lstStyle/>
        <a:p>
          <a:endParaRPr lang="ru-RU"/>
        </a:p>
      </dgm:t>
    </dgm:pt>
    <dgm:pt modelId="{24CBE57F-FE42-472A-A1E8-247B174827E5}" type="pres">
      <dgm:prSet presAssocID="{80A61B88-4B63-4CD9-9B83-9F40F827BBC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3DA2DFA-69D0-40CC-8DC3-1A1A58E059D5}" type="pres">
      <dgm:prSet presAssocID="{EBFE2A09-2983-4549-9778-93CAA8D8A5DA}" presName="hierRoot1" presStyleCnt="0"/>
      <dgm:spPr/>
    </dgm:pt>
    <dgm:pt modelId="{8EAC4FE0-D28C-4870-9AD3-17B86C52C2E9}" type="pres">
      <dgm:prSet presAssocID="{EBFE2A09-2983-4549-9778-93CAA8D8A5DA}" presName="composite" presStyleCnt="0"/>
      <dgm:spPr/>
    </dgm:pt>
    <dgm:pt modelId="{749E9118-8FE0-490D-8E64-1509EA5BE491}" type="pres">
      <dgm:prSet presAssocID="{EBFE2A09-2983-4549-9778-93CAA8D8A5DA}" presName="image" presStyleLbl="node0" presStyleIdx="0" presStyleCnt="1" custLinFactNeighborX="15860" custLinFactNeighborY="-864"/>
      <dgm:spPr/>
    </dgm:pt>
    <dgm:pt modelId="{EED6B418-7F2E-4758-832B-D8F9477D36EB}" type="pres">
      <dgm:prSet presAssocID="{EBFE2A09-2983-4549-9778-93CAA8D8A5DA}" presName="text" presStyleLbl="revTx" presStyleIdx="0" presStyleCnt="16" custScaleX="133342" custScaleY="58306" custLinFactNeighborX="33620" custLinFactNeighborY="3376">
        <dgm:presLayoutVars>
          <dgm:chPref val="3"/>
        </dgm:presLayoutVars>
      </dgm:prSet>
      <dgm:spPr/>
    </dgm:pt>
    <dgm:pt modelId="{B859BDA3-12DB-45D4-8B2B-9C47C9442D8D}" type="pres">
      <dgm:prSet presAssocID="{EBFE2A09-2983-4549-9778-93CAA8D8A5DA}" presName="hierChild2" presStyleCnt="0"/>
      <dgm:spPr/>
    </dgm:pt>
    <dgm:pt modelId="{F96DD89A-C8B5-4976-A2A4-5C1875C030D3}" type="pres">
      <dgm:prSet presAssocID="{99CCFA6D-74F9-44F0-922D-1704D21C836A}" presName="Name10" presStyleLbl="parChTrans1D2" presStyleIdx="0" presStyleCnt="3"/>
      <dgm:spPr/>
    </dgm:pt>
    <dgm:pt modelId="{8257495D-42DD-48DA-AEC7-01BAD1ECC9CE}" type="pres">
      <dgm:prSet presAssocID="{7E1405CD-9FBC-4DC2-9BA4-9672F33E20FC}" presName="hierRoot2" presStyleCnt="0"/>
      <dgm:spPr/>
    </dgm:pt>
    <dgm:pt modelId="{A6B699B6-E7E2-4A19-8763-EA81E98326BB}" type="pres">
      <dgm:prSet presAssocID="{7E1405CD-9FBC-4DC2-9BA4-9672F33E20FC}" presName="composite2" presStyleCnt="0"/>
      <dgm:spPr/>
    </dgm:pt>
    <dgm:pt modelId="{7DE8EAD2-9D2B-4B25-A420-4D1D85819D51}" type="pres">
      <dgm:prSet presAssocID="{7E1405CD-9FBC-4DC2-9BA4-9672F33E20FC}" presName="image2" presStyleLbl="node2" presStyleIdx="0" presStyleCnt="3"/>
      <dgm:spPr/>
    </dgm:pt>
    <dgm:pt modelId="{C2DC86A6-075C-483C-B2C1-A98A234EA371}" type="pres">
      <dgm:prSet presAssocID="{7E1405CD-9FBC-4DC2-9BA4-9672F33E20FC}" presName="text2" presStyleLbl="revTx" presStyleIdx="1" presStyleCnt="16" custLinFactNeighborX="9205" custLinFactNeighborY="2514">
        <dgm:presLayoutVars>
          <dgm:chPref val="3"/>
        </dgm:presLayoutVars>
      </dgm:prSet>
      <dgm:spPr/>
    </dgm:pt>
    <dgm:pt modelId="{92DDD45E-906A-45BD-9B85-CAE5538FA251}" type="pres">
      <dgm:prSet presAssocID="{7E1405CD-9FBC-4DC2-9BA4-9672F33E20FC}" presName="hierChild3" presStyleCnt="0"/>
      <dgm:spPr/>
    </dgm:pt>
    <dgm:pt modelId="{0E690FD6-1CFB-40CF-8A24-8D8EDD4B84E5}" type="pres">
      <dgm:prSet presAssocID="{1588EB82-839B-44AA-88BB-FB02F0229FC5}" presName="Name17" presStyleLbl="parChTrans1D3" presStyleIdx="0" presStyleCnt="6"/>
      <dgm:spPr/>
    </dgm:pt>
    <dgm:pt modelId="{1DB1B18B-DC7A-49A9-A424-D16E0477897A}" type="pres">
      <dgm:prSet presAssocID="{E3E9D959-F32E-4D58-BB5B-AD3BD94760F0}" presName="hierRoot3" presStyleCnt="0"/>
      <dgm:spPr/>
    </dgm:pt>
    <dgm:pt modelId="{18F49F90-1D12-4327-AD38-70E16B47FCC0}" type="pres">
      <dgm:prSet presAssocID="{E3E9D959-F32E-4D58-BB5B-AD3BD94760F0}" presName="composite3" presStyleCnt="0"/>
      <dgm:spPr/>
    </dgm:pt>
    <dgm:pt modelId="{8E08740A-ACE9-4ADF-AC38-1F6D8FF5F2A0}" type="pres">
      <dgm:prSet presAssocID="{E3E9D959-F32E-4D58-BB5B-AD3BD94760F0}" presName="image3" presStyleLbl="node3" presStyleIdx="0" presStyleCnt="6"/>
      <dgm:spPr/>
    </dgm:pt>
    <dgm:pt modelId="{A5FB6577-6AC4-47C2-84F4-C21480AF3091}" type="pres">
      <dgm:prSet presAssocID="{E3E9D959-F32E-4D58-BB5B-AD3BD94760F0}" presName="text3" presStyleLbl="revTx" presStyleIdx="2" presStyleCnt="16">
        <dgm:presLayoutVars>
          <dgm:chPref val="3"/>
        </dgm:presLayoutVars>
      </dgm:prSet>
      <dgm:spPr/>
    </dgm:pt>
    <dgm:pt modelId="{8409E2AA-6889-4D3E-882A-591A9258CD97}" type="pres">
      <dgm:prSet presAssocID="{E3E9D959-F32E-4D58-BB5B-AD3BD94760F0}" presName="hierChild4" presStyleCnt="0"/>
      <dgm:spPr/>
    </dgm:pt>
    <dgm:pt modelId="{F8373A36-218C-40FB-A674-2A47B06B5221}" type="pres">
      <dgm:prSet presAssocID="{CFA95237-6DD2-42D1-B779-E291FB6B515B}" presName="Name23" presStyleLbl="parChTrans1D4" presStyleIdx="0" presStyleCnt="6"/>
      <dgm:spPr/>
    </dgm:pt>
    <dgm:pt modelId="{420EF367-8ABB-4BF4-9299-9C083E774816}" type="pres">
      <dgm:prSet presAssocID="{B70B8E1A-E92A-43CF-97BC-80A920D06034}" presName="hierRoot4" presStyleCnt="0"/>
      <dgm:spPr/>
    </dgm:pt>
    <dgm:pt modelId="{D0D4E06F-0CF3-4726-864E-694B18B698D0}" type="pres">
      <dgm:prSet presAssocID="{B70B8E1A-E92A-43CF-97BC-80A920D06034}" presName="composite4" presStyleCnt="0"/>
      <dgm:spPr/>
    </dgm:pt>
    <dgm:pt modelId="{329964B8-F879-4271-82DF-0B62F04D2E21}" type="pres">
      <dgm:prSet presAssocID="{B70B8E1A-E92A-43CF-97BC-80A920D06034}" presName="image4" presStyleLbl="node4" presStyleIdx="0" presStyleCnt="6"/>
      <dgm:spPr/>
    </dgm:pt>
    <dgm:pt modelId="{3F748BAB-4FFF-4EFD-B1CF-22956BFC67BA}" type="pres">
      <dgm:prSet presAssocID="{B70B8E1A-E92A-43CF-97BC-80A920D06034}" presName="text4" presStyleLbl="revTx" presStyleIdx="3" presStyleCnt="16">
        <dgm:presLayoutVars>
          <dgm:chPref val="3"/>
        </dgm:presLayoutVars>
      </dgm:prSet>
      <dgm:spPr/>
    </dgm:pt>
    <dgm:pt modelId="{231A264D-F118-48C5-8C1B-3ACB428B7362}" type="pres">
      <dgm:prSet presAssocID="{B70B8E1A-E92A-43CF-97BC-80A920D06034}" presName="hierChild5" presStyleCnt="0"/>
      <dgm:spPr/>
    </dgm:pt>
    <dgm:pt modelId="{BA9EC803-4DEA-4EFD-9CE2-E7905B6B3FE8}" type="pres">
      <dgm:prSet presAssocID="{F46228D5-29E7-4B7D-ACA9-5C733A2B1B09}" presName="Name17" presStyleLbl="parChTrans1D3" presStyleIdx="1" presStyleCnt="6"/>
      <dgm:spPr/>
    </dgm:pt>
    <dgm:pt modelId="{FB1E3117-606D-4679-BB27-19B6D9CF0545}" type="pres">
      <dgm:prSet presAssocID="{47115CE7-7681-4538-8D54-AFAE324FF909}" presName="hierRoot3" presStyleCnt="0"/>
      <dgm:spPr/>
    </dgm:pt>
    <dgm:pt modelId="{68DC996C-5651-49A1-BB8C-B30E6BE79D11}" type="pres">
      <dgm:prSet presAssocID="{47115CE7-7681-4538-8D54-AFAE324FF909}" presName="composite3" presStyleCnt="0"/>
      <dgm:spPr/>
    </dgm:pt>
    <dgm:pt modelId="{08AAAF30-A45A-4BDB-8C6F-937939875675}" type="pres">
      <dgm:prSet presAssocID="{47115CE7-7681-4538-8D54-AFAE324FF909}" presName="image3" presStyleLbl="node3" presStyleIdx="1" presStyleCnt="6"/>
      <dgm:spPr/>
    </dgm:pt>
    <dgm:pt modelId="{5B769DB7-7CC8-40D7-B014-8D7F5F2CB90E}" type="pres">
      <dgm:prSet presAssocID="{47115CE7-7681-4538-8D54-AFAE324FF909}" presName="text3" presStyleLbl="revTx" presStyleIdx="4" presStyleCnt="16">
        <dgm:presLayoutVars>
          <dgm:chPref val="3"/>
        </dgm:presLayoutVars>
      </dgm:prSet>
      <dgm:spPr/>
    </dgm:pt>
    <dgm:pt modelId="{B543FB28-68F7-4DE3-9AEB-AE58FBB217A8}" type="pres">
      <dgm:prSet presAssocID="{47115CE7-7681-4538-8D54-AFAE324FF909}" presName="hierChild4" presStyleCnt="0"/>
      <dgm:spPr/>
    </dgm:pt>
    <dgm:pt modelId="{E5AE977D-10AD-421D-A419-E8B0B7AF9CB6}" type="pres">
      <dgm:prSet presAssocID="{564A7CAF-9DF0-456A-B5FA-BC430BABC4D1}" presName="Name23" presStyleLbl="parChTrans1D4" presStyleIdx="1" presStyleCnt="6"/>
      <dgm:spPr/>
    </dgm:pt>
    <dgm:pt modelId="{3109B0A9-9984-4EE1-B684-763D14024C4C}" type="pres">
      <dgm:prSet presAssocID="{4CE56C23-EC10-42C5-8632-89BC47CBE193}" presName="hierRoot4" presStyleCnt="0"/>
      <dgm:spPr/>
    </dgm:pt>
    <dgm:pt modelId="{D6836355-ACBE-499A-9BEB-34255FF584AE}" type="pres">
      <dgm:prSet presAssocID="{4CE56C23-EC10-42C5-8632-89BC47CBE193}" presName="composite4" presStyleCnt="0"/>
      <dgm:spPr/>
    </dgm:pt>
    <dgm:pt modelId="{DE85BA8B-1681-44A1-BFE3-71EBF0CF2CCD}" type="pres">
      <dgm:prSet presAssocID="{4CE56C23-EC10-42C5-8632-89BC47CBE193}" presName="image4" presStyleLbl="node4" presStyleIdx="1" presStyleCnt="6"/>
      <dgm:spPr/>
    </dgm:pt>
    <dgm:pt modelId="{0CB4003B-4EB6-4003-8754-006EEEDEC6F6}" type="pres">
      <dgm:prSet presAssocID="{4CE56C23-EC10-42C5-8632-89BC47CBE193}" presName="text4" presStyleLbl="revTx" presStyleIdx="5" presStyleCnt="16">
        <dgm:presLayoutVars>
          <dgm:chPref val="3"/>
        </dgm:presLayoutVars>
      </dgm:prSet>
      <dgm:spPr/>
    </dgm:pt>
    <dgm:pt modelId="{75A69B52-4C19-411D-8449-A080B7D5A700}" type="pres">
      <dgm:prSet presAssocID="{4CE56C23-EC10-42C5-8632-89BC47CBE193}" presName="hierChild5" presStyleCnt="0"/>
      <dgm:spPr/>
    </dgm:pt>
    <dgm:pt modelId="{00EDDF60-040F-4F8B-9BDA-1EC610D15A78}" type="pres">
      <dgm:prSet presAssocID="{E1E9A403-73A1-445B-9963-28553F7A3905}" presName="Name10" presStyleLbl="parChTrans1D2" presStyleIdx="1" presStyleCnt="3"/>
      <dgm:spPr/>
    </dgm:pt>
    <dgm:pt modelId="{FBCC068D-CD08-421B-BB56-57645FF521C2}" type="pres">
      <dgm:prSet presAssocID="{0BC1CFFE-3E2F-4831-B734-756A9C38BB5E}" presName="hierRoot2" presStyleCnt="0"/>
      <dgm:spPr/>
    </dgm:pt>
    <dgm:pt modelId="{86BC6AFE-261C-472C-8159-D73827371D92}" type="pres">
      <dgm:prSet presAssocID="{0BC1CFFE-3E2F-4831-B734-756A9C38BB5E}" presName="composite2" presStyleCnt="0"/>
      <dgm:spPr/>
    </dgm:pt>
    <dgm:pt modelId="{2F521E0B-71D1-4C25-A063-63D5561FBFC9}" type="pres">
      <dgm:prSet presAssocID="{0BC1CFFE-3E2F-4831-B734-756A9C38BB5E}" presName="image2" presStyleLbl="node2" presStyleIdx="1" presStyleCnt="3"/>
      <dgm:spPr/>
    </dgm:pt>
    <dgm:pt modelId="{453085C8-BF73-48E9-9EBA-02045E24E890}" type="pres">
      <dgm:prSet presAssocID="{0BC1CFFE-3E2F-4831-B734-756A9C38BB5E}" presName="text2" presStyleLbl="revTx" presStyleIdx="6" presStyleCnt="16" custScaleY="72580">
        <dgm:presLayoutVars>
          <dgm:chPref val="3"/>
        </dgm:presLayoutVars>
      </dgm:prSet>
      <dgm:spPr/>
    </dgm:pt>
    <dgm:pt modelId="{CC3771D0-B29D-492C-BB45-5374FEDB8EC3}" type="pres">
      <dgm:prSet presAssocID="{0BC1CFFE-3E2F-4831-B734-756A9C38BB5E}" presName="hierChild3" presStyleCnt="0"/>
      <dgm:spPr/>
    </dgm:pt>
    <dgm:pt modelId="{C94CA8CC-F54C-4523-B66A-46875DDEB2B5}" type="pres">
      <dgm:prSet presAssocID="{C8C235CA-0247-40D2-A02E-C2C4423796F9}" presName="Name17" presStyleLbl="parChTrans1D3" presStyleIdx="2" presStyleCnt="6"/>
      <dgm:spPr/>
    </dgm:pt>
    <dgm:pt modelId="{A4DCD14C-267F-431D-92E7-EF3D36BE7035}" type="pres">
      <dgm:prSet presAssocID="{0EE27461-A7EC-46FA-85DB-311467944CBD}" presName="hierRoot3" presStyleCnt="0"/>
      <dgm:spPr/>
    </dgm:pt>
    <dgm:pt modelId="{EB44E9B7-A705-4A8A-8125-91F2F5BAE40F}" type="pres">
      <dgm:prSet presAssocID="{0EE27461-A7EC-46FA-85DB-311467944CBD}" presName="composite3" presStyleCnt="0"/>
      <dgm:spPr/>
    </dgm:pt>
    <dgm:pt modelId="{4E9F4ECD-5D6E-46D0-95EB-69D943D11FD3}" type="pres">
      <dgm:prSet presAssocID="{0EE27461-A7EC-46FA-85DB-311467944CBD}" presName="image3" presStyleLbl="node3" presStyleIdx="2" presStyleCnt="6"/>
      <dgm:spPr/>
    </dgm:pt>
    <dgm:pt modelId="{EA13E7C2-E9EA-4052-8238-2D9C734DC371}" type="pres">
      <dgm:prSet presAssocID="{0EE27461-A7EC-46FA-85DB-311467944CBD}" presName="text3" presStyleLbl="revTx" presStyleIdx="7" presStyleCnt="16" custLinFactNeighborX="865" custLinFactNeighborY="13343">
        <dgm:presLayoutVars>
          <dgm:chPref val="3"/>
        </dgm:presLayoutVars>
      </dgm:prSet>
      <dgm:spPr/>
    </dgm:pt>
    <dgm:pt modelId="{F3CBF788-84D5-4D53-BAF3-3844EAAD1B96}" type="pres">
      <dgm:prSet presAssocID="{0EE27461-A7EC-46FA-85DB-311467944CBD}" presName="hierChild4" presStyleCnt="0"/>
      <dgm:spPr/>
    </dgm:pt>
    <dgm:pt modelId="{910C396D-0CE3-446E-A4AD-2F8E480471D0}" type="pres">
      <dgm:prSet presAssocID="{1DA25B77-2AC5-4DC6-AE4D-34109FC300E0}" presName="Name23" presStyleLbl="parChTrans1D4" presStyleIdx="2" presStyleCnt="6"/>
      <dgm:spPr/>
    </dgm:pt>
    <dgm:pt modelId="{DD492349-3BC0-423A-8760-52FB61B2728F}" type="pres">
      <dgm:prSet presAssocID="{7602CC2F-85FA-4C7D-9206-E21ED5F5D716}" presName="hierRoot4" presStyleCnt="0"/>
      <dgm:spPr/>
    </dgm:pt>
    <dgm:pt modelId="{2A3E72E5-AA2A-41C8-A190-EA2D25702D34}" type="pres">
      <dgm:prSet presAssocID="{7602CC2F-85FA-4C7D-9206-E21ED5F5D716}" presName="composite4" presStyleCnt="0"/>
      <dgm:spPr/>
    </dgm:pt>
    <dgm:pt modelId="{C746EE18-02D7-47A8-8435-D14896E9D417}" type="pres">
      <dgm:prSet presAssocID="{7602CC2F-85FA-4C7D-9206-E21ED5F5D716}" presName="image4" presStyleLbl="node4" presStyleIdx="2" presStyleCnt="6"/>
      <dgm:spPr/>
    </dgm:pt>
    <dgm:pt modelId="{382FBA4E-20FE-4989-9DE1-E0C04740AA74}" type="pres">
      <dgm:prSet presAssocID="{7602CC2F-85FA-4C7D-9206-E21ED5F5D716}" presName="text4" presStyleLbl="revTx" presStyleIdx="8" presStyleCnt="16">
        <dgm:presLayoutVars>
          <dgm:chPref val="3"/>
        </dgm:presLayoutVars>
      </dgm:prSet>
      <dgm:spPr/>
    </dgm:pt>
    <dgm:pt modelId="{F6B8580F-CDE7-4F0D-8A2B-05B78E8DF089}" type="pres">
      <dgm:prSet presAssocID="{7602CC2F-85FA-4C7D-9206-E21ED5F5D716}" presName="hierChild5" presStyleCnt="0"/>
      <dgm:spPr/>
    </dgm:pt>
    <dgm:pt modelId="{B8BF6428-C0DA-4AF4-8EA6-E1833B8759E7}" type="pres">
      <dgm:prSet presAssocID="{278871B1-BEFD-4B35-81EB-1D0275E7FE09}" presName="Name17" presStyleLbl="parChTrans1D3" presStyleIdx="3" presStyleCnt="6"/>
      <dgm:spPr/>
    </dgm:pt>
    <dgm:pt modelId="{A6C21A9D-A0BE-4DD5-A6AF-5C7C6F0B5166}" type="pres">
      <dgm:prSet presAssocID="{F6EA6C77-2217-4D3E-BE1B-C0420B77C730}" presName="hierRoot3" presStyleCnt="0"/>
      <dgm:spPr/>
    </dgm:pt>
    <dgm:pt modelId="{B67055C1-8FDC-41CE-9C27-13B79CC93781}" type="pres">
      <dgm:prSet presAssocID="{F6EA6C77-2217-4D3E-BE1B-C0420B77C730}" presName="composite3" presStyleCnt="0"/>
      <dgm:spPr/>
    </dgm:pt>
    <dgm:pt modelId="{D79E062F-5398-4F0A-A448-A5C48C4F0857}" type="pres">
      <dgm:prSet presAssocID="{F6EA6C77-2217-4D3E-BE1B-C0420B77C730}" presName="image3" presStyleLbl="node3" presStyleIdx="3" presStyleCnt="6"/>
      <dgm:spPr/>
    </dgm:pt>
    <dgm:pt modelId="{CFAEED46-3158-4900-8090-8F268222F669}" type="pres">
      <dgm:prSet presAssocID="{F6EA6C77-2217-4D3E-BE1B-C0420B77C730}" presName="text3" presStyleLbl="revTx" presStyleIdx="9" presStyleCnt="16">
        <dgm:presLayoutVars>
          <dgm:chPref val="3"/>
        </dgm:presLayoutVars>
      </dgm:prSet>
      <dgm:spPr/>
    </dgm:pt>
    <dgm:pt modelId="{55BEF097-7BC6-4E92-B6F9-541B19C11DFD}" type="pres">
      <dgm:prSet presAssocID="{F6EA6C77-2217-4D3E-BE1B-C0420B77C730}" presName="hierChild4" presStyleCnt="0"/>
      <dgm:spPr/>
    </dgm:pt>
    <dgm:pt modelId="{3629F2EF-7D71-451D-847A-234FC9C7CFC9}" type="pres">
      <dgm:prSet presAssocID="{A71C0EF6-9DF1-4AD4-A9CD-05AF41141627}" presName="Name23" presStyleLbl="parChTrans1D4" presStyleIdx="3" presStyleCnt="6"/>
      <dgm:spPr/>
    </dgm:pt>
    <dgm:pt modelId="{AF891E4D-75FA-4B5C-A32E-91254D5584E1}" type="pres">
      <dgm:prSet presAssocID="{1CDFB25A-6D66-4373-A9D2-E9B63BA7071D}" presName="hierRoot4" presStyleCnt="0"/>
      <dgm:spPr/>
    </dgm:pt>
    <dgm:pt modelId="{30FB2C7B-983F-4616-91CF-38C8B53BF3FA}" type="pres">
      <dgm:prSet presAssocID="{1CDFB25A-6D66-4373-A9D2-E9B63BA7071D}" presName="composite4" presStyleCnt="0"/>
      <dgm:spPr/>
    </dgm:pt>
    <dgm:pt modelId="{524CF180-7B83-431D-A9F1-95A01E7D3F49}" type="pres">
      <dgm:prSet presAssocID="{1CDFB25A-6D66-4373-A9D2-E9B63BA7071D}" presName="image4" presStyleLbl="node4" presStyleIdx="3" presStyleCnt="6"/>
      <dgm:spPr>
        <a:prstGeom prst="mathMultiply">
          <a:avLst/>
        </a:prstGeom>
      </dgm:spPr>
    </dgm:pt>
    <dgm:pt modelId="{7411E51F-C64F-4486-A600-85E8B3E31E64}" type="pres">
      <dgm:prSet presAssocID="{1CDFB25A-6D66-4373-A9D2-E9B63BA7071D}" presName="text4" presStyleLbl="revTx" presStyleIdx="10" presStyleCnt="16">
        <dgm:presLayoutVars>
          <dgm:chPref val="3"/>
        </dgm:presLayoutVars>
      </dgm:prSet>
      <dgm:spPr/>
    </dgm:pt>
    <dgm:pt modelId="{F916CDD3-A88C-445E-A304-9C3ECDABF3FF}" type="pres">
      <dgm:prSet presAssocID="{1CDFB25A-6D66-4373-A9D2-E9B63BA7071D}" presName="hierChild5" presStyleCnt="0"/>
      <dgm:spPr/>
    </dgm:pt>
    <dgm:pt modelId="{67B41B49-5058-442C-B7E0-CD4AB78A2E2F}" type="pres">
      <dgm:prSet presAssocID="{3F46DD5C-2EC9-481B-ACA6-B1002783E8B9}" presName="Name10" presStyleLbl="parChTrans1D2" presStyleIdx="2" presStyleCnt="3"/>
      <dgm:spPr/>
    </dgm:pt>
    <dgm:pt modelId="{256F18DF-CE44-44F7-9CBC-DCD20B87B72A}" type="pres">
      <dgm:prSet presAssocID="{A2281CB1-22D0-42E6-BB7F-632C37E2C25E}" presName="hierRoot2" presStyleCnt="0"/>
      <dgm:spPr/>
    </dgm:pt>
    <dgm:pt modelId="{CA84DB38-FB7F-4C66-9D51-5B0F1BD29ED0}" type="pres">
      <dgm:prSet presAssocID="{A2281CB1-22D0-42E6-BB7F-632C37E2C25E}" presName="composite2" presStyleCnt="0"/>
      <dgm:spPr/>
    </dgm:pt>
    <dgm:pt modelId="{82F2788D-6E13-423F-907F-3D260894041F}" type="pres">
      <dgm:prSet presAssocID="{A2281CB1-22D0-42E6-BB7F-632C37E2C25E}" presName="image2" presStyleLbl="node2" presStyleIdx="2" presStyleCnt="3"/>
      <dgm:spPr/>
    </dgm:pt>
    <dgm:pt modelId="{1F171F5C-50AD-4488-B5A3-287F39929F1A}" type="pres">
      <dgm:prSet presAssocID="{A2281CB1-22D0-42E6-BB7F-632C37E2C25E}" presName="text2" presStyleLbl="revTx" presStyleIdx="11" presStyleCnt="16">
        <dgm:presLayoutVars>
          <dgm:chPref val="3"/>
        </dgm:presLayoutVars>
      </dgm:prSet>
      <dgm:spPr/>
    </dgm:pt>
    <dgm:pt modelId="{1DB84455-9DE1-43BD-8B1E-A598C1910DFC}" type="pres">
      <dgm:prSet presAssocID="{A2281CB1-22D0-42E6-BB7F-632C37E2C25E}" presName="hierChild3" presStyleCnt="0"/>
      <dgm:spPr/>
    </dgm:pt>
    <dgm:pt modelId="{3A44B83B-A02A-42B2-9B5A-686EFDE2628E}" type="pres">
      <dgm:prSet presAssocID="{7B8D5328-5351-4DBF-8ABE-A35ABB6793F1}" presName="Name17" presStyleLbl="parChTrans1D3" presStyleIdx="4" presStyleCnt="6"/>
      <dgm:spPr/>
    </dgm:pt>
    <dgm:pt modelId="{052420C3-B054-4518-8F29-7CB84CAC4714}" type="pres">
      <dgm:prSet presAssocID="{750D6A52-7F0A-4988-BC27-9F659897B723}" presName="hierRoot3" presStyleCnt="0"/>
      <dgm:spPr/>
    </dgm:pt>
    <dgm:pt modelId="{C7FBE93D-5945-4DC1-B7F4-6ADB31CAAD82}" type="pres">
      <dgm:prSet presAssocID="{750D6A52-7F0A-4988-BC27-9F659897B723}" presName="composite3" presStyleCnt="0"/>
      <dgm:spPr/>
    </dgm:pt>
    <dgm:pt modelId="{041B3700-2A5E-4B9D-A633-732B5884F379}" type="pres">
      <dgm:prSet presAssocID="{750D6A52-7F0A-4988-BC27-9F659897B723}" presName="image3" presStyleLbl="node3" presStyleIdx="4" presStyleCnt="6"/>
      <dgm:spPr/>
    </dgm:pt>
    <dgm:pt modelId="{107B5CCC-5966-43FE-8731-3C7568A67476}" type="pres">
      <dgm:prSet presAssocID="{750D6A52-7F0A-4988-BC27-9F659897B723}" presName="text3" presStyleLbl="revTx" presStyleIdx="12" presStyleCnt="16">
        <dgm:presLayoutVars>
          <dgm:chPref val="3"/>
        </dgm:presLayoutVars>
      </dgm:prSet>
      <dgm:spPr/>
    </dgm:pt>
    <dgm:pt modelId="{9433E7F5-1613-4057-B00C-B9A97EADC182}" type="pres">
      <dgm:prSet presAssocID="{750D6A52-7F0A-4988-BC27-9F659897B723}" presName="hierChild4" presStyleCnt="0"/>
      <dgm:spPr/>
    </dgm:pt>
    <dgm:pt modelId="{31A2B9B0-69B8-49DD-8737-55F6BE42716A}" type="pres">
      <dgm:prSet presAssocID="{9643C484-EB83-4020-8599-E9B8F4AC1E40}" presName="Name23" presStyleLbl="parChTrans1D4" presStyleIdx="4" presStyleCnt="6"/>
      <dgm:spPr/>
    </dgm:pt>
    <dgm:pt modelId="{5A57982F-CEF2-412D-9805-408E6AF8A573}" type="pres">
      <dgm:prSet presAssocID="{62D505AE-25B9-4594-8152-CF6CEF988468}" presName="hierRoot4" presStyleCnt="0"/>
      <dgm:spPr/>
    </dgm:pt>
    <dgm:pt modelId="{59E79E15-49D0-40E1-A4BB-CC230CA63D61}" type="pres">
      <dgm:prSet presAssocID="{62D505AE-25B9-4594-8152-CF6CEF988468}" presName="composite4" presStyleCnt="0"/>
      <dgm:spPr/>
    </dgm:pt>
    <dgm:pt modelId="{579261AF-40EC-4B84-8F47-A1903BEF9773}" type="pres">
      <dgm:prSet presAssocID="{62D505AE-25B9-4594-8152-CF6CEF988468}" presName="image4" presStyleLbl="node4" presStyleIdx="4" presStyleCnt="6"/>
      <dgm:spPr>
        <a:prstGeom prst="mathMultiply">
          <a:avLst/>
        </a:prstGeom>
      </dgm:spPr>
    </dgm:pt>
    <dgm:pt modelId="{ADE9B185-162D-4B49-85E4-C9332583AB35}" type="pres">
      <dgm:prSet presAssocID="{62D505AE-25B9-4594-8152-CF6CEF988468}" presName="text4" presStyleLbl="revTx" presStyleIdx="13" presStyleCnt="16">
        <dgm:presLayoutVars>
          <dgm:chPref val="3"/>
        </dgm:presLayoutVars>
      </dgm:prSet>
      <dgm:spPr/>
    </dgm:pt>
    <dgm:pt modelId="{42375117-5637-4A8E-BA81-79E4525E19B9}" type="pres">
      <dgm:prSet presAssocID="{62D505AE-25B9-4594-8152-CF6CEF988468}" presName="hierChild5" presStyleCnt="0"/>
      <dgm:spPr/>
    </dgm:pt>
    <dgm:pt modelId="{23F4BB7C-F72D-4829-8315-555FDF5F4D6F}" type="pres">
      <dgm:prSet presAssocID="{95A71725-C030-41B7-9946-CB900A05B8EA}" presName="Name17" presStyleLbl="parChTrans1D3" presStyleIdx="5" presStyleCnt="6"/>
      <dgm:spPr/>
    </dgm:pt>
    <dgm:pt modelId="{33689D66-5768-4757-9C91-5C0CF723730F}" type="pres">
      <dgm:prSet presAssocID="{D4981A48-B2C3-45BC-90BD-3AC7F4668385}" presName="hierRoot3" presStyleCnt="0"/>
      <dgm:spPr/>
    </dgm:pt>
    <dgm:pt modelId="{03A93520-16DA-4C0C-91D8-BBCDDF988C1F}" type="pres">
      <dgm:prSet presAssocID="{D4981A48-B2C3-45BC-90BD-3AC7F4668385}" presName="composite3" presStyleCnt="0"/>
      <dgm:spPr/>
    </dgm:pt>
    <dgm:pt modelId="{5BC55C57-E100-4F40-B211-4FE6F3D36D5F}" type="pres">
      <dgm:prSet presAssocID="{D4981A48-B2C3-45BC-90BD-3AC7F4668385}" presName="image3" presStyleLbl="node3" presStyleIdx="5" presStyleCnt="6"/>
      <dgm:spPr/>
    </dgm:pt>
    <dgm:pt modelId="{FDA84F20-5D55-4347-977F-FA601A52D9A5}" type="pres">
      <dgm:prSet presAssocID="{D4981A48-B2C3-45BC-90BD-3AC7F4668385}" presName="text3" presStyleLbl="revTx" presStyleIdx="14" presStyleCnt="16">
        <dgm:presLayoutVars>
          <dgm:chPref val="3"/>
        </dgm:presLayoutVars>
      </dgm:prSet>
      <dgm:spPr/>
    </dgm:pt>
    <dgm:pt modelId="{F121613D-D65D-4381-8D85-1C4D24C1C635}" type="pres">
      <dgm:prSet presAssocID="{D4981A48-B2C3-45BC-90BD-3AC7F4668385}" presName="hierChild4" presStyleCnt="0"/>
      <dgm:spPr/>
    </dgm:pt>
    <dgm:pt modelId="{7E35A0D7-0556-4DAE-B374-6001EFFBD975}" type="pres">
      <dgm:prSet presAssocID="{593CA8C2-BFCE-4EE3-96DB-5E9CF5F2EA5C}" presName="Name23" presStyleLbl="parChTrans1D4" presStyleIdx="5" presStyleCnt="6"/>
      <dgm:spPr/>
    </dgm:pt>
    <dgm:pt modelId="{DA955808-B4B3-4069-8C8B-D14BF036050F}" type="pres">
      <dgm:prSet presAssocID="{DBB2F0AC-C957-488D-AD09-4160BF593FAC}" presName="hierRoot4" presStyleCnt="0"/>
      <dgm:spPr/>
    </dgm:pt>
    <dgm:pt modelId="{9F2B02FF-BA2E-4E6E-B732-1EDDEB034AF6}" type="pres">
      <dgm:prSet presAssocID="{DBB2F0AC-C957-488D-AD09-4160BF593FAC}" presName="composite4" presStyleCnt="0"/>
      <dgm:spPr/>
    </dgm:pt>
    <dgm:pt modelId="{150FD50D-93D3-4127-BF4F-A2F4227B8D58}" type="pres">
      <dgm:prSet presAssocID="{DBB2F0AC-C957-488D-AD09-4160BF593FAC}" presName="image4" presStyleLbl="node4" presStyleIdx="5" presStyleCnt="6"/>
      <dgm:spPr/>
    </dgm:pt>
    <dgm:pt modelId="{B7B70EBB-6B05-4611-B763-C182968EF533}" type="pres">
      <dgm:prSet presAssocID="{DBB2F0AC-C957-488D-AD09-4160BF593FAC}" presName="text4" presStyleLbl="revTx" presStyleIdx="15" presStyleCnt="16">
        <dgm:presLayoutVars>
          <dgm:chPref val="3"/>
        </dgm:presLayoutVars>
      </dgm:prSet>
      <dgm:spPr/>
    </dgm:pt>
    <dgm:pt modelId="{5323AAD8-C5A2-4046-943C-F802128E469E}" type="pres">
      <dgm:prSet presAssocID="{DBB2F0AC-C957-488D-AD09-4160BF593FAC}" presName="hierChild5" presStyleCnt="0"/>
      <dgm:spPr/>
    </dgm:pt>
  </dgm:ptLst>
  <dgm:cxnLst>
    <dgm:cxn modelId="{A04EF703-C10D-41F7-9CB2-B3ABED0A0DEC}" type="presOf" srcId="{EBFE2A09-2983-4549-9778-93CAA8D8A5DA}" destId="{EED6B418-7F2E-4758-832B-D8F9477D36EB}" srcOrd="0" destOrd="0" presId="urn:microsoft.com/office/officeart/2009/layout/CirclePictureHierarchy"/>
    <dgm:cxn modelId="{81B12F09-95DF-4CD4-A263-D97B844FE355}" srcId="{F6EA6C77-2217-4D3E-BE1B-C0420B77C730}" destId="{1CDFB25A-6D66-4373-A9D2-E9B63BA7071D}" srcOrd="0" destOrd="0" parTransId="{A71C0EF6-9DF1-4AD4-A9CD-05AF41141627}" sibTransId="{29138EED-4259-4227-8206-02FE95CDEF44}"/>
    <dgm:cxn modelId="{ADF9EA13-D65A-4141-9D62-18DBB4250929}" type="presOf" srcId="{9643C484-EB83-4020-8599-E9B8F4AC1E40}" destId="{31A2B9B0-69B8-49DD-8737-55F6BE42716A}" srcOrd="0" destOrd="0" presId="urn:microsoft.com/office/officeart/2009/layout/CirclePictureHierarchy"/>
    <dgm:cxn modelId="{FB9DBB1C-3297-43A4-AAA5-E42F2D62660B}" type="presOf" srcId="{80A61B88-4B63-4CD9-9B83-9F40F827BBCC}" destId="{24CBE57F-FE42-472A-A1E8-247B174827E5}" srcOrd="0" destOrd="0" presId="urn:microsoft.com/office/officeart/2009/layout/CirclePictureHierarchy"/>
    <dgm:cxn modelId="{BC878F1D-FC7A-476B-B84A-59823000865C}" type="presOf" srcId="{47115CE7-7681-4538-8D54-AFAE324FF909}" destId="{5B769DB7-7CC8-40D7-B014-8D7F5F2CB90E}" srcOrd="0" destOrd="0" presId="urn:microsoft.com/office/officeart/2009/layout/CirclePictureHierarchy"/>
    <dgm:cxn modelId="{143B941D-CB3E-4B4A-85A6-FE9461665405}" type="presOf" srcId="{C8C235CA-0247-40D2-A02E-C2C4423796F9}" destId="{C94CA8CC-F54C-4523-B66A-46875DDEB2B5}" srcOrd="0" destOrd="0" presId="urn:microsoft.com/office/officeart/2009/layout/CirclePictureHierarchy"/>
    <dgm:cxn modelId="{1BB1AB2F-1444-44EA-912C-E0806FDB5FC0}" srcId="{750D6A52-7F0A-4988-BC27-9F659897B723}" destId="{62D505AE-25B9-4594-8152-CF6CEF988468}" srcOrd="0" destOrd="0" parTransId="{9643C484-EB83-4020-8599-E9B8F4AC1E40}" sibTransId="{1AAADF8A-2D7A-4656-93E8-00985424B964}"/>
    <dgm:cxn modelId="{61978F36-0413-42A7-B160-AB85CA1DC709}" srcId="{47115CE7-7681-4538-8D54-AFAE324FF909}" destId="{4CE56C23-EC10-42C5-8632-89BC47CBE193}" srcOrd="0" destOrd="0" parTransId="{564A7CAF-9DF0-456A-B5FA-BC430BABC4D1}" sibTransId="{E9C709F9-9E23-4DD6-A20C-24F6EA7F9CAA}"/>
    <dgm:cxn modelId="{75A42839-6227-4D68-A415-F76F5412D7F1}" type="presOf" srcId="{99CCFA6D-74F9-44F0-922D-1704D21C836A}" destId="{F96DD89A-C8B5-4976-A2A4-5C1875C030D3}" srcOrd="0" destOrd="0" presId="urn:microsoft.com/office/officeart/2009/layout/CirclePictureHierarchy"/>
    <dgm:cxn modelId="{30C32D60-F5C1-4C35-AA18-6946DBAC7A22}" type="presOf" srcId="{F6EA6C77-2217-4D3E-BE1B-C0420B77C730}" destId="{CFAEED46-3158-4900-8090-8F268222F669}" srcOrd="0" destOrd="0" presId="urn:microsoft.com/office/officeart/2009/layout/CirclePictureHierarchy"/>
    <dgm:cxn modelId="{3A58C243-4A6C-49C2-BB18-C0B68FBFDC1F}" srcId="{0BC1CFFE-3E2F-4831-B734-756A9C38BB5E}" destId="{0EE27461-A7EC-46FA-85DB-311467944CBD}" srcOrd="0" destOrd="0" parTransId="{C8C235CA-0247-40D2-A02E-C2C4423796F9}" sibTransId="{A823DEE4-6BD6-4461-BCFE-182BB9FCC488}"/>
    <dgm:cxn modelId="{569FD24A-C8ED-4FC1-B968-27F4606C750A}" type="presOf" srcId="{B70B8E1A-E92A-43CF-97BC-80A920D06034}" destId="{3F748BAB-4FFF-4EFD-B1CF-22956BFC67BA}" srcOrd="0" destOrd="0" presId="urn:microsoft.com/office/officeart/2009/layout/CirclePictureHierarchy"/>
    <dgm:cxn modelId="{1672BA4B-C517-4636-B7FA-501E0629B65E}" type="presOf" srcId="{F46228D5-29E7-4B7D-ACA9-5C733A2B1B09}" destId="{BA9EC803-4DEA-4EFD-9CE2-E7905B6B3FE8}" srcOrd="0" destOrd="0" presId="urn:microsoft.com/office/officeart/2009/layout/CirclePictureHierarchy"/>
    <dgm:cxn modelId="{64430B4F-9344-4DBE-BA6D-DAA980182218}" type="presOf" srcId="{DBB2F0AC-C957-488D-AD09-4160BF593FAC}" destId="{B7B70EBB-6B05-4611-B763-C182968EF533}" srcOrd="0" destOrd="0" presId="urn:microsoft.com/office/officeart/2009/layout/CirclePictureHierarchy"/>
    <dgm:cxn modelId="{46EB1B71-8216-406F-AA7F-31C2634DDCA8}" type="presOf" srcId="{3F46DD5C-2EC9-481B-ACA6-B1002783E8B9}" destId="{67B41B49-5058-442C-B7E0-CD4AB78A2E2F}" srcOrd="0" destOrd="0" presId="urn:microsoft.com/office/officeart/2009/layout/CirclePictureHierarchy"/>
    <dgm:cxn modelId="{6370DE73-4497-46BF-A59D-81A5114A4772}" type="presOf" srcId="{CFA95237-6DD2-42D1-B779-E291FB6B515B}" destId="{F8373A36-218C-40FB-A674-2A47B06B5221}" srcOrd="0" destOrd="0" presId="urn:microsoft.com/office/officeart/2009/layout/CirclePictureHierarchy"/>
    <dgm:cxn modelId="{16E2B254-15A5-404A-B895-7CE3D7817130}" type="presOf" srcId="{593CA8C2-BFCE-4EE3-96DB-5E9CF5F2EA5C}" destId="{7E35A0D7-0556-4DAE-B374-6001EFFBD975}" srcOrd="0" destOrd="0" presId="urn:microsoft.com/office/officeart/2009/layout/CirclePictureHierarchy"/>
    <dgm:cxn modelId="{4B07177D-6C5A-4CD1-94C1-7436BF3A7855}" srcId="{A2281CB1-22D0-42E6-BB7F-632C37E2C25E}" destId="{D4981A48-B2C3-45BC-90BD-3AC7F4668385}" srcOrd="1" destOrd="0" parTransId="{95A71725-C030-41B7-9946-CB900A05B8EA}" sibTransId="{8DFE9155-60DA-4257-9022-72C25EF7DE1F}"/>
    <dgm:cxn modelId="{78523681-CC48-4C47-AD30-BA9B2AF73CC7}" type="presOf" srcId="{1DA25B77-2AC5-4DC6-AE4D-34109FC300E0}" destId="{910C396D-0CE3-446E-A4AD-2F8E480471D0}" srcOrd="0" destOrd="0" presId="urn:microsoft.com/office/officeart/2009/layout/CirclePictureHierarchy"/>
    <dgm:cxn modelId="{25618982-71F2-4F23-86D2-B4DD4E3567AE}" srcId="{E3E9D959-F32E-4D58-BB5B-AD3BD94760F0}" destId="{B70B8E1A-E92A-43CF-97BC-80A920D06034}" srcOrd="0" destOrd="0" parTransId="{CFA95237-6DD2-42D1-B779-E291FB6B515B}" sibTransId="{3765B00B-7659-442E-9995-960578B93C49}"/>
    <dgm:cxn modelId="{0F8B6D8D-2F18-48C6-A250-B32223815C7F}" srcId="{0EE27461-A7EC-46FA-85DB-311467944CBD}" destId="{7602CC2F-85FA-4C7D-9206-E21ED5F5D716}" srcOrd="0" destOrd="0" parTransId="{1DA25B77-2AC5-4DC6-AE4D-34109FC300E0}" sibTransId="{1F8C617C-328E-41BA-9218-0359D4943F4E}"/>
    <dgm:cxn modelId="{F66BE295-53EE-4AAD-B912-F1655702EBD9}" type="presOf" srcId="{0EE27461-A7EC-46FA-85DB-311467944CBD}" destId="{EA13E7C2-E9EA-4052-8238-2D9C734DC371}" srcOrd="0" destOrd="0" presId="urn:microsoft.com/office/officeart/2009/layout/CirclePictureHierarchy"/>
    <dgm:cxn modelId="{9185EF9F-1F9C-4270-A36C-F5880EDA03BC}" srcId="{D4981A48-B2C3-45BC-90BD-3AC7F4668385}" destId="{DBB2F0AC-C957-488D-AD09-4160BF593FAC}" srcOrd="0" destOrd="0" parTransId="{593CA8C2-BFCE-4EE3-96DB-5E9CF5F2EA5C}" sibTransId="{FC2470C3-DC31-4D67-B571-1EC568FF374E}"/>
    <dgm:cxn modelId="{C0FEFDA0-EAE8-4DC3-9272-ADA41BF9EAFD}" type="presOf" srcId="{4CE56C23-EC10-42C5-8632-89BC47CBE193}" destId="{0CB4003B-4EB6-4003-8754-006EEEDEC6F6}" srcOrd="0" destOrd="0" presId="urn:microsoft.com/office/officeart/2009/layout/CirclePictureHierarchy"/>
    <dgm:cxn modelId="{AD8575A2-F48A-4D28-8685-46EA64519BB2}" srcId="{A2281CB1-22D0-42E6-BB7F-632C37E2C25E}" destId="{750D6A52-7F0A-4988-BC27-9F659897B723}" srcOrd="0" destOrd="0" parTransId="{7B8D5328-5351-4DBF-8ABE-A35ABB6793F1}" sibTransId="{CEB161FB-389B-4B43-9B01-34FB435605BD}"/>
    <dgm:cxn modelId="{322C95A2-A924-49ED-8E90-C712B9B074AF}" srcId="{0BC1CFFE-3E2F-4831-B734-756A9C38BB5E}" destId="{F6EA6C77-2217-4D3E-BE1B-C0420B77C730}" srcOrd="1" destOrd="0" parTransId="{278871B1-BEFD-4B35-81EB-1D0275E7FE09}" sibTransId="{A6D68B69-AE35-46A7-B1EB-6424E95D0AAC}"/>
    <dgm:cxn modelId="{D67882A6-867F-4D6F-A771-2B5B3C31AAD0}" type="presOf" srcId="{E3E9D959-F32E-4D58-BB5B-AD3BD94760F0}" destId="{A5FB6577-6AC4-47C2-84F4-C21480AF3091}" srcOrd="0" destOrd="0" presId="urn:microsoft.com/office/officeart/2009/layout/CirclePictureHierarchy"/>
    <dgm:cxn modelId="{486B97A6-9402-4332-928C-800803C874F6}" srcId="{7E1405CD-9FBC-4DC2-9BA4-9672F33E20FC}" destId="{47115CE7-7681-4538-8D54-AFAE324FF909}" srcOrd="1" destOrd="0" parTransId="{F46228D5-29E7-4B7D-ACA9-5C733A2B1B09}" sibTransId="{5D8ACA11-3C66-45C1-9CDD-55145145D481}"/>
    <dgm:cxn modelId="{E962CEA9-96C5-41C8-B959-F91F728D4D4C}" type="presOf" srcId="{7B8D5328-5351-4DBF-8ABE-A35ABB6793F1}" destId="{3A44B83B-A02A-42B2-9B5A-686EFDE2628E}" srcOrd="0" destOrd="0" presId="urn:microsoft.com/office/officeart/2009/layout/CirclePictureHierarchy"/>
    <dgm:cxn modelId="{A7BBDDA9-4511-4C0C-BE0E-9392410467E1}" type="presOf" srcId="{62D505AE-25B9-4594-8152-CF6CEF988468}" destId="{ADE9B185-162D-4B49-85E4-C9332583AB35}" srcOrd="0" destOrd="0" presId="urn:microsoft.com/office/officeart/2009/layout/CirclePictureHierarchy"/>
    <dgm:cxn modelId="{A06BA6AC-0571-4096-887C-6DE0EDC6B6D1}" type="presOf" srcId="{1CDFB25A-6D66-4373-A9D2-E9B63BA7071D}" destId="{7411E51F-C64F-4486-A600-85E8B3E31E64}" srcOrd="0" destOrd="0" presId="urn:microsoft.com/office/officeart/2009/layout/CirclePictureHierarchy"/>
    <dgm:cxn modelId="{B6F2A5B3-5069-4366-A069-23502EE16C98}" srcId="{EBFE2A09-2983-4549-9778-93CAA8D8A5DA}" destId="{0BC1CFFE-3E2F-4831-B734-756A9C38BB5E}" srcOrd="1" destOrd="0" parTransId="{E1E9A403-73A1-445B-9963-28553F7A3905}" sibTransId="{1A5D0830-A598-4287-A440-4E57E3AEEFBA}"/>
    <dgm:cxn modelId="{7ED637B6-148A-4EF4-8DBD-73790455BC03}" srcId="{EBFE2A09-2983-4549-9778-93CAA8D8A5DA}" destId="{A2281CB1-22D0-42E6-BB7F-632C37E2C25E}" srcOrd="2" destOrd="0" parTransId="{3F46DD5C-2EC9-481B-ACA6-B1002783E8B9}" sibTransId="{55BDA387-2413-4C1E-B546-E06A5AA2F31C}"/>
    <dgm:cxn modelId="{0597C0B7-E217-426F-8D37-929C7D998F00}" type="presOf" srcId="{7602CC2F-85FA-4C7D-9206-E21ED5F5D716}" destId="{382FBA4E-20FE-4989-9DE1-E0C04740AA74}" srcOrd="0" destOrd="0" presId="urn:microsoft.com/office/officeart/2009/layout/CirclePictureHierarchy"/>
    <dgm:cxn modelId="{DF011FBA-284B-4365-A289-9670FB8C5A3C}" type="presOf" srcId="{D4981A48-B2C3-45BC-90BD-3AC7F4668385}" destId="{FDA84F20-5D55-4347-977F-FA601A52D9A5}" srcOrd="0" destOrd="0" presId="urn:microsoft.com/office/officeart/2009/layout/CirclePictureHierarchy"/>
    <dgm:cxn modelId="{288EB4BD-FAEE-41A4-8BC9-C6AD69C32F6E}" type="presOf" srcId="{7E1405CD-9FBC-4DC2-9BA4-9672F33E20FC}" destId="{C2DC86A6-075C-483C-B2C1-A98A234EA371}" srcOrd="0" destOrd="0" presId="urn:microsoft.com/office/officeart/2009/layout/CirclePictureHierarchy"/>
    <dgm:cxn modelId="{F4FD17BE-8E04-44AD-A36C-34301291122B}" srcId="{7E1405CD-9FBC-4DC2-9BA4-9672F33E20FC}" destId="{E3E9D959-F32E-4D58-BB5B-AD3BD94760F0}" srcOrd="0" destOrd="0" parTransId="{1588EB82-839B-44AA-88BB-FB02F0229FC5}" sibTransId="{B4934EF0-23DF-4B5E-8605-FEDA37C54416}"/>
    <dgm:cxn modelId="{06295BC1-58BE-48D9-B163-152387F4FB5F}" srcId="{EBFE2A09-2983-4549-9778-93CAA8D8A5DA}" destId="{7E1405CD-9FBC-4DC2-9BA4-9672F33E20FC}" srcOrd="0" destOrd="0" parTransId="{99CCFA6D-74F9-44F0-922D-1704D21C836A}" sibTransId="{247B611F-8C5F-4D4C-848F-E4C263DB5EC1}"/>
    <dgm:cxn modelId="{18B230C7-BDAD-496B-A55D-34D5BAE47AA7}" type="presOf" srcId="{95A71725-C030-41B7-9946-CB900A05B8EA}" destId="{23F4BB7C-F72D-4829-8315-555FDF5F4D6F}" srcOrd="0" destOrd="0" presId="urn:microsoft.com/office/officeart/2009/layout/CirclePictureHierarchy"/>
    <dgm:cxn modelId="{D9491CC8-0523-4E5D-B1D4-881372A512CD}" type="presOf" srcId="{750D6A52-7F0A-4988-BC27-9F659897B723}" destId="{107B5CCC-5966-43FE-8731-3C7568A67476}" srcOrd="0" destOrd="0" presId="urn:microsoft.com/office/officeart/2009/layout/CirclePictureHierarchy"/>
    <dgm:cxn modelId="{5ADD4BD2-190D-460F-8D74-37090C6197BB}" type="presOf" srcId="{A71C0EF6-9DF1-4AD4-A9CD-05AF41141627}" destId="{3629F2EF-7D71-451D-847A-234FC9C7CFC9}" srcOrd="0" destOrd="0" presId="urn:microsoft.com/office/officeart/2009/layout/CirclePictureHierarchy"/>
    <dgm:cxn modelId="{9013A0D6-C2FA-4109-AC73-C682397404BB}" type="presOf" srcId="{1588EB82-839B-44AA-88BB-FB02F0229FC5}" destId="{0E690FD6-1CFB-40CF-8A24-8D8EDD4B84E5}" srcOrd="0" destOrd="0" presId="urn:microsoft.com/office/officeart/2009/layout/CirclePictureHierarchy"/>
    <dgm:cxn modelId="{BB70DADE-FD97-4A13-A7E9-838CC7557123}" srcId="{80A61B88-4B63-4CD9-9B83-9F40F827BBCC}" destId="{EBFE2A09-2983-4549-9778-93CAA8D8A5DA}" srcOrd="0" destOrd="0" parTransId="{83EDC593-4924-4FA3-82E8-D5CF42BD4A4D}" sibTransId="{61E7688F-CC3A-4AA2-8ECE-098933901863}"/>
    <dgm:cxn modelId="{8ABB2CE3-6384-4340-BFC2-459A05B7CA8B}" type="presOf" srcId="{E1E9A403-73A1-445B-9963-28553F7A3905}" destId="{00EDDF60-040F-4F8B-9BDA-1EC610D15A78}" srcOrd="0" destOrd="0" presId="urn:microsoft.com/office/officeart/2009/layout/CirclePictureHierarchy"/>
    <dgm:cxn modelId="{D78046EE-5484-43ED-BAC5-6AD79C259D73}" type="presOf" srcId="{A2281CB1-22D0-42E6-BB7F-632C37E2C25E}" destId="{1F171F5C-50AD-4488-B5A3-287F39929F1A}" srcOrd="0" destOrd="0" presId="urn:microsoft.com/office/officeart/2009/layout/CirclePictureHierarchy"/>
    <dgm:cxn modelId="{5B4938FA-9911-46C6-A9CA-EDD3B326C74B}" type="presOf" srcId="{278871B1-BEFD-4B35-81EB-1D0275E7FE09}" destId="{B8BF6428-C0DA-4AF4-8EA6-E1833B8759E7}" srcOrd="0" destOrd="0" presId="urn:microsoft.com/office/officeart/2009/layout/CirclePictureHierarchy"/>
    <dgm:cxn modelId="{31D7A1FA-2526-47D6-9BB5-D700542F387A}" type="presOf" srcId="{564A7CAF-9DF0-456A-B5FA-BC430BABC4D1}" destId="{E5AE977D-10AD-421D-A419-E8B0B7AF9CB6}" srcOrd="0" destOrd="0" presId="urn:microsoft.com/office/officeart/2009/layout/CirclePictureHierarchy"/>
    <dgm:cxn modelId="{F1E6CDFF-F925-4C78-9BCC-F74D74B87B97}" type="presOf" srcId="{0BC1CFFE-3E2F-4831-B734-756A9C38BB5E}" destId="{453085C8-BF73-48E9-9EBA-02045E24E890}" srcOrd="0" destOrd="0" presId="urn:microsoft.com/office/officeart/2009/layout/CirclePictureHierarchy"/>
    <dgm:cxn modelId="{EF249CCE-0284-4F84-B5F6-EF3A94CFAB59}" type="presParOf" srcId="{24CBE57F-FE42-472A-A1E8-247B174827E5}" destId="{33DA2DFA-69D0-40CC-8DC3-1A1A58E059D5}" srcOrd="0" destOrd="0" presId="urn:microsoft.com/office/officeart/2009/layout/CirclePictureHierarchy"/>
    <dgm:cxn modelId="{72769028-269B-4BF0-93C7-3DF0F7D6302D}" type="presParOf" srcId="{33DA2DFA-69D0-40CC-8DC3-1A1A58E059D5}" destId="{8EAC4FE0-D28C-4870-9AD3-17B86C52C2E9}" srcOrd="0" destOrd="0" presId="urn:microsoft.com/office/officeart/2009/layout/CirclePictureHierarchy"/>
    <dgm:cxn modelId="{AEB2D787-9902-4C06-85F3-E81CADAD48D9}" type="presParOf" srcId="{8EAC4FE0-D28C-4870-9AD3-17B86C52C2E9}" destId="{749E9118-8FE0-490D-8E64-1509EA5BE491}" srcOrd="0" destOrd="0" presId="urn:microsoft.com/office/officeart/2009/layout/CirclePictureHierarchy"/>
    <dgm:cxn modelId="{69F4A3C7-E058-4336-BC78-035959404DCD}" type="presParOf" srcId="{8EAC4FE0-D28C-4870-9AD3-17B86C52C2E9}" destId="{EED6B418-7F2E-4758-832B-D8F9477D36EB}" srcOrd="1" destOrd="0" presId="urn:microsoft.com/office/officeart/2009/layout/CirclePictureHierarchy"/>
    <dgm:cxn modelId="{95AEC327-8EDC-452E-8AD7-1F6E256A75C1}" type="presParOf" srcId="{33DA2DFA-69D0-40CC-8DC3-1A1A58E059D5}" destId="{B859BDA3-12DB-45D4-8B2B-9C47C9442D8D}" srcOrd="1" destOrd="0" presId="urn:microsoft.com/office/officeart/2009/layout/CirclePictureHierarchy"/>
    <dgm:cxn modelId="{B5278176-1313-4BEA-9743-B69C1B2BE1B4}" type="presParOf" srcId="{B859BDA3-12DB-45D4-8B2B-9C47C9442D8D}" destId="{F96DD89A-C8B5-4976-A2A4-5C1875C030D3}" srcOrd="0" destOrd="0" presId="urn:microsoft.com/office/officeart/2009/layout/CirclePictureHierarchy"/>
    <dgm:cxn modelId="{D669356C-0D53-4F5C-8043-C24BD8858523}" type="presParOf" srcId="{B859BDA3-12DB-45D4-8B2B-9C47C9442D8D}" destId="{8257495D-42DD-48DA-AEC7-01BAD1ECC9CE}" srcOrd="1" destOrd="0" presId="urn:microsoft.com/office/officeart/2009/layout/CirclePictureHierarchy"/>
    <dgm:cxn modelId="{F603B7CB-6928-477A-93A8-B4B8D19D7824}" type="presParOf" srcId="{8257495D-42DD-48DA-AEC7-01BAD1ECC9CE}" destId="{A6B699B6-E7E2-4A19-8763-EA81E98326BB}" srcOrd="0" destOrd="0" presId="urn:microsoft.com/office/officeart/2009/layout/CirclePictureHierarchy"/>
    <dgm:cxn modelId="{44DEA40E-B822-441F-95E3-F440AA5111F4}" type="presParOf" srcId="{A6B699B6-E7E2-4A19-8763-EA81E98326BB}" destId="{7DE8EAD2-9D2B-4B25-A420-4D1D85819D51}" srcOrd="0" destOrd="0" presId="urn:microsoft.com/office/officeart/2009/layout/CirclePictureHierarchy"/>
    <dgm:cxn modelId="{36494284-2160-4664-A978-AB1A018E9BB1}" type="presParOf" srcId="{A6B699B6-E7E2-4A19-8763-EA81E98326BB}" destId="{C2DC86A6-075C-483C-B2C1-A98A234EA371}" srcOrd="1" destOrd="0" presId="urn:microsoft.com/office/officeart/2009/layout/CirclePictureHierarchy"/>
    <dgm:cxn modelId="{B07DD279-2A8A-4FAE-AB55-A98DA3C23866}" type="presParOf" srcId="{8257495D-42DD-48DA-AEC7-01BAD1ECC9CE}" destId="{92DDD45E-906A-45BD-9B85-CAE5538FA251}" srcOrd="1" destOrd="0" presId="urn:microsoft.com/office/officeart/2009/layout/CirclePictureHierarchy"/>
    <dgm:cxn modelId="{9A28CBDB-8840-48F8-92FD-B2B582E0A163}" type="presParOf" srcId="{92DDD45E-906A-45BD-9B85-CAE5538FA251}" destId="{0E690FD6-1CFB-40CF-8A24-8D8EDD4B84E5}" srcOrd="0" destOrd="0" presId="urn:microsoft.com/office/officeart/2009/layout/CirclePictureHierarchy"/>
    <dgm:cxn modelId="{272F05E8-85A4-4454-8E1E-BDD8C7F902F3}" type="presParOf" srcId="{92DDD45E-906A-45BD-9B85-CAE5538FA251}" destId="{1DB1B18B-DC7A-49A9-A424-D16E0477897A}" srcOrd="1" destOrd="0" presId="urn:microsoft.com/office/officeart/2009/layout/CirclePictureHierarchy"/>
    <dgm:cxn modelId="{240D31DB-1C18-468D-9237-05568F87760F}" type="presParOf" srcId="{1DB1B18B-DC7A-49A9-A424-D16E0477897A}" destId="{18F49F90-1D12-4327-AD38-70E16B47FCC0}" srcOrd="0" destOrd="0" presId="urn:microsoft.com/office/officeart/2009/layout/CirclePictureHierarchy"/>
    <dgm:cxn modelId="{EEFE9371-1318-41E7-B987-166386936437}" type="presParOf" srcId="{18F49F90-1D12-4327-AD38-70E16B47FCC0}" destId="{8E08740A-ACE9-4ADF-AC38-1F6D8FF5F2A0}" srcOrd="0" destOrd="0" presId="urn:microsoft.com/office/officeart/2009/layout/CirclePictureHierarchy"/>
    <dgm:cxn modelId="{DCF5BF40-CAFA-499F-B05D-A2CE2593E371}" type="presParOf" srcId="{18F49F90-1D12-4327-AD38-70E16B47FCC0}" destId="{A5FB6577-6AC4-47C2-84F4-C21480AF3091}" srcOrd="1" destOrd="0" presId="urn:microsoft.com/office/officeart/2009/layout/CirclePictureHierarchy"/>
    <dgm:cxn modelId="{CFCD7266-B94C-4EB4-8AD1-2F3A48FFEFF7}" type="presParOf" srcId="{1DB1B18B-DC7A-49A9-A424-D16E0477897A}" destId="{8409E2AA-6889-4D3E-882A-591A9258CD97}" srcOrd="1" destOrd="0" presId="urn:microsoft.com/office/officeart/2009/layout/CirclePictureHierarchy"/>
    <dgm:cxn modelId="{100667BB-9E89-4E83-88FD-C9E177CAB7C1}" type="presParOf" srcId="{8409E2AA-6889-4D3E-882A-591A9258CD97}" destId="{F8373A36-218C-40FB-A674-2A47B06B5221}" srcOrd="0" destOrd="0" presId="urn:microsoft.com/office/officeart/2009/layout/CirclePictureHierarchy"/>
    <dgm:cxn modelId="{D5EC4EFF-5020-45B1-BE9E-700813B78070}" type="presParOf" srcId="{8409E2AA-6889-4D3E-882A-591A9258CD97}" destId="{420EF367-8ABB-4BF4-9299-9C083E774816}" srcOrd="1" destOrd="0" presId="urn:microsoft.com/office/officeart/2009/layout/CirclePictureHierarchy"/>
    <dgm:cxn modelId="{DB825E21-34CE-41AB-B0A1-273FC9CDCB50}" type="presParOf" srcId="{420EF367-8ABB-4BF4-9299-9C083E774816}" destId="{D0D4E06F-0CF3-4726-864E-694B18B698D0}" srcOrd="0" destOrd="0" presId="urn:microsoft.com/office/officeart/2009/layout/CirclePictureHierarchy"/>
    <dgm:cxn modelId="{FE734375-FEF4-4D01-9701-0AF868D33922}" type="presParOf" srcId="{D0D4E06F-0CF3-4726-864E-694B18B698D0}" destId="{329964B8-F879-4271-82DF-0B62F04D2E21}" srcOrd="0" destOrd="0" presId="urn:microsoft.com/office/officeart/2009/layout/CirclePictureHierarchy"/>
    <dgm:cxn modelId="{C588E3AE-974D-464E-92B0-F68DEFD7C02D}" type="presParOf" srcId="{D0D4E06F-0CF3-4726-864E-694B18B698D0}" destId="{3F748BAB-4FFF-4EFD-B1CF-22956BFC67BA}" srcOrd="1" destOrd="0" presId="urn:microsoft.com/office/officeart/2009/layout/CirclePictureHierarchy"/>
    <dgm:cxn modelId="{2640C8AD-9AA3-4876-B4AA-07223232DD35}" type="presParOf" srcId="{420EF367-8ABB-4BF4-9299-9C083E774816}" destId="{231A264D-F118-48C5-8C1B-3ACB428B7362}" srcOrd="1" destOrd="0" presId="urn:microsoft.com/office/officeart/2009/layout/CirclePictureHierarchy"/>
    <dgm:cxn modelId="{0C411262-6D93-4FC8-AC94-D30D70C852A6}" type="presParOf" srcId="{92DDD45E-906A-45BD-9B85-CAE5538FA251}" destId="{BA9EC803-4DEA-4EFD-9CE2-E7905B6B3FE8}" srcOrd="2" destOrd="0" presId="urn:microsoft.com/office/officeart/2009/layout/CirclePictureHierarchy"/>
    <dgm:cxn modelId="{947C91D1-892B-4CF0-9185-A699B4F06810}" type="presParOf" srcId="{92DDD45E-906A-45BD-9B85-CAE5538FA251}" destId="{FB1E3117-606D-4679-BB27-19B6D9CF0545}" srcOrd="3" destOrd="0" presId="urn:microsoft.com/office/officeart/2009/layout/CirclePictureHierarchy"/>
    <dgm:cxn modelId="{3113F18E-3860-4589-B5F1-8C9F23CF84E1}" type="presParOf" srcId="{FB1E3117-606D-4679-BB27-19B6D9CF0545}" destId="{68DC996C-5651-49A1-BB8C-B30E6BE79D11}" srcOrd="0" destOrd="0" presId="urn:microsoft.com/office/officeart/2009/layout/CirclePictureHierarchy"/>
    <dgm:cxn modelId="{B7579B1A-D08B-445C-80C7-E611F9C92091}" type="presParOf" srcId="{68DC996C-5651-49A1-BB8C-B30E6BE79D11}" destId="{08AAAF30-A45A-4BDB-8C6F-937939875675}" srcOrd="0" destOrd="0" presId="urn:microsoft.com/office/officeart/2009/layout/CirclePictureHierarchy"/>
    <dgm:cxn modelId="{35A125A0-99E3-4261-9FAC-2E1E078D355D}" type="presParOf" srcId="{68DC996C-5651-49A1-BB8C-B30E6BE79D11}" destId="{5B769DB7-7CC8-40D7-B014-8D7F5F2CB90E}" srcOrd="1" destOrd="0" presId="urn:microsoft.com/office/officeart/2009/layout/CirclePictureHierarchy"/>
    <dgm:cxn modelId="{FC2DEC4B-7B31-4BAE-A54D-FAA0ABA71637}" type="presParOf" srcId="{FB1E3117-606D-4679-BB27-19B6D9CF0545}" destId="{B543FB28-68F7-4DE3-9AEB-AE58FBB217A8}" srcOrd="1" destOrd="0" presId="urn:microsoft.com/office/officeart/2009/layout/CirclePictureHierarchy"/>
    <dgm:cxn modelId="{5F05E195-0FDF-49E8-9D3E-47569890CD69}" type="presParOf" srcId="{B543FB28-68F7-4DE3-9AEB-AE58FBB217A8}" destId="{E5AE977D-10AD-421D-A419-E8B0B7AF9CB6}" srcOrd="0" destOrd="0" presId="urn:microsoft.com/office/officeart/2009/layout/CirclePictureHierarchy"/>
    <dgm:cxn modelId="{ADE838CE-F92D-45D3-815C-4AFCF67DCFA7}" type="presParOf" srcId="{B543FB28-68F7-4DE3-9AEB-AE58FBB217A8}" destId="{3109B0A9-9984-4EE1-B684-763D14024C4C}" srcOrd="1" destOrd="0" presId="urn:microsoft.com/office/officeart/2009/layout/CirclePictureHierarchy"/>
    <dgm:cxn modelId="{C0E40D53-E341-44F4-82C5-2C9CD15972F5}" type="presParOf" srcId="{3109B0A9-9984-4EE1-B684-763D14024C4C}" destId="{D6836355-ACBE-499A-9BEB-34255FF584AE}" srcOrd="0" destOrd="0" presId="urn:microsoft.com/office/officeart/2009/layout/CirclePictureHierarchy"/>
    <dgm:cxn modelId="{F66EC65E-2B3A-4CD8-AFE4-75A475C08650}" type="presParOf" srcId="{D6836355-ACBE-499A-9BEB-34255FF584AE}" destId="{DE85BA8B-1681-44A1-BFE3-71EBF0CF2CCD}" srcOrd="0" destOrd="0" presId="urn:microsoft.com/office/officeart/2009/layout/CirclePictureHierarchy"/>
    <dgm:cxn modelId="{6D3A875E-947D-49D1-8A94-E918B9F8DA6D}" type="presParOf" srcId="{D6836355-ACBE-499A-9BEB-34255FF584AE}" destId="{0CB4003B-4EB6-4003-8754-006EEEDEC6F6}" srcOrd="1" destOrd="0" presId="urn:microsoft.com/office/officeart/2009/layout/CirclePictureHierarchy"/>
    <dgm:cxn modelId="{86911124-34A7-4A6E-B0CA-B0E01C0D007A}" type="presParOf" srcId="{3109B0A9-9984-4EE1-B684-763D14024C4C}" destId="{75A69B52-4C19-411D-8449-A080B7D5A700}" srcOrd="1" destOrd="0" presId="urn:microsoft.com/office/officeart/2009/layout/CirclePictureHierarchy"/>
    <dgm:cxn modelId="{B722136D-E59B-4A05-A161-E473260E4C77}" type="presParOf" srcId="{B859BDA3-12DB-45D4-8B2B-9C47C9442D8D}" destId="{00EDDF60-040F-4F8B-9BDA-1EC610D15A78}" srcOrd="2" destOrd="0" presId="urn:microsoft.com/office/officeart/2009/layout/CirclePictureHierarchy"/>
    <dgm:cxn modelId="{E84BEB93-3685-4FE9-BE50-F53C080789BD}" type="presParOf" srcId="{B859BDA3-12DB-45D4-8B2B-9C47C9442D8D}" destId="{FBCC068D-CD08-421B-BB56-57645FF521C2}" srcOrd="3" destOrd="0" presId="urn:microsoft.com/office/officeart/2009/layout/CirclePictureHierarchy"/>
    <dgm:cxn modelId="{9E3578F2-6ED8-4531-8307-6053757B156B}" type="presParOf" srcId="{FBCC068D-CD08-421B-BB56-57645FF521C2}" destId="{86BC6AFE-261C-472C-8159-D73827371D92}" srcOrd="0" destOrd="0" presId="urn:microsoft.com/office/officeart/2009/layout/CirclePictureHierarchy"/>
    <dgm:cxn modelId="{8A8B6EFE-0982-4A04-803D-9AAD41B22B3E}" type="presParOf" srcId="{86BC6AFE-261C-472C-8159-D73827371D92}" destId="{2F521E0B-71D1-4C25-A063-63D5561FBFC9}" srcOrd="0" destOrd="0" presId="urn:microsoft.com/office/officeart/2009/layout/CirclePictureHierarchy"/>
    <dgm:cxn modelId="{07A882A5-9E37-49FD-88C8-AAFA60954722}" type="presParOf" srcId="{86BC6AFE-261C-472C-8159-D73827371D92}" destId="{453085C8-BF73-48E9-9EBA-02045E24E890}" srcOrd="1" destOrd="0" presId="urn:microsoft.com/office/officeart/2009/layout/CirclePictureHierarchy"/>
    <dgm:cxn modelId="{55FF4AA8-D189-4370-B6CF-3717A27373EC}" type="presParOf" srcId="{FBCC068D-CD08-421B-BB56-57645FF521C2}" destId="{CC3771D0-B29D-492C-BB45-5374FEDB8EC3}" srcOrd="1" destOrd="0" presId="urn:microsoft.com/office/officeart/2009/layout/CirclePictureHierarchy"/>
    <dgm:cxn modelId="{9D041FB9-5F13-4814-8D68-13335C1DC72E}" type="presParOf" srcId="{CC3771D0-B29D-492C-BB45-5374FEDB8EC3}" destId="{C94CA8CC-F54C-4523-B66A-46875DDEB2B5}" srcOrd="0" destOrd="0" presId="urn:microsoft.com/office/officeart/2009/layout/CirclePictureHierarchy"/>
    <dgm:cxn modelId="{FA9B2681-9103-4FB4-9FA9-246901CB5337}" type="presParOf" srcId="{CC3771D0-B29D-492C-BB45-5374FEDB8EC3}" destId="{A4DCD14C-267F-431D-92E7-EF3D36BE7035}" srcOrd="1" destOrd="0" presId="urn:microsoft.com/office/officeart/2009/layout/CirclePictureHierarchy"/>
    <dgm:cxn modelId="{4C06D313-6711-4BDD-B64D-CA78A430F8A6}" type="presParOf" srcId="{A4DCD14C-267F-431D-92E7-EF3D36BE7035}" destId="{EB44E9B7-A705-4A8A-8125-91F2F5BAE40F}" srcOrd="0" destOrd="0" presId="urn:microsoft.com/office/officeart/2009/layout/CirclePictureHierarchy"/>
    <dgm:cxn modelId="{D31DDE06-30BE-4CA3-89C0-4E11EF90D550}" type="presParOf" srcId="{EB44E9B7-A705-4A8A-8125-91F2F5BAE40F}" destId="{4E9F4ECD-5D6E-46D0-95EB-69D943D11FD3}" srcOrd="0" destOrd="0" presId="urn:microsoft.com/office/officeart/2009/layout/CirclePictureHierarchy"/>
    <dgm:cxn modelId="{37845F81-2910-4E7B-837B-3F8A7357C96C}" type="presParOf" srcId="{EB44E9B7-A705-4A8A-8125-91F2F5BAE40F}" destId="{EA13E7C2-E9EA-4052-8238-2D9C734DC371}" srcOrd="1" destOrd="0" presId="urn:microsoft.com/office/officeart/2009/layout/CirclePictureHierarchy"/>
    <dgm:cxn modelId="{909DDC97-8F6B-4E99-BEFE-5A4E13C4874B}" type="presParOf" srcId="{A4DCD14C-267F-431D-92E7-EF3D36BE7035}" destId="{F3CBF788-84D5-4D53-BAF3-3844EAAD1B96}" srcOrd="1" destOrd="0" presId="urn:microsoft.com/office/officeart/2009/layout/CirclePictureHierarchy"/>
    <dgm:cxn modelId="{5A3DCD11-B636-43E5-908C-FDDEA4816205}" type="presParOf" srcId="{F3CBF788-84D5-4D53-BAF3-3844EAAD1B96}" destId="{910C396D-0CE3-446E-A4AD-2F8E480471D0}" srcOrd="0" destOrd="0" presId="urn:microsoft.com/office/officeart/2009/layout/CirclePictureHierarchy"/>
    <dgm:cxn modelId="{ED0F6FAD-411E-43A4-8089-54D2873A8D08}" type="presParOf" srcId="{F3CBF788-84D5-4D53-BAF3-3844EAAD1B96}" destId="{DD492349-3BC0-423A-8760-52FB61B2728F}" srcOrd="1" destOrd="0" presId="urn:microsoft.com/office/officeart/2009/layout/CirclePictureHierarchy"/>
    <dgm:cxn modelId="{CCC47913-DEA4-4A91-8563-D8D785B97010}" type="presParOf" srcId="{DD492349-3BC0-423A-8760-52FB61B2728F}" destId="{2A3E72E5-AA2A-41C8-A190-EA2D25702D34}" srcOrd="0" destOrd="0" presId="urn:microsoft.com/office/officeart/2009/layout/CirclePictureHierarchy"/>
    <dgm:cxn modelId="{E0A736C9-92CF-42B8-A27F-7D69E70FF38D}" type="presParOf" srcId="{2A3E72E5-AA2A-41C8-A190-EA2D25702D34}" destId="{C746EE18-02D7-47A8-8435-D14896E9D417}" srcOrd="0" destOrd="0" presId="urn:microsoft.com/office/officeart/2009/layout/CirclePictureHierarchy"/>
    <dgm:cxn modelId="{8B29338E-6F47-4800-B313-B0E1755BB5AB}" type="presParOf" srcId="{2A3E72E5-AA2A-41C8-A190-EA2D25702D34}" destId="{382FBA4E-20FE-4989-9DE1-E0C04740AA74}" srcOrd="1" destOrd="0" presId="urn:microsoft.com/office/officeart/2009/layout/CirclePictureHierarchy"/>
    <dgm:cxn modelId="{F63E88F3-8D1B-4A1C-B7E4-62A371AF9909}" type="presParOf" srcId="{DD492349-3BC0-423A-8760-52FB61B2728F}" destId="{F6B8580F-CDE7-4F0D-8A2B-05B78E8DF089}" srcOrd="1" destOrd="0" presId="urn:microsoft.com/office/officeart/2009/layout/CirclePictureHierarchy"/>
    <dgm:cxn modelId="{C5DF4244-1A81-4B19-B743-D427C932EB1F}" type="presParOf" srcId="{CC3771D0-B29D-492C-BB45-5374FEDB8EC3}" destId="{B8BF6428-C0DA-4AF4-8EA6-E1833B8759E7}" srcOrd="2" destOrd="0" presId="urn:microsoft.com/office/officeart/2009/layout/CirclePictureHierarchy"/>
    <dgm:cxn modelId="{8C5C4726-465C-4CFD-893B-090E48DC422D}" type="presParOf" srcId="{CC3771D0-B29D-492C-BB45-5374FEDB8EC3}" destId="{A6C21A9D-A0BE-4DD5-A6AF-5C7C6F0B5166}" srcOrd="3" destOrd="0" presId="urn:microsoft.com/office/officeart/2009/layout/CirclePictureHierarchy"/>
    <dgm:cxn modelId="{E6E5D2B0-2ED3-4FF3-9D28-96180496ABBC}" type="presParOf" srcId="{A6C21A9D-A0BE-4DD5-A6AF-5C7C6F0B5166}" destId="{B67055C1-8FDC-41CE-9C27-13B79CC93781}" srcOrd="0" destOrd="0" presId="urn:microsoft.com/office/officeart/2009/layout/CirclePictureHierarchy"/>
    <dgm:cxn modelId="{1C35BE29-532E-444C-A110-E32AB9AB8B55}" type="presParOf" srcId="{B67055C1-8FDC-41CE-9C27-13B79CC93781}" destId="{D79E062F-5398-4F0A-A448-A5C48C4F0857}" srcOrd="0" destOrd="0" presId="urn:microsoft.com/office/officeart/2009/layout/CirclePictureHierarchy"/>
    <dgm:cxn modelId="{7BDCC23A-BDD2-4A0F-B76B-A215E4D7825B}" type="presParOf" srcId="{B67055C1-8FDC-41CE-9C27-13B79CC93781}" destId="{CFAEED46-3158-4900-8090-8F268222F669}" srcOrd="1" destOrd="0" presId="urn:microsoft.com/office/officeart/2009/layout/CirclePictureHierarchy"/>
    <dgm:cxn modelId="{3ECEB544-9D6A-4C77-9F91-2F5FEF032F95}" type="presParOf" srcId="{A6C21A9D-A0BE-4DD5-A6AF-5C7C6F0B5166}" destId="{55BEF097-7BC6-4E92-B6F9-541B19C11DFD}" srcOrd="1" destOrd="0" presId="urn:microsoft.com/office/officeart/2009/layout/CirclePictureHierarchy"/>
    <dgm:cxn modelId="{A873826B-0C38-40EC-84BB-0DDA88D430CF}" type="presParOf" srcId="{55BEF097-7BC6-4E92-B6F9-541B19C11DFD}" destId="{3629F2EF-7D71-451D-847A-234FC9C7CFC9}" srcOrd="0" destOrd="0" presId="urn:microsoft.com/office/officeart/2009/layout/CirclePictureHierarchy"/>
    <dgm:cxn modelId="{A688DA2D-FCA5-4602-9ACA-F83595592127}" type="presParOf" srcId="{55BEF097-7BC6-4E92-B6F9-541B19C11DFD}" destId="{AF891E4D-75FA-4B5C-A32E-91254D5584E1}" srcOrd="1" destOrd="0" presId="urn:microsoft.com/office/officeart/2009/layout/CirclePictureHierarchy"/>
    <dgm:cxn modelId="{30F17648-46A4-4822-8CE2-9B2DC60F1B44}" type="presParOf" srcId="{AF891E4D-75FA-4B5C-A32E-91254D5584E1}" destId="{30FB2C7B-983F-4616-91CF-38C8B53BF3FA}" srcOrd="0" destOrd="0" presId="urn:microsoft.com/office/officeart/2009/layout/CirclePictureHierarchy"/>
    <dgm:cxn modelId="{72DFAE82-FFF6-4711-8483-43BB30295587}" type="presParOf" srcId="{30FB2C7B-983F-4616-91CF-38C8B53BF3FA}" destId="{524CF180-7B83-431D-A9F1-95A01E7D3F49}" srcOrd="0" destOrd="0" presId="urn:microsoft.com/office/officeart/2009/layout/CirclePictureHierarchy"/>
    <dgm:cxn modelId="{136F9374-76FD-4E87-8F57-5D8DD376E685}" type="presParOf" srcId="{30FB2C7B-983F-4616-91CF-38C8B53BF3FA}" destId="{7411E51F-C64F-4486-A600-85E8B3E31E64}" srcOrd="1" destOrd="0" presId="urn:microsoft.com/office/officeart/2009/layout/CirclePictureHierarchy"/>
    <dgm:cxn modelId="{2A273459-3E2C-4320-AC26-D9E6CCD1425A}" type="presParOf" srcId="{AF891E4D-75FA-4B5C-A32E-91254D5584E1}" destId="{F916CDD3-A88C-445E-A304-9C3ECDABF3FF}" srcOrd="1" destOrd="0" presId="urn:microsoft.com/office/officeart/2009/layout/CirclePictureHierarchy"/>
    <dgm:cxn modelId="{CA214857-9425-4F21-B6D9-0715397DC4DC}" type="presParOf" srcId="{B859BDA3-12DB-45D4-8B2B-9C47C9442D8D}" destId="{67B41B49-5058-442C-B7E0-CD4AB78A2E2F}" srcOrd="4" destOrd="0" presId="urn:microsoft.com/office/officeart/2009/layout/CirclePictureHierarchy"/>
    <dgm:cxn modelId="{250F5F6F-BF3B-4132-8269-DF1F94526A7A}" type="presParOf" srcId="{B859BDA3-12DB-45D4-8B2B-9C47C9442D8D}" destId="{256F18DF-CE44-44F7-9CBC-DCD20B87B72A}" srcOrd="5" destOrd="0" presId="urn:microsoft.com/office/officeart/2009/layout/CirclePictureHierarchy"/>
    <dgm:cxn modelId="{698C7A8C-322C-40E3-8103-E697AFCCC025}" type="presParOf" srcId="{256F18DF-CE44-44F7-9CBC-DCD20B87B72A}" destId="{CA84DB38-FB7F-4C66-9D51-5B0F1BD29ED0}" srcOrd="0" destOrd="0" presId="urn:microsoft.com/office/officeart/2009/layout/CirclePictureHierarchy"/>
    <dgm:cxn modelId="{6AE5A159-E040-4B49-90AB-10BC05690A63}" type="presParOf" srcId="{CA84DB38-FB7F-4C66-9D51-5B0F1BD29ED0}" destId="{82F2788D-6E13-423F-907F-3D260894041F}" srcOrd="0" destOrd="0" presId="urn:microsoft.com/office/officeart/2009/layout/CirclePictureHierarchy"/>
    <dgm:cxn modelId="{96D6088E-9370-4753-B912-D0ED7E4A8A3B}" type="presParOf" srcId="{CA84DB38-FB7F-4C66-9D51-5B0F1BD29ED0}" destId="{1F171F5C-50AD-4488-B5A3-287F39929F1A}" srcOrd="1" destOrd="0" presId="urn:microsoft.com/office/officeart/2009/layout/CirclePictureHierarchy"/>
    <dgm:cxn modelId="{89AF46BF-C9A9-43E7-8C96-8CCA957C69FE}" type="presParOf" srcId="{256F18DF-CE44-44F7-9CBC-DCD20B87B72A}" destId="{1DB84455-9DE1-43BD-8B1E-A598C1910DFC}" srcOrd="1" destOrd="0" presId="urn:microsoft.com/office/officeart/2009/layout/CirclePictureHierarchy"/>
    <dgm:cxn modelId="{8EA0711B-75C0-40CC-A5C3-D3924854EE8C}" type="presParOf" srcId="{1DB84455-9DE1-43BD-8B1E-A598C1910DFC}" destId="{3A44B83B-A02A-42B2-9B5A-686EFDE2628E}" srcOrd="0" destOrd="0" presId="urn:microsoft.com/office/officeart/2009/layout/CirclePictureHierarchy"/>
    <dgm:cxn modelId="{9FCA6BA7-063E-41EB-889C-E5407A6E2EAB}" type="presParOf" srcId="{1DB84455-9DE1-43BD-8B1E-A598C1910DFC}" destId="{052420C3-B054-4518-8F29-7CB84CAC4714}" srcOrd="1" destOrd="0" presId="urn:microsoft.com/office/officeart/2009/layout/CirclePictureHierarchy"/>
    <dgm:cxn modelId="{0B55B0DE-60E6-4B8B-AEAC-84F1E3EE4070}" type="presParOf" srcId="{052420C3-B054-4518-8F29-7CB84CAC4714}" destId="{C7FBE93D-5945-4DC1-B7F4-6ADB31CAAD82}" srcOrd="0" destOrd="0" presId="urn:microsoft.com/office/officeart/2009/layout/CirclePictureHierarchy"/>
    <dgm:cxn modelId="{B1A7AC39-F174-4FCA-AF75-E88A25E06C95}" type="presParOf" srcId="{C7FBE93D-5945-4DC1-B7F4-6ADB31CAAD82}" destId="{041B3700-2A5E-4B9D-A633-732B5884F379}" srcOrd="0" destOrd="0" presId="urn:microsoft.com/office/officeart/2009/layout/CirclePictureHierarchy"/>
    <dgm:cxn modelId="{F7D1832D-366E-4411-8229-FF9E03349DBF}" type="presParOf" srcId="{C7FBE93D-5945-4DC1-B7F4-6ADB31CAAD82}" destId="{107B5CCC-5966-43FE-8731-3C7568A67476}" srcOrd="1" destOrd="0" presId="urn:microsoft.com/office/officeart/2009/layout/CirclePictureHierarchy"/>
    <dgm:cxn modelId="{BD44F24C-30AB-4326-9E5B-71F9DD2613E9}" type="presParOf" srcId="{052420C3-B054-4518-8F29-7CB84CAC4714}" destId="{9433E7F5-1613-4057-B00C-B9A97EADC182}" srcOrd="1" destOrd="0" presId="urn:microsoft.com/office/officeart/2009/layout/CirclePictureHierarchy"/>
    <dgm:cxn modelId="{6DEA93C3-5F49-4434-B163-B8BBA4E67112}" type="presParOf" srcId="{9433E7F5-1613-4057-B00C-B9A97EADC182}" destId="{31A2B9B0-69B8-49DD-8737-55F6BE42716A}" srcOrd="0" destOrd="0" presId="urn:microsoft.com/office/officeart/2009/layout/CirclePictureHierarchy"/>
    <dgm:cxn modelId="{077C4E4D-B4E2-487C-A203-9016678D4B04}" type="presParOf" srcId="{9433E7F5-1613-4057-B00C-B9A97EADC182}" destId="{5A57982F-CEF2-412D-9805-408E6AF8A573}" srcOrd="1" destOrd="0" presId="urn:microsoft.com/office/officeart/2009/layout/CirclePictureHierarchy"/>
    <dgm:cxn modelId="{434ECD74-B896-421F-B508-3846B5B0DC99}" type="presParOf" srcId="{5A57982F-CEF2-412D-9805-408E6AF8A573}" destId="{59E79E15-49D0-40E1-A4BB-CC230CA63D61}" srcOrd="0" destOrd="0" presId="urn:microsoft.com/office/officeart/2009/layout/CirclePictureHierarchy"/>
    <dgm:cxn modelId="{7F459F6A-DF84-4962-9316-CDBA6CD9F36D}" type="presParOf" srcId="{59E79E15-49D0-40E1-A4BB-CC230CA63D61}" destId="{579261AF-40EC-4B84-8F47-A1903BEF9773}" srcOrd="0" destOrd="0" presId="urn:microsoft.com/office/officeart/2009/layout/CirclePictureHierarchy"/>
    <dgm:cxn modelId="{2584A130-2F5C-4A6A-B72D-3C69CF5D72B2}" type="presParOf" srcId="{59E79E15-49D0-40E1-A4BB-CC230CA63D61}" destId="{ADE9B185-162D-4B49-85E4-C9332583AB35}" srcOrd="1" destOrd="0" presId="urn:microsoft.com/office/officeart/2009/layout/CirclePictureHierarchy"/>
    <dgm:cxn modelId="{034ABD59-0449-4FF1-B665-FF8187207F18}" type="presParOf" srcId="{5A57982F-CEF2-412D-9805-408E6AF8A573}" destId="{42375117-5637-4A8E-BA81-79E4525E19B9}" srcOrd="1" destOrd="0" presId="urn:microsoft.com/office/officeart/2009/layout/CirclePictureHierarchy"/>
    <dgm:cxn modelId="{4525F4BD-E62D-418B-AA10-9D79849E7A11}" type="presParOf" srcId="{1DB84455-9DE1-43BD-8B1E-A598C1910DFC}" destId="{23F4BB7C-F72D-4829-8315-555FDF5F4D6F}" srcOrd="2" destOrd="0" presId="urn:microsoft.com/office/officeart/2009/layout/CirclePictureHierarchy"/>
    <dgm:cxn modelId="{296967F0-2D71-4070-8CE1-51E56D628470}" type="presParOf" srcId="{1DB84455-9DE1-43BD-8B1E-A598C1910DFC}" destId="{33689D66-5768-4757-9C91-5C0CF723730F}" srcOrd="3" destOrd="0" presId="urn:microsoft.com/office/officeart/2009/layout/CirclePictureHierarchy"/>
    <dgm:cxn modelId="{53259D33-2881-4A49-9A9B-FC699A093487}" type="presParOf" srcId="{33689D66-5768-4757-9C91-5C0CF723730F}" destId="{03A93520-16DA-4C0C-91D8-BBCDDF988C1F}" srcOrd="0" destOrd="0" presId="urn:microsoft.com/office/officeart/2009/layout/CirclePictureHierarchy"/>
    <dgm:cxn modelId="{07BA19D3-CB14-4242-BA41-AFBFCC2D7E6F}" type="presParOf" srcId="{03A93520-16DA-4C0C-91D8-BBCDDF988C1F}" destId="{5BC55C57-E100-4F40-B211-4FE6F3D36D5F}" srcOrd="0" destOrd="0" presId="urn:microsoft.com/office/officeart/2009/layout/CirclePictureHierarchy"/>
    <dgm:cxn modelId="{5BB77BDF-22A0-4C07-BA64-CD4F1E26679F}" type="presParOf" srcId="{03A93520-16DA-4C0C-91D8-BBCDDF988C1F}" destId="{FDA84F20-5D55-4347-977F-FA601A52D9A5}" srcOrd="1" destOrd="0" presId="urn:microsoft.com/office/officeart/2009/layout/CirclePictureHierarchy"/>
    <dgm:cxn modelId="{AFB91477-EEC3-4DBE-BC5C-24333F667475}" type="presParOf" srcId="{33689D66-5768-4757-9C91-5C0CF723730F}" destId="{F121613D-D65D-4381-8D85-1C4D24C1C635}" srcOrd="1" destOrd="0" presId="urn:microsoft.com/office/officeart/2009/layout/CirclePictureHierarchy"/>
    <dgm:cxn modelId="{B0FE5CD6-E6C3-451E-A664-4ECCD26D93BF}" type="presParOf" srcId="{F121613D-D65D-4381-8D85-1C4D24C1C635}" destId="{7E35A0D7-0556-4DAE-B374-6001EFFBD975}" srcOrd="0" destOrd="0" presId="urn:microsoft.com/office/officeart/2009/layout/CirclePictureHierarchy"/>
    <dgm:cxn modelId="{1DDBA5E9-8E6E-4577-8129-0F98F8D59F28}" type="presParOf" srcId="{F121613D-D65D-4381-8D85-1C4D24C1C635}" destId="{DA955808-B4B3-4069-8C8B-D14BF036050F}" srcOrd="1" destOrd="0" presId="urn:microsoft.com/office/officeart/2009/layout/CirclePictureHierarchy"/>
    <dgm:cxn modelId="{7FA16905-0443-4553-B9AE-6F35416F5329}" type="presParOf" srcId="{DA955808-B4B3-4069-8C8B-D14BF036050F}" destId="{9F2B02FF-BA2E-4E6E-B732-1EDDEB034AF6}" srcOrd="0" destOrd="0" presId="urn:microsoft.com/office/officeart/2009/layout/CirclePictureHierarchy"/>
    <dgm:cxn modelId="{738D512E-1971-4CBA-A2EE-643D23F52CA9}" type="presParOf" srcId="{9F2B02FF-BA2E-4E6E-B732-1EDDEB034AF6}" destId="{150FD50D-93D3-4127-BF4F-A2F4227B8D58}" srcOrd="0" destOrd="0" presId="urn:microsoft.com/office/officeart/2009/layout/CirclePictureHierarchy"/>
    <dgm:cxn modelId="{B67CF9C1-AB81-412B-89C6-4ECB0A436890}" type="presParOf" srcId="{9F2B02FF-BA2E-4E6E-B732-1EDDEB034AF6}" destId="{B7B70EBB-6B05-4611-B763-C182968EF533}" srcOrd="1" destOrd="0" presId="urn:microsoft.com/office/officeart/2009/layout/CirclePictureHierarchy"/>
    <dgm:cxn modelId="{AFEAC786-D856-4202-9F53-9957EE726E99}" type="presParOf" srcId="{DA955808-B4B3-4069-8C8B-D14BF036050F}" destId="{5323AAD8-C5A2-4046-943C-F802128E469E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70C1721-B418-48F5-A8B3-CC67349F51C9}" type="doc">
      <dgm:prSet loTypeId="urn:microsoft.com/office/officeart/2005/8/layout/hList1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777BA23-9173-4933-8ED5-028687F977BF}">
      <dgm:prSet/>
      <dgm:spPr/>
      <dgm:t>
        <a:bodyPr/>
        <a:lstStyle/>
        <a:p>
          <a:r>
            <a:rPr lang="ru-RU" dirty="0"/>
            <a:t>Булева: ИСТИНА, ЛОЖЬ (0,1)</a:t>
          </a:r>
          <a:endParaRPr lang="en-US" dirty="0"/>
        </a:p>
      </dgm:t>
    </dgm:pt>
    <dgm:pt modelId="{26A5347A-61F4-49FB-B30E-289FCD70E175}" type="parTrans" cxnId="{4BA3233B-08C2-438A-A5FF-19CCD45ED662}">
      <dgm:prSet/>
      <dgm:spPr/>
      <dgm:t>
        <a:bodyPr/>
        <a:lstStyle/>
        <a:p>
          <a:endParaRPr lang="en-US"/>
        </a:p>
      </dgm:t>
    </dgm:pt>
    <dgm:pt modelId="{64F2ECEC-46B1-4D73-B729-179787F63ACA}" type="sibTrans" cxnId="{4BA3233B-08C2-438A-A5FF-19CCD45ED662}">
      <dgm:prSet/>
      <dgm:spPr/>
      <dgm:t>
        <a:bodyPr/>
        <a:lstStyle/>
        <a:p>
          <a:endParaRPr lang="en-US"/>
        </a:p>
      </dgm:t>
    </dgm:pt>
    <dgm:pt modelId="{06EDE56B-FF1E-466A-9CB9-C852EEA6AEA7}">
      <dgm:prSet/>
      <dgm:spPr/>
      <dgm:t>
        <a:bodyPr/>
        <a:lstStyle/>
        <a:p>
          <a:r>
            <a:rPr lang="ru-RU" dirty="0"/>
            <a:t>Многозначная логика:</a:t>
          </a:r>
          <a:r>
            <a:rPr lang="en-US" dirty="0"/>
            <a:t> (0,1,2,…,n)</a:t>
          </a:r>
        </a:p>
      </dgm:t>
    </dgm:pt>
    <dgm:pt modelId="{7A365B4E-7FD1-4FCA-ACFD-FDD5C3120A30}" type="parTrans" cxnId="{B252752C-6021-43FE-BC30-AED9C1F96D60}">
      <dgm:prSet/>
      <dgm:spPr/>
      <dgm:t>
        <a:bodyPr/>
        <a:lstStyle/>
        <a:p>
          <a:endParaRPr lang="en-US"/>
        </a:p>
      </dgm:t>
    </dgm:pt>
    <dgm:pt modelId="{EAD8CAEB-DD35-4711-AA53-E63D1C759B8C}" type="sibTrans" cxnId="{B252752C-6021-43FE-BC30-AED9C1F96D60}">
      <dgm:prSet/>
      <dgm:spPr/>
      <dgm:t>
        <a:bodyPr/>
        <a:lstStyle/>
        <a:p>
          <a:endParaRPr lang="en-US"/>
        </a:p>
      </dgm:t>
    </dgm:pt>
    <dgm:pt modelId="{7418EA96-F092-4077-B35D-FA7B21356D26}">
      <dgm:prSet/>
      <dgm:spPr/>
      <dgm:t>
        <a:bodyPr/>
        <a:lstStyle/>
        <a:p>
          <a:r>
            <a:rPr lang="ru-RU" dirty="0"/>
            <a:t>Расстояние (Близко, Средне, Далеко)</a:t>
          </a:r>
          <a:endParaRPr lang="en-US" dirty="0"/>
        </a:p>
      </dgm:t>
    </dgm:pt>
    <dgm:pt modelId="{0F6CF26B-D9F5-4788-815F-EEFB3FEA5AD6}" type="parTrans" cxnId="{C46B5959-1F6A-4A6C-9C74-C03221ADFA90}">
      <dgm:prSet/>
      <dgm:spPr/>
      <dgm:t>
        <a:bodyPr/>
        <a:lstStyle/>
        <a:p>
          <a:endParaRPr lang="en-US"/>
        </a:p>
      </dgm:t>
    </dgm:pt>
    <dgm:pt modelId="{C24FE373-1235-412A-A716-9F15A28E134E}" type="sibTrans" cxnId="{C46B5959-1F6A-4A6C-9C74-C03221ADFA90}">
      <dgm:prSet/>
      <dgm:spPr/>
      <dgm:t>
        <a:bodyPr/>
        <a:lstStyle/>
        <a:p>
          <a:endParaRPr lang="en-US"/>
        </a:p>
      </dgm:t>
    </dgm:pt>
    <dgm:pt modelId="{C8C6CC67-3391-4307-B771-917EA8AEAE3A}" type="pres">
      <dgm:prSet presAssocID="{170C1721-B418-48F5-A8B3-CC67349F51C9}" presName="Name0" presStyleCnt="0">
        <dgm:presLayoutVars>
          <dgm:dir/>
          <dgm:animLvl val="lvl"/>
          <dgm:resizeHandles val="exact"/>
        </dgm:presLayoutVars>
      </dgm:prSet>
      <dgm:spPr/>
    </dgm:pt>
    <dgm:pt modelId="{1FB215E6-6ED7-481F-8514-AC8650E1C7E1}" type="pres">
      <dgm:prSet presAssocID="{3777BA23-9173-4933-8ED5-028687F977BF}" presName="composite" presStyleCnt="0"/>
      <dgm:spPr/>
    </dgm:pt>
    <dgm:pt modelId="{984F3961-00F7-4334-BDCC-2E04945667A3}" type="pres">
      <dgm:prSet presAssocID="{3777BA23-9173-4933-8ED5-028687F977BF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E6A01107-2C15-4DA2-BC3D-A7856F407202}" type="pres">
      <dgm:prSet presAssocID="{3777BA23-9173-4933-8ED5-028687F977BF}" presName="desTx" presStyleLbl="alignAccFollowNode1" presStyleIdx="0" presStyleCnt="2">
        <dgm:presLayoutVars>
          <dgm:bulletEnabled val="1"/>
        </dgm:presLayoutVars>
      </dgm:prSet>
      <dgm:spPr/>
    </dgm:pt>
    <dgm:pt modelId="{B8FD2EF1-0941-442A-A818-E1D5168A46CD}" type="pres">
      <dgm:prSet presAssocID="{64F2ECEC-46B1-4D73-B729-179787F63ACA}" presName="space" presStyleCnt="0"/>
      <dgm:spPr/>
    </dgm:pt>
    <dgm:pt modelId="{59454778-9EFB-4530-8B9B-F03CBEDD6CD9}" type="pres">
      <dgm:prSet presAssocID="{06EDE56B-FF1E-466A-9CB9-C852EEA6AEA7}" presName="composite" presStyleCnt="0"/>
      <dgm:spPr/>
    </dgm:pt>
    <dgm:pt modelId="{9139AF0C-C7D3-4766-BE7D-CB2A556E0AE3}" type="pres">
      <dgm:prSet presAssocID="{06EDE56B-FF1E-466A-9CB9-C852EEA6AEA7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E2236BF2-A617-4B9F-9100-E0AB1061128B}" type="pres">
      <dgm:prSet presAssocID="{06EDE56B-FF1E-466A-9CB9-C852EEA6AEA7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624B0602-E3F5-40C2-A382-289030E72B8A}" type="presOf" srcId="{7418EA96-F092-4077-B35D-FA7B21356D26}" destId="{E2236BF2-A617-4B9F-9100-E0AB1061128B}" srcOrd="0" destOrd="0" presId="urn:microsoft.com/office/officeart/2005/8/layout/hList1"/>
    <dgm:cxn modelId="{F923DC1D-17D5-4A04-91D8-0870EAAF7B46}" type="presOf" srcId="{170C1721-B418-48F5-A8B3-CC67349F51C9}" destId="{C8C6CC67-3391-4307-B771-917EA8AEAE3A}" srcOrd="0" destOrd="0" presId="urn:microsoft.com/office/officeart/2005/8/layout/hList1"/>
    <dgm:cxn modelId="{B252752C-6021-43FE-BC30-AED9C1F96D60}" srcId="{170C1721-B418-48F5-A8B3-CC67349F51C9}" destId="{06EDE56B-FF1E-466A-9CB9-C852EEA6AEA7}" srcOrd="1" destOrd="0" parTransId="{7A365B4E-7FD1-4FCA-ACFD-FDD5C3120A30}" sibTransId="{EAD8CAEB-DD35-4711-AA53-E63D1C759B8C}"/>
    <dgm:cxn modelId="{4BA3233B-08C2-438A-A5FF-19CCD45ED662}" srcId="{170C1721-B418-48F5-A8B3-CC67349F51C9}" destId="{3777BA23-9173-4933-8ED5-028687F977BF}" srcOrd="0" destOrd="0" parTransId="{26A5347A-61F4-49FB-B30E-289FCD70E175}" sibTransId="{64F2ECEC-46B1-4D73-B729-179787F63ACA}"/>
    <dgm:cxn modelId="{F799CA62-A82D-4F5A-9578-39C0E44090F3}" type="presOf" srcId="{06EDE56B-FF1E-466A-9CB9-C852EEA6AEA7}" destId="{9139AF0C-C7D3-4766-BE7D-CB2A556E0AE3}" srcOrd="0" destOrd="0" presId="urn:microsoft.com/office/officeart/2005/8/layout/hList1"/>
    <dgm:cxn modelId="{C46B5959-1F6A-4A6C-9C74-C03221ADFA90}" srcId="{06EDE56B-FF1E-466A-9CB9-C852EEA6AEA7}" destId="{7418EA96-F092-4077-B35D-FA7B21356D26}" srcOrd="0" destOrd="0" parTransId="{0F6CF26B-D9F5-4788-815F-EEFB3FEA5AD6}" sibTransId="{C24FE373-1235-412A-A716-9F15A28E134E}"/>
    <dgm:cxn modelId="{1D6EBC82-1A52-4D6F-879B-AB3C45FC6CBD}" type="presOf" srcId="{3777BA23-9173-4933-8ED5-028687F977BF}" destId="{984F3961-00F7-4334-BDCC-2E04945667A3}" srcOrd="0" destOrd="0" presId="urn:microsoft.com/office/officeart/2005/8/layout/hList1"/>
    <dgm:cxn modelId="{C28FFF31-5609-41D4-B042-526F58B00AF1}" type="presParOf" srcId="{C8C6CC67-3391-4307-B771-917EA8AEAE3A}" destId="{1FB215E6-6ED7-481F-8514-AC8650E1C7E1}" srcOrd="0" destOrd="0" presId="urn:microsoft.com/office/officeart/2005/8/layout/hList1"/>
    <dgm:cxn modelId="{EA830A88-0DBA-4577-A513-C359FC295689}" type="presParOf" srcId="{1FB215E6-6ED7-481F-8514-AC8650E1C7E1}" destId="{984F3961-00F7-4334-BDCC-2E04945667A3}" srcOrd="0" destOrd="0" presId="urn:microsoft.com/office/officeart/2005/8/layout/hList1"/>
    <dgm:cxn modelId="{9E8F9D1E-DDF4-4C26-B619-F02F7F68ED0C}" type="presParOf" srcId="{1FB215E6-6ED7-481F-8514-AC8650E1C7E1}" destId="{E6A01107-2C15-4DA2-BC3D-A7856F407202}" srcOrd="1" destOrd="0" presId="urn:microsoft.com/office/officeart/2005/8/layout/hList1"/>
    <dgm:cxn modelId="{D825929E-86A9-4CB1-8008-6B4EB96BD062}" type="presParOf" srcId="{C8C6CC67-3391-4307-B771-917EA8AEAE3A}" destId="{B8FD2EF1-0941-442A-A818-E1D5168A46CD}" srcOrd="1" destOrd="0" presId="urn:microsoft.com/office/officeart/2005/8/layout/hList1"/>
    <dgm:cxn modelId="{94AE795D-3D18-46CB-B13F-1BD3B65A3175}" type="presParOf" srcId="{C8C6CC67-3391-4307-B771-917EA8AEAE3A}" destId="{59454778-9EFB-4530-8B9B-F03CBEDD6CD9}" srcOrd="2" destOrd="0" presId="urn:microsoft.com/office/officeart/2005/8/layout/hList1"/>
    <dgm:cxn modelId="{48E00371-029C-46FD-9734-518F45643B55}" type="presParOf" srcId="{59454778-9EFB-4530-8B9B-F03CBEDD6CD9}" destId="{9139AF0C-C7D3-4766-BE7D-CB2A556E0AE3}" srcOrd="0" destOrd="0" presId="urn:microsoft.com/office/officeart/2005/8/layout/hList1"/>
    <dgm:cxn modelId="{5F0A8F73-25F3-49B2-91FE-105E579A7741}" type="presParOf" srcId="{59454778-9EFB-4530-8B9B-F03CBEDD6CD9}" destId="{E2236BF2-A617-4B9F-9100-E0AB1061128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749073C-7A44-4FAB-A059-9A009E181ED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434073F-5137-4F3F-807B-5358622941FF}">
      <dgm:prSet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ru-RU" b="1" i="1" dirty="0"/>
            <a:t>Нечеткое продукционное (композиционное) правило</a:t>
          </a:r>
          <a:r>
            <a:rPr lang="ru-RU" b="1" dirty="0"/>
            <a:t> </a:t>
          </a:r>
          <a:r>
            <a:rPr lang="ru-RU" dirty="0"/>
            <a:t>– это выражение вида:(i):Q;P;A═&gt;B;S,F,N,</a:t>
          </a:r>
          <a:endParaRPr lang="en-US" dirty="0"/>
        </a:p>
        <a:p>
          <a:pPr marL="0" lvl="0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dirty="0"/>
        </a:p>
      </dgm:t>
    </dgm:pt>
    <dgm:pt modelId="{DAA7A08B-D5AD-447E-ABBB-8FEEDBF7E5A8}" type="parTrans" cxnId="{2C101910-D4A4-47D5-AF58-B9307980C638}">
      <dgm:prSet/>
      <dgm:spPr/>
      <dgm:t>
        <a:bodyPr/>
        <a:lstStyle/>
        <a:p>
          <a:endParaRPr lang="en-US"/>
        </a:p>
      </dgm:t>
    </dgm:pt>
    <dgm:pt modelId="{C81E345F-7BBB-4BCB-B8CB-6B04197FB33E}" type="sibTrans" cxnId="{2C101910-D4A4-47D5-AF58-B9307980C638}">
      <dgm:prSet/>
      <dgm:spPr/>
      <dgm:t>
        <a:bodyPr/>
        <a:lstStyle/>
        <a:p>
          <a:endParaRPr lang="en-US"/>
        </a:p>
      </dgm:t>
    </dgm:pt>
    <dgm:pt modelId="{82B01EA3-961F-4013-8F5C-2D95521EA02E}">
      <dgm:prSet/>
      <dgm:spPr/>
      <dgm:t>
        <a:bodyPr/>
        <a:lstStyle/>
        <a:p>
          <a:endParaRPr lang="en-US" dirty="0"/>
        </a:p>
      </dgm:t>
    </dgm:pt>
    <dgm:pt modelId="{F4240869-03C0-43CB-B719-E83EEDFDBB58}" type="parTrans" cxnId="{158452ED-63B1-4651-B00B-54960FD22F78}">
      <dgm:prSet/>
      <dgm:spPr/>
      <dgm:t>
        <a:bodyPr/>
        <a:lstStyle/>
        <a:p>
          <a:endParaRPr lang="en-US"/>
        </a:p>
      </dgm:t>
    </dgm:pt>
    <dgm:pt modelId="{551B9DE3-AE93-4A64-AED5-D0F0DCB14342}" type="sibTrans" cxnId="{158452ED-63B1-4651-B00B-54960FD22F78}">
      <dgm:prSet/>
      <dgm:spPr/>
      <dgm:t>
        <a:bodyPr/>
        <a:lstStyle/>
        <a:p>
          <a:endParaRPr lang="en-US"/>
        </a:p>
      </dgm:t>
    </dgm:pt>
    <dgm:pt modelId="{769180A2-73B0-4587-8669-002AF27C5BEE}">
      <dgm:prSet/>
      <dgm:spPr/>
      <dgm:t>
        <a:bodyPr/>
        <a:lstStyle/>
        <a:p>
          <a:r>
            <a:rPr lang="ru-RU" dirty="0"/>
            <a:t>где (i) – имя нечеткой продукции, </a:t>
          </a:r>
          <a:endParaRPr lang="en-US" dirty="0"/>
        </a:p>
      </dgm:t>
    </dgm:pt>
    <dgm:pt modelId="{97D088C0-377F-439C-888C-0F5309F85A92}" type="parTrans" cxnId="{CE97A894-4148-4A77-B783-19E6D4677685}">
      <dgm:prSet/>
      <dgm:spPr/>
      <dgm:t>
        <a:bodyPr/>
        <a:lstStyle/>
        <a:p>
          <a:endParaRPr lang="en-US"/>
        </a:p>
      </dgm:t>
    </dgm:pt>
    <dgm:pt modelId="{EEDB224E-3686-4FD7-9442-59193B38178D}" type="sibTrans" cxnId="{CE97A894-4148-4A77-B783-19E6D4677685}">
      <dgm:prSet/>
      <dgm:spPr/>
      <dgm:t>
        <a:bodyPr/>
        <a:lstStyle/>
        <a:p>
          <a:endParaRPr lang="en-US"/>
        </a:p>
      </dgm:t>
    </dgm:pt>
    <dgm:pt modelId="{CFB516C5-6E10-48E1-B070-EFFC78F0B95F}">
      <dgm:prSet/>
      <dgm:spPr/>
      <dgm:t>
        <a:bodyPr/>
        <a:lstStyle/>
        <a:p>
          <a:r>
            <a:rPr lang="ru-RU" dirty="0"/>
            <a:t>Q – сфера применения нечеткой продукции, </a:t>
          </a:r>
          <a:endParaRPr lang="en-US" dirty="0"/>
        </a:p>
      </dgm:t>
    </dgm:pt>
    <dgm:pt modelId="{F1BCBA9D-53D6-4BB2-9B02-34BBB1A379B4}" type="parTrans" cxnId="{DD840A08-0007-4C17-8E78-BD22A28F2211}">
      <dgm:prSet/>
      <dgm:spPr/>
      <dgm:t>
        <a:bodyPr/>
        <a:lstStyle/>
        <a:p>
          <a:endParaRPr lang="en-US"/>
        </a:p>
      </dgm:t>
    </dgm:pt>
    <dgm:pt modelId="{D17A863F-7A16-4290-ACE8-DA3715129AAD}" type="sibTrans" cxnId="{DD840A08-0007-4C17-8E78-BD22A28F2211}">
      <dgm:prSet/>
      <dgm:spPr/>
      <dgm:t>
        <a:bodyPr/>
        <a:lstStyle/>
        <a:p>
          <a:endParaRPr lang="en-US"/>
        </a:p>
      </dgm:t>
    </dgm:pt>
    <dgm:pt modelId="{9772648E-B51F-4F5D-B9B1-158ED7F05949}">
      <dgm:prSet/>
      <dgm:spPr/>
      <dgm:t>
        <a:bodyPr/>
        <a:lstStyle/>
        <a:p>
          <a:r>
            <a:rPr lang="ru-RU" dirty="0"/>
            <a:t>P – условие применимости ядра нечеткой продукции, </a:t>
          </a:r>
          <a:endParaRPr lang="en-US" dirty="0"/>
        </a:p>
      </dgm:t>
    </dgm:pt>
    <dgm:pt modelId="{4E3794B6-6EEA-4706-AF4D-41B66023CE2D}" type="parTrans" cxnId="{0D27D2B4-D5F3-4F22-B492-0D4E2DB438F3}">
      <dgm:prSet/>
      <dgm:spPr/>
      <dgm:t>
        <a:bodyPr/>
        <a:lstStyle/>
        <a:p>
          <a:endParaRPr lang="en-US"/>
        </a:p>
      </dgm:t>
    </dgm:pt>
    <dgm:pt modelId="{E457FD71-519F-499F-9CDA-4A0DC1A2680E}" type="sibTrans" cxnId="{0D27D2B4-D5F3-4F22-B492-0D4E2DB438F3}">
      <dgm:prSet/>
      <dgm:spPr/>
      <dgm:t>
        <a:bodyPr/>
        <a:lstStyle/>
        <a:p>
          <a:endParaRPr lang="en-US"/>
        </a:p>
      </dgm:t>
    </dgm:pt>
    <dgm:pt modelId="{D63163A4-F44A-4D6A-8AF7-0AF9874982CD}">
      <dgm:prSet/>
      <dgm:spPr/>
      <dgm:t>
        <a:bodyPr/>
        <a:lstStyle/>
        <a:p>
          <a:r>
            <a:rPr lang="ru-RU" dirty="0"/>
            <a:t>A═&gt;B – ядро нечеткой продукции, в котором A – условие ядра (или антецедент), B – заключение ядра (или </a:t>
          </a:r>
          <a:r>
            <a:rPr lang="ru-RU" dirty="0" err="1"/>
            <a:t>консеквент</a:t>
          </a:r>
          <a:r>
            <a:rPr lang="ru-RU" dirty="0"/>
            <a:t>), ═&gt; – знак логической секвенции или следования, </a:t>
          </a:r>
          <a:endParaRPr lang="en-US" dirty="0"/>
        </a:p>
      </dgm:t>
    </dgm:pt>
    <dgm:pt modelId="{A9DA5DC3-367B-4288-B31F-347B8A4666F3}" type="parTrans" cxnId="{87DE0F8E-8832-4F00-AE8D-96DF4C8EE279}">
      <dgm:prSet/>
      <dgm:spPr/>
      <dgm:t>
        <a:bodyPr/>
        <a:lstStyle/>
        <a:p>
          <a:endParaRPr lang="en-US"/>
        </a:p>
      </dgm:t>
    </dgm:pt>
    <dgm:pt modelId="{2C54AB6A-F77C-488F-93F8-CE02AF9CEE6C}" type="sibTrans" cxnId="{87DE0F8E-8832-4F00-AE8D-96DF4C8EE279}">
      <dgm:prSet/>
      <dgm:spPr/>
      <dgm:t>
        <a:bodyPr/>
        <a:lstStyle/>
        <a:p>
          <a:endParaRPr lang="en-US"/>
        </a:p>
      </dgm:t>
    </dgm:pt>
    <dgm:pt modelId="{0320D0E8-7D4F-45FD-8F5F-0DB3408FE5CA}">
      <dgm:prSet/>
      <dgm:spPr/>
      <dgm:t>
        <a:bodyPr/>
        <a:lstStyle/>
        <a:p>
          <a:r>
            <a:rPr lang="ru-RU" dirty="0"/>
            <a:t>S – метод или способ определения количественного значения степени истинности заключения ядра, </a:t>
          </a:r>
          <a:endParaRPr lang="en-US" dirty="0"/>
        </a:p>
      </dgm:t>
    </dgm:pt>
    <dgm:pt modelId="{936E339E-E44F-4D24-B23F-EB147610FACC}" type="parTrans" cxnId="{818A0B91-0CA2-43C9-9DA5-0E535BEA674A}">
      <dgm:prSet/>
      <dgm:spPr/>
      <dgm:t>
        <a:bodyPr/>
        <a:lstStyle/>
        <a:p>
          <a:endParaRPr lang="en-US"/>
        </a:p>
      </dgm:t>
    </dgm:pt>
    <dgm:pt modelId="{906D8947-242E-40DC-819E-E31940B49318}" type="sibTrans" cxnId="{818A0B91-0CA2-43C9-9DA5-0E535BEA674A}">
      <dgm:prSet/>
      <dgm:spPr/>
      <dgm:t>
        <a:bodyPr/>
        <a:lstStyle/>
        <a:p>
          <a:endParaRPr lang="en-US"/>
        </a:p>
      </dgm:t>
    </dgm:pt>
    <dgm:pt modelId="{9E603D04-6951-4014-A60E-1869A5CFD0E8}">
      <dgm:prSet/>
      <dgm:spPr/>
      <dgm:t>
        <a:bodyPr/>
        <a:lstStyle/>
        <a:p>
          <a:r>
            <a:rPr lang="ru-RU" dirty="0"/>
            <a:t>F – коэффициент определенности или уверенности нечеткой продукции, </a:t>
          </a:r>
          <a:endParaRPr lang="en-US" dirty="0"/>
        </a:p>
      </dgm:t>
    </dgm:pt>
    <dgm:pt modelId="{BB00562B-E905-4103-86C0-4FD46CF68203}" type="parTrans" cxnId="{740B7C68-2E31-46F5-A1C7-A1C7EAE14DA6}">
      <dgm:prSet/>
      <dgm:spPr/>
      <dgm:t>
        <a:bodyPr/>
        <a:lstStyle/>
        <a:p>
          <a:endParaRPr lang="en-US"/>
        </a:p>
      </dgm:t>
    </dgm:pt>
    <dgm:pt modelId="{E939D879-78D7-4C26-951A-ECAB51E1B04B}" type="sibTrans" cxnId="{740B7C68-2E31-46F5-A1C7-A1C7EAE14DA6}">
      <dgm:prSet/>
      <dgm:spPr/>
      <dgm:t>
        <a:bodyPr/>
        <a:lstStyle/>
        <a:p>
          <a:endParaRPr lang="en-US"/>
        </a:p>
      </dgm:t>
    </dgm:pt>
    <dgm:pt modelId="{7B69A99D-C10D-4747-8F31-26193705A3BA}">
      <dgm:prSet/>
      <dgm:spPr/>
      <dgm:t>
        <a:bodyPr/>
        <a:lstStyle/>
        <a:p>
          <a:r>
            <a:rPr lang="ru-RU" dirty="0"/>
            <a:t>N – постусловия продукции (не обязательны)</a:t>
          </a:r>
          <a:endParaRPr lang="en-US" dirty="0"/>
        </a:p>
      </dgm:t>
    </dgm:pt>
    <dgm:pt modelId="{A5799095-8790-4AE9-A12D-2FDB3FCEA6A3}" type="parTrans" cxnId="{F7491607-8E2A-4783-868F-9D00750D5759}">
      <dgm:prSet/>
      <dgm:spPr/>
      <dgm:t>
        <a:bodyPr/>
        <a:lstStyle/>
        <a:p>
          <a:endParaRPr lang="en-US"/>
        </a:p>
      </dgm:t>
    </dgm:pt>
    <dgm:pt modelId="{E6494E65-B6CA-4005-AA2C-E125DF7564C5}" type="sibTrans" cxnId="{F7491607-8E2A-4783-868F-9D00750D5759}">
      <dgm:prSet/>
      <dgm:spPr/>
      <dgm:t>
        <a:bodyPr/>
        <a:lstStyle/>
        <a:p>
          <a:endParaRPr lang="en-US"/>
        </a:p>
      </dgm:t>
    </dgm:pt>
    <dgm:pt modelId="{3E97143F-E586-4656-A1E7-5FA5002C6AB4}" type="pres">
      <dgm:prSet presAssocID="{C749073C-7A44-4FAB-A059-9A009E181ED5}" presName="linear" presStyleCnt="0">
        <dgm:presLayoutVars>
          <dgm:animLvl val="lvl"/>
          <dgm:resizeHandles val="exact"/>
        </dgm:presLayoutVars>
      </dgm:prSet>
      <dgm:spPr/>
    </dgm:pt>
    <dgm:pt modelId="{923D49C6-119D-45BB-84F2-DD9D3A1E6D5C}" type="pres">
      <dgm:prSet presAssocID="{0434073F-5137-4F3F-807B-5358622941FF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2EFB5F10-1D16-42C6-B7C2-BBCF824CD4C5}" type="pres">
      <dgm:prSet presAssocID="{0434073F-5137-4F3F-807B-5358622941FF}" presName="childText" presStyleLbl="revTx" presStyleIdx="0" presStyleCnt="1">
        <dgm:presLayoutVars>
          <dgm:bulletEnabled val="1"/>
        </dgm:presLayoutVars>
      </dgm:prSet>
      <dgm:spPr/>
    </dgm:pt>
    <dgm:pt modelId="{7D415286-4F8A-43AC-B0EF-FFE3C02F9866}" type="pres">
      <dgm:prSet presAssocID="{769180A2-73B0-4587-8669-002AF27C5BEE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53BCA3E5-B74F-4DDD-BB7B-A332505DEBA7}" type="pres">
      <dgm:prSet presAssocID="{EEDB224E-3686-4FD7-9442-59193B38178D}" presName="spacer" presStyleCnt="0"/>
      <dgm:spPr/>
    </dgm:pt>
    <dgm:pt modelId="{F9ABD22C-38D2-492C-A05A-004FB6825343}" type="pres">
      <dgm:prSet presAssocID="{CFB516C5-6E10-48E1-B070-EFFC78F0B95F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CD26F7F9-5574-4721-8A63-41F8143B6F42}" type="pres">
      <dgm:prSet presAssocID="{D17A863F-7A16-4290-ACE8-DA3715129AAD}" presName="spacer" presStyleCnt="0"/>
      <dgm:spPr/>
    </dgm:pt>
    <dgm:pt modelId="{DA8A8E01-8336-4753-919C-DC353F70C3A7}" type="pres">
      <dgm:prSet presAssocID="{9772648E-B51F-4F5D-B9B1-158ED7F05949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DEE2C2D1-9FB7-4799-BA59-34C470E7493A}" type="pres">
      <dgm:prSet presAssocID="{E457FD71-519F-499F-9CDA-4A0DC1A2680E}" presName="spacer" presStyleCnt="0"/>
      <dgm:spPr/>
    </dgm:pt>
    <dgm:pt modelId="{FBD9DAC0-4725-41DF-A57F-FA03A3798442}" type="pres">
      <dgm:prSet presAssocID="{D63163A4-F44A-4D6A-8AF7-0AF9874982CD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B77CBD65-3711-4A81-A963-503BB36C0459}" type="pres">
      <dgm:prSet presAssocID="{2C54AB6A-F77C-488F-93F8-CE02AF9CEE6C}" presName="spacer" presStyleCnt="0"/>
      <dgm:spPr/>
    </dgm:pt>
    <dgm:pt modelId="{A5BE18D9-70A3-4626-91C5-A4B01018E350}" type="pres">
      <dgm:prSet presAssocID="{0320D0E8-7D4F-45FD-8F5F-0DB3408FE5CA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9CD126C4-89D8-48D5-8040-7764BE593DD0}" type="pres">
      <dgm:prSet presAssocID="{906D8947-242E-40DC-819E-E31940B49318}" presName="spacer" presStyleCnt="0"/>
      <dgm:spPr/>
    </dgm:pt>
    <dgm:pt modelId="{5911039F-91D1-452F-B735-B25EE796D7A8}" type="pres">
      <dgm:prSet presAssocID="{9E603D04-6951-4014-A60E-1869A5CFD0E8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7548E49E-8D28-433D-8798-71EADE307687}" type="pres">
      <dgm:prSet presAssocID="{E939D879-78D7-4C26-951A-ECAB51E1B04B}" presName="spacer" presStyleCnt="0"/>
      <dgm:spPr/>
    </dgm:pt>
    <dgm:pt modelId="{70770455-7EF6-44BA-ADB3-420849D11BD5}" type="pres">
      <dgm:prSet presAssocID="{7B69A99D-C10D-4747-8F31-26193705A3BA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F7491607-8E2A-4783-868F-9D00750D5759}" srcId="{C749073C-7A44-4FAB-A059-9A009E181ED5}" destId="{7B69A99D-C10D-4747-8F31-26193705A3BA}" srcOrd="7" destOrd="0" parTransId="{A5799095-8790-4AE9-A12D-2FDB3FCEA6A3}" sibTransId="{E6494E65-B6CA-4005-AA2C-E125DF7564C5}"/>
    <dgm:cxn modelId="{DD840A08-0007-4C17-8E78-BD22A28F2211}" srcId="{C749073C-7A44-4FAB-A059-9A009E181ED5}" destId="{CFB516C5-6E10-48E1-B070-EFFC78F0B95F}" srcOrd="2" destOrd="0" parTransId="{F1BCBA9D-53D6-4BB2-9B02-34BBB1A379B4}" sibTransId="{D17A863F-7A16-4290-ACE8-DA3715129AAD}"/>
    <dgm:cxn modelId="{2C101910-D4A4-47D5-AF58-B9307980C638}" srcId="{C749073C-7A44-4FAB-A059-9A009E181ED5}" destId="{0434073F-5137-4F3F-807B-5358622941FF}" srcOrd="0" destOrd="0" parTransId="{DAA7A08B-D5AD-447E-ABBB-8FEEDBF7E5A8}" sibTransId="{C81E345F-7BBB-4BCB-B8CB-6B04197FB33E}"/>
    <dgm:cxn modelId="{EA525427-C8C1-43FB-A268-95E70C42F344}" type="presOf" srcId="{CFB516C5-6E10-48E1-B070-EFFC78F0B95F}" destId="{F9ABD22C-38D2-492C-A05A-004FB6825343}" srcOrd="0" destOrd="0" presId="urn:microsoft.com/office/officeart/2005/8/layout/vList2"/>
    <dgm:cxn modelId="{44997844-2F68-41E9-A0A9-57A6E3E9562D}" type="presOf" srcId="{C749073C-7A44-4FAB-A059-9A009E181ED5}" destId="{3E97143F-E586-4656-A1E7-5FA5002C6AB4}" srcOrd="0" destOrd="0" presId="urn:microsoft.com/office/officeart/2005/8/layout/vList2"/>
    <dgm:cxn modelId="{EA27BB44-BA28-489C-8203-D0A617AFFF55}" type="presOf" srcId="{769180A2-73B0-4587-8669-002AF27C5BEE}" destId="{7D415286-4F8A-43AC-B0EF-FFE3C02F9866}" srcOrd="0" destOrd="0" presId="urn:microsoft.com/office/officeart/2005/8/layout/vList2"/>
    <dgm:cxn modelId="{740B7C68-2E31-46F5-A1C7-A1C7EAE14DA6}" srcId="{C749073C-7A44-4FAB-A059-9A009E181ED5}" destId="{9E603D04-6951-4014-A60E-1869A5CFD0E8}" srcOrd="6" destOrd="0" parTransId="{BB00562B-E905-4103-86C0-4FD46CF68203}" sibTransId="{E939D879-78D7-4C26-951A-ECAB51E1B04B}"/>
    <dgm:cxn modelId="{87DE0F8E-8832-4F00-AE8D-96DF4C8EE279}" srcId="{C749073C-7A44-4FAB-A059-9A009E181ED5}" destId="{D63163A4-F44A-4D6A-8AF7-0AF9874982CD}" srcOrd="4" destOrd="0" parTransId="{A9DA5DC3-367B-4288-B31F-347B8A4666F3}" sibTransId="{2C54AB6A-F77C-488F-93F8-CE02AF9CEE6C}"/>
    <dgm:cxn modelId="{818A0B91-0CA2-43C9-9DA5-0E535BEA674A}" srcId="{C749073C-7A44-4FAB-A059-9A009E181ED5}" destId="{0320D0E8-7D4F-45FD-8F5F-0DB3408FE5CA}" srcOrd="5" destOrd="0" parTransId="{936E339E-E44F-4D24-B23F-EB147610FACC}" sibTransId="{906D8947-242E-40DC-819E-E31940B49318}"/>
    <dgm:cxn modelId="{CE97A894-4148-4A77-B783-19E6D4677685}" srcId="{C749073C-7A44-4FAB-A059-9A009E181ED5}" destId="{769180A2-73B0-4587-8669-002AF27C5BEE}" srcOrd="1" destOrd="0" parTransId="{97D088C0-377F-439C-888C-0F5309F85A92}" sibTransId="{EEDB224E-3686-4FD7-9442-59193B38178D}"/>
    <dgm:cxn modelId="{1A8FCB94-29AA-4FF3-AE1D-E59BE4CF6874}" type="presOf" srcId="{9772648E-B51F-4F5D-B9B1-158ED7F05949}" destId="{DA8A8E01-8336-4753-919C-DC353F70C3A7}" srcOrd="0" destOrd="0" presId="urn:microsoft.com/office/officeart/2005/8/layout/vList2"/>
    <dgm:cxn modelId="{0D27D2B4-D5F3-4F22-B492-0D4E2DB438F3}" srcId="{C749073C-7A44-4FAB-A059-9A009E181ED5}" destId="{9772648E-B51F-4F5D-B9B1-158ED7F05949}" srcOrd="3" destOrd="0" parTransId="{4E3794B6-6EEA-4706-AF4D-41B66023CE2D}" sibTransId="{E457FD71-519F-499F-9CDA-4A0DC1A2680E}"/>
    <dgm:cxn modelId="{EA7207C0-A26F-4786-A19B-40387E19767E}" type="presOf" srcId="{0320D0E8-7D4F-45FD-8F5F-0DB3408FE5CA}" destId="{A5BE18D9-70A3-4626-91C5-A4B01018E350}" srcOrd="0" destOrd="0" presId="urn:microsoft.com/office/officeart/2005/8/layout/vList2"/>
    <dgm:cxn modelId="{28C213C7-5B77-49F6-8227-FC2D7F73196A}" type="presOf" srcId="{82B01EA3-961F-4013-8F5C-2D95521EA02E}" destId="{2EFB5F10-1D16-42C6-B7C2-BBCF824CD4C5}" srcOrd="0" destOrd="0" presId="urn:microsoft.com/office/officeart/2005/8/layout/vList2"/>
    <dgm:cxn modelId="{2D205CD0-ACD6-4437-A2C4-1F26B3B9691E}" type="presOf" srcId="{7B69A99D-C10D-4747-8F31-26193705A3BA}" destId="{70770455-7EF6-44BA-ADB3-420849D11BD5}" srcOrd="0" destOrd="0" presId="urn:microsoft.com/office/officeart/2005/8/layout/vList2"/>
    <dgm:cxn modelId="{195ACED0-2D46-4BC0-85A8-97A6AD1C19DF}" type="presOf" srcId="{D63163A4-F44A-4D6A-8AF7-0AF9874982CD}" destId="{FBD9DAC0-4725-41DF-A57F-FA03A3798442}" srcOrd="0" destOrd="0" presId="urn:microsoft.com/office/officeart/2005/8/layout/vList2"/>
    <dgm:cxn modelId="{394EA9E5-6AB2-48AA-A029-56D7F39A95AA}" type="presOf" srcId="{0434073F-5137-4F3F-807B-5358622941FF}" destId="{923D49C6-119D-45BB-84F2-DD9D3A1E6D5C}" srcOrd="0" destOrd="0" presId="urn:microsoft.com/office/officeart/2005/8/layout/vList2"/>
    <dgm:cxn modelId="{158452ED-63B1-4651-B00B-54960FD22F78}" srcId="{0434073F-5137-4F3F-807B-5358622941FF}" destId="{82B01EA3-961F-4013-8F5C-2D95521EA02E}" srcOrd="0" destOrd="0" parTransId="{F4240869-03C0-43CB-B719-E83EEDFDBB58}" sibTransId="{551B9DE3-AE93-4A64-AED5-D0F0DCB14342}"/>
    <dgm:cxn modelId="{00BE5DF6-8845-415D-96EA-31C2384E0452}" type="presOf" srcId="{9E603D04-6951-4014-A60E-1869A5CFD0E8}" destId="{5911039F-91D1-452F-B735-B25EE796D7A8}" srcOrd="0" destOrd="0" presId="urn:microsoft.com/office/officeart/2005/8/layout/vList2"/>
    <dgm:cxn modelId="{60C80F0E-9106-41E8-94F4-C91ECD915B16}" type="presParOf" srcId="{3E97143F-E586-4656-A1E7-5FA5002C6AB4}" destId="{923D49C6-119D-45BB-84F2-DD9D3A1E6D5C}" srcOrd="0" destOrd="0" presId="urn:microsoft.com/office/officeart/2005/8/layout/vList2"/>
    <dgm:cxn modelId="{1A7ED583-C734-4682-A91E-6FD3C2C4BC74}" type="presParOf" srcId="{3E97143F-E586-4656-A1E7-5FA5002C6AB4}" destId="{2EFB5F10-1D16-42C6-B7C2-BBCF824CD4C5}" srcOrd="1" destOrd="0" presId="urn:microsoft.com/office/officeart/2005/8/layout/vList2"/>
    <dgm:cxn modelId="{EBEFD9DB-A5A9-4093-B3EE-109833160924}" type="presParOf" srcId="{3E97143F-E586-4656-A1E7-5FA5002C6AB4}" destId="{7D415286-4F8A-43AC-B0EF-FFE3C02F9866}" srcOrd="2" destOrd="0" presId="urn:microsoft.com/office/officeart/2005/8/layout/vList2"/>
    <dgm:cxn modelId="{A826407D-C519-4F7A-BF3C-11F50CD3DED6}" type="presParOf" srcId="{3E97143F-E586-4656-A1E7-5FA5002C6AB4}" destId="{53BCA3E5-B74F-4DDD-BB7B-A332505DEBA7}" srcOrd="3" destOrd="0" presId="urn:microsoft.com/office/officeart/2005/8/layout/vList2"/>
    <dgm:cxn modelId="{F9CA37E5-9F08-4ECA-A6C3-128A2C1CAB65}" type="presParOf" srcId="{3E97143F-E586-4656-A1E7-5FA5002C6AB4}" destId="{F9ABD22C-38D2-492C-A05A-004FB6825343}" srcOrd="4" destOrd="0" presId="urn:microsoft.com/office/officeart/2005/8/layout/vList2"/>
    <dgm:cxn modelId="{7BBE0A04-FF19-4085-896D-3A6B9387D934}" type="presParOf" srcId="{3E97143F-E586-4656-A1E7-5FA5002C6AB4}" destId="{CD26F7F9-5574-4721-8A63-41F8143B6F42}" srcOrd="5" destOrd="0" presId="urn:microsoft.com/office/officeart/2005/8/layout/vList2"/>
    <dgm:cxn modelId="{A3D874C7-5337-443B-A049-021F8669E03A}" type="presParOf" srcId="{3E97143F-E586-4656-A1E7-5FA5002C6AB4}" destId="{DA8A8E01-8336-4753-919C-DC353F70C3A7}" srcOrd="6" destOrd="0" presId="urn:microsoft.com/office/officeart/2005/8/layout/vList2"/>
    <dgm:cxn modelId="{2837C23E-37BF-4BD6-B66F-CADAE4FC08ED}" type="presParOf" srcId="{3E97143F-E586-4656-A1E7-5FA5002C6AB4}" destId="{DEE2C2D1-9FB7-4799-BA59-34C470E7493A}" srcOrd="7" destOrd="0" presId="urn:microsoft.com/office/officeart/2005/8/layout/vList2"/>
    <dgm:cxn modelId="{C839851A-EAFE-4EE8-9156-5A98A6376767}" type="presParOf" srcId="{3E97143F-E586-4656-A1E7-5FA5002C6AB4}" destId="{FBD9DAC0-4725-41DF-A57F-FA03A3798442}" srcOrd="8" destOrd="0" presId="urn:microsoft.com/office/officeart/2005/8/layout/vList2"/>
    <dgm:cxn modelId="{85C7186B-7524-4E4D-8223-27C4B1196F4B}" type="presParOf" srcId="{3E97143F-E586-4656-A1E7-5FA5002C6AB4}" destId="{B77CBD65-3711-4A81-A963-503BB36C0459}" srcOrd="9" destOrd="0" presId="urn:microsoft.com/office/officeart/2005/8/layout/vList2"/>
    <dgm:cxn modelId="{D007CA5F-FE2B-420D-943D-E104013DB401}" type="presParOf" srcId="{3E97143F-E586-4656-A1E7-5FA5002C6AB4}" destId="{A5BE18D9-70A3-4626-91C5-A4B01018E350}" srcOrd="10" destOrd="0" presId="urn:microsoft.com/office/officeart/2005/8/layout/vList2"/>
    <dgm:cxn modelId="{2000B603-FE6A-465E-8A2D-4FD1D3051694}" type="presParOf" srcId="{3E97143F-E586-4656-A1E7-5FA5002C6AB4}" destId="{9CD126C4-89D8-48D5-8040-7764BE593DD0}" srcOrd="11" destOrd="0" presId="urn:microsoft.com/office/officeart/2005/8/layout/vList2"/>
    <dgm:cxn modelId="{97532E27-2EBD-4545-83AB-D0C7CD75455C}" type="presParOf" srcId="{3E97143F-E586-4656-A1E7-5FA5002C6AB4}" destId="{5911039F-91D1-452F-B735-B25EE796D7A8}" srcOrd="12" destOrd="0" presId="urn:microsoft.com/office/officeart/2005/8/layout/vList2"/>
    <dgm:cxn modelId="{F74836A3-0FB8-48F1-ADD8-2B6D1C8EF292}" type="presParOf" srcId="{3E97143F-E586-4656-A1E7-5FA5002C6AB4}" destId="{7548E49E-8D28-433D-8798-71EADE307687}" srcOrd="13" destOrd="0" presId="urn:microsoft.com/office/officeart/2005/8/layout/vList2"/>
    <dgm:cxn modelId="{818437D7-2BAA-4446-983B-CFCF24775670}" type="presParOf" srcId="{3E97143F-E586-4656-A1E7-5FA5002C6AB4}" destId="{70770455-7EF6-44BA-ADB3-420849D11BD5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FC3F417-AAA8-4A62-B2E5-5DDBD99DEA8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B68F737-74B9-4A09-86D3-7A2A01FC1FA6}">
      <dgm:prSet/>
      <dgm:spPr/>
      <dgm:t>
        <a:bodyPr/>
        <a:lstStyle/>
        <a:p>
          <a:r>
            <a:rPr lang="ru-RU" b="1" i="1" dirty="0" err="1"/>
            <a:t>Фаззификация</a:t>
          </a:r>
          <a:r>
            <a:rPr lang="ru-RU" b="1" dirty="0"/>
            <a:t> (введение нечеткости)</a:t>
          </a:r>
          <a:r>
            <a:rPr lang="ru-RU" dirty="0"/>
            <a:t> – это установка соответствия между численным значением входной переменной системы нечеткого вывода и значением функции принадлежности соответствующего ей терма лингвистической переменной. </a:t>
          </a:r>
          <a:endParaRPr lang="en-US" dirty="0"/>
        </a:p>
      </dgm:t>
    </dgm:pt>
    <dgm:pt modelId="{490F9409-936F-4FDF-8D47-17E860A64615}" type="parTrans" cxnId="{1FD6548E-1F17-4ED2-9B29-E8BC847D1124}">
      <dgm:prSet/>
      <dgm:spPr/>
      <dgm:t>
        <a:bodyPr/>
        <a:lstStyle/>
        <a:p>
          <a:endParaRPr lang="en-US"/>
        </a:p>
      </dgm:t>
    </dgm:pt>
    <dgm:pt modelId="{28886361-A002-40C7-9537-9901A6672001}" type="sibTrans" cxnId="{1FD6548E-1F17-4ED2-9B29-E8BC847D1124}">
      <dgm:prSet/>
      <dgm:spPr/>
      <dgm:t>
        <a:bodyPr/>
        <a:lstStyle/>
        <a:p>
          <a:endParaRPr lang="en-US"/>
        </a:p>
      </dgm:t>
    </dgm:pt>
    <dgm:pt modelId="{24413ED8-2667-475E-97D9-1226554A6BB0}">
      <dgm:prSet/>
      <dgm:spPr/>
      <dgm:t>
        <a:bodyPr/>
        <a:lstStyle/>
        <a:p>
          <a:r>
            <a:rPr lang="ru-RU" dirty="0"/>
            <a:t>На этапе </a:t>
          </a:r>
          <a:r>
            <a:rPr lang="ru-RU" dirty="0" err="1"/>
            <a:t>фаззификации</a:t>
          </a:r>
          <a:r>
            <a:rPr lang="ru-RU" dirty="0"/>
            <a:t> значениям всех входным переменным системы нечеткого вывода, полученным внешним по отношению к системе нечеткого вывода способом, например, при помощи датчиков, ставятся в соответствие конкретные значения функций принадлежности соответствующих лингвистических термов, которые используются в условиях (антецедентах) ядер нечетких продукционных правил, составляющих базу нечетких продукционных правил системы нечеткого вывода. </a:t>
          </a:r>
          <a:endParaRPr lang="en-US" dirty="0"/>
        </a:p>
      </dgm:t>
    </dgm:pt>
    <dgm:pt modelId="{C7F9ED60-2E5F-45F6-9BE3-049E284C6A99}" type="parTrans" cxnId="{655C8FA0-C539-413D-BF93-C148FC6E5E43}">
      <dgm:prSet/>
      <dgm:spPr/>
      <dgm:t>
        <a:bodyPr/>
        <a:lstStyle/>
        <a:p>
          <a:endParaRPr lang="en-US"/>
        </a:p>
      </dgm:t>
    </dgm:pt>
    <dgm:pt modelId="{A86DB61B-1296-43FC-AD31-072F82543473}" type="sibTrans" cxnId="{655C8FA0-C539-413D-BF93-C148FC6E5E43}">
      <dgm:prSet/>
      <dgm:spPr/>
      <dgm:t>
        <a:bodyPr/>
        <a:lstStyle/>
        <a:p>
          <a:endParaRPr lang="en-US"/>
        </a:p>
      </dgm:t>
    </dgm:pt>
    <dgm:pt modelId="{FAA0FB19-29BC-44A8-A6DC-2341F70FACBD}">
      <dgm:prSet/>
      <dgm:spPr/>
      <dgm:t>
        <a:bodyPr/>
        <a:lstStyle/>
        <a:p>
          <a:r>
            <a:rPr lang="ru-RU" dirty="0" err="1"/>
            <a:t>Фаззификация</a:t>
          </a:r>
          <a:r>
            <a:rPr lang="ru-RU" dirty="0"/>
            <a:t> считается выполненной, если найдены степени истинности μ A (x) всех элементарных логических высказываний вида « β ЕСТЬ ά », входящих в антецеденты нечетких продукционных правил, где ά – некоторый терм с известной функцией принадлежности μ A (x) , a – четкое численное значение, принадлежащее универсуму лингвистической переменной β .</a:t>
          </a:r>
          <a:endParaRPr lang="en-US" dirty="0"/>
        </a:p>
      </dgm:t>
    </dgm:pt>
    <dgm:pt modelId="{A5ABCA71-AF42-407C-B39A-0EEB9D08FDBB}" type="parTrans" cxnId="{4B7E325F-D576-4158-8996-5C60688309A7}">
      <dgm:prSet/>
      <dgm:spPr/>
      <dgm:t>
        <a:bodyPr/>
        <a:lstStyle/>
        <a:p>
          <a:endParaRPr lang="en-US"/>
        </a:p>
      </dgm:t>
    </dgm:pt>
    <dgm:pt modelId="{7FB4326D-5FDC-49DF-B3A6-E7909C7D7CC0}" type="sibTrans" cxnId="{4B7E325F-D576-4158-8996-5C60688309A7}">
      <dgm:prSet/>
      <dgm:spPr/>
      <dgm:t>
        <a:bodyPr/>
        <a:lstStyle/>
        <a:p>
          <a:endParaRPr lang="en-US"/>
        </a:p>
      </dgm:t>
    </dgm:pt>
    <dgm:pt modelId="{89562D7F-47BF-4E15-820E-DC907E7A2C64}" type="pres">
      <dgm:prSet presAssocID="{6FC3F417-AAA8-4A62-B2E5-5DDBD99DEA88}" presName="root" presStyleCnt="0">
        <dgm:presLayoutVars>
          <dgm:dir/>
          <dgm:resizeHandles val="exact"/>
        </dgm:presLayoutVars>
      </dgm:prSet>
      <dgm:spPr/>
    </dgm:pt>
    <dgm:pt modelId="{1CFA679C-DA0B-4B7F-9BA0-8F55F34EDCFB}" type="pres">
      <dgm:prSet presAssocID="{DB68F737-74B9-4A09-86D3-7A2A01FC1FA6}" presName="compNode" presStyleCnt="0"/>
      <dgm:spPr/>
    </dgm:pt>
    <dgm:pt modelId="{8EC4169C-9DE5-4B66-B172-A83CBE44F9E5}" type="pres">
      <dgm:prSet presAssocID="{DB68F737-74B9-4A09-86D3-7A2A01FC1FA6}" presName="bgRect" presStyleLbl="bgShp" presStyleIdx="0" presStyleCnt="3"/>
      <dgm:spPr/>
    </dgm:pt>
    <dgm:pt modelId="{91DB4B84-B691-445A-84A7-085E86CE5D5A}" type="pres">
      <dgm:prSet presAssocID="{DB68F737-74B9-4A09-86D3-7A2A01FC1FA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222498D2-7212-4893-8EBB-82622BF49251}" type="pres">
      <dgm:prSet presAssocID="{DB68F737-74B9-4A09-86D3-7A2A01FC1FA6}" presName="spaceRect" presStyleCnt="0"/>
      <dgm:spPr/>
    </dgm:pt>
    <dgm:pt modelId="{74857A49-C4A1-45FB-A3CF-78DEA447D371}" type="pres">
      <dgm:prSet presAssocID="{DB68F737-74B9-4A09-86D3-7A2A01FC1FA6}" presName="parTx" presStyleLbl="revTx" presStyleIdx="0" presStyleCnt="3">
        <dgm:presLayoutVars>
          <dgm:chMax val="0"/>
          <dgm:chPref val="0"/>
        </dgm:presLayoutVars>
      </dgm:prSet>
      <dgm:spPr/>
    </dgm:pt>
    <dgm:pt modelId="{64EF7AB1-F00D-418D-A741-B2C08C66C991}" type="pres">
      <dgm:prSet presAssocID="{28886361-A002-40C7-9537-9901A6672001}" presName="sibTrans" presStyleCnt="0"/>
      <dgm:spPr/>
    </dgm:pt>
    <dgm:pt modelId="{C34B7D30-14B2-43C8-9AB0-B7AB1EDC48CE}" type="pres">
      <dgm:prSet presAssocID="{24413ED8-2667-475E-97D9-1226554A6BB0}" presName="compNode" presStyleCnt="0"/>
      <dgm:spPr/>
    </dgm:pt>
    <dgm:pt modelId="{FEC2C211-6BAD-4042-BA5F-72D655D58EF5}" type="pres">
      <dgm:prSet presAssocID="{24413ED8-2667-475E-97D9-1226554A6BB0}" presName="bgRect" presStyleLbl="bgShp" presStyleIdx="1" presStyleCnt="3"/>
      <dgm:spPr/>
    </dgm:pt>
    <dgm:pt modelId="{5CFE83D2-8B11-4B16-9810-E1D28D2561FF}" type="pres">
      <dgm:prSet presAssocID="{24413ED8-2667-475E-97D9-1226554A6BB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A9A2A6CB-B0C1-4470-A2C9-501DF4F1C403}" type="pres">
      <dgm:prSet presAssocID="{24413ED8-2667-475E-97D9-1226554A6BB0}" presName="spaceRect" presStyleCnt="0"/>
      <dgm:spPr/>
    </dgm:pt>
    <dgm:pt modelId="{12A2E25A-91E7-4DD8-AFC0-C0BE358D38B8}" type="pres">
      <dgm:prSet presAssocID="{24413ED8-2667-475E-97D9-1226554A6BB0}" presName="parTx" presStyleLbl="revTx" presStyleIdx="1" presStyleCnt="3" custScaleX="100000">
        <dgm:presLayoutVars>
          <dgm:chMax val="0"/>
          <dgm:chPref val="0"/>
        </dgm:presLayoutVars>
      </dgm:prSet>
      <dgm:spPr/>
    </dgm:pt>
    <dgm:pt modelId="{4B9A1500-546D-4926-9788-6D094B9E8B97}" type="pres">
      <dgm:prSet presAssocID="{A86DB61B-1296-43FC-AD31-072F82543473}" presName="sibTrans" presStyleCnt="0"/>
      <dgm:spPr/>
    </dgm:pt>
    <dgm:pt modelId="{C16DC45F-38C6-4D17-80FE-4FFA7F6856F6}" type="pres">
      <dgm:prSet presAssocID="{FAA0FB19-29BC-44A8-A6DC-2341F70FACBD}" presName="compNode" presStyleCnt="0"/>
      <dgm:spPr/>
    </dgm:pt>
    <dgm:pt modelId="{44AAD253-1EE0-4E7F-A459-7066A34DE65E}" type="pres">
      <dgm:prSet presAssocID="{FAA0FB19-29BC-44A8-A6DC-2341F70FACBD}" presName="bgRect" presStyleLbl="bgShp" presStyleIdx="2" presStyleCnt="3" custLinFactNeighborX="5578" custLinFactNeighborY="2165"/>
      <dgm:spPr/>
    </dgm:pt>
    <dgm:pt modelId="{AD308676-56EA-4FDD-97C4-18F23C21E4C4}" type="pres">
      <dgm:prSet presAssocID="{FAA0FB19-29BC-44A8-A6DC-2341F70FACB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0FD1D7F9-0E3F-44EC-83FE-B169340578BE}" type="pres">
      <dgm:prSet presAssocID="{FAA0FB19-29BC-44A8-A6DC-2341F70FACBD}" presName="spaceRect" presStyleCnt="0"/>
      <dgm:spPr/>
    </dgm:pt>
    <dgm:pt modelId="{327F491D-4921-4931-B296-D102A76DA2A3}" type="pres">
      <dgm:prSet presAssocID="{FAA0FB19-29BC-44A8-A6DC-2341F70FACB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4019C32-DE4E-4B27-880C-6F42BE782665}" type="presOf" srcId="{6FC3F417-AAA8-4A62-B2E5-5DDBD99DEA88}" destId="{89562D7F-47BF-4E15-820E-DC907E7A2C64}" srcOrd="0" destOrd="0" presId="urn:microsoft.com/office/officeart/2018/2/layout/IconVerticalSolidList"/>
    <dgm:cxn modelId="{1C05E63F-90E3-4A69-8C5D-1E5A86E17DE6}" type="presOf" srcId="{FAA0FB19-29BC-44A8-A6DC-2341F70FACBD}" destId="{327F491D-4921-4931-B296-D102A76DA2A3}" srcOrd="0" destOrd="0" presId="urn:microsoft.com/office/officeart/2018/2/layout/IconVerticalSolidList"/>
    <dgm:cxn modelId="{4B7E325F-D576-4158-8996-5C60688309A7}" srcId="{6FC3F417-AAA8-4A62-B2E5-5DDBD99DEA88}" destId="{FAA0FB19-29BC-44A8-A6DC-2341F70FACBD}" srcOrd="2" destOrd="0" parTransId="{A5ABCA71-AF42-407C-B39A-0EEB9D08FDBB}" sibTransId="{7FB4326D-5FDC-49DF-B3A6-E7909C7D7CC0}"/>
    <dgm:cxn modelId="{9250A451-81DB-4150-974F-8E287CEC53BC}" type="presOf" srcId="{DB68F737-74B9-4A09-86D3-7A2A01FC1FA6}" destId="{74857A49-C4A1-45FB-A3CF-78DEA447D371}" srcOrd="0" destOrd="0" presId="urn:microsoft.com/office/officeart/2018/2/layout/IconVerticalSolidList"/>
    <dgm:cxn modelId="{688F9852-BE75-4324-8C22-EFC93688DA9A}" type="presOf" srcId="{24413ED8-2667-475E-97D9-1226554A6BB0}" destId="{12A2E25A-91E7-4DD8-AFC0-C0BE358D38B8}" srcOrd="0" destOrd="0" presId="urn:microsoft.com/office/officeart/2018/2/layout/IconVerticalSolidList"/>
    <dgm:cxn modelId="{1FD6548E-1F17-4ED2-9B29-E8BC847D1124}" srcId="{6FC3F417-AAA8-4A62-B2E5-5DDBD99DEA88}" destId="{DB68F737-74B9-4A09-86D3-7A2A01FC1FA6}" srcOrd="0" destOrd="0" parTransId="{490F9409-936F-4FDF-8D47-17E860A64615}" sibTransId="{28886361-A002-40C7-9537-9901A6672001}"/>
    <dgm:cxn modelId="{655C8FA0-C539-413D-BF93-C148FC6E5E43}" srcId="{6FC3F417-AAA8-4A62-B2E5-5DDBD99DEA88}" destId="{24413ED8-2667-475E-97D9-1226554A6BB0}" srcOrd="1" destOrd="0" parTransId="{C7F9ED60-2E5F-45F6-9BE3-049E284C6A99}" sibTransId="{A86DB61B-1296-43FC-AD31-072F82543473}"/>
    <dgm:cxn modelId="{05D283EF-A6D1-490E-A014-ACF734F9FC55}" type="presParOf" srcId="{89562D7F-47BF-4E15-820E-DC907E7A2C64}" destId="{1CFA679C-DA0B-4B7F-9BA0-8F55F34EDCFB}" srcOrd="0" destOrd="0" presId="urn:microsoft.com/office/officeart/2018/2/layout/IconVerticalSolidList"/>
    <dgm:cxn modelId="{76EDD758-7926-46BA-A3B7-93E8951203DF}" type="presParOf" srcId="{1CFA679C-DA0B-4B7F-9BA0-8F55F34EDCFB}" destId="{8EC4169C-9DE5-4B66-B172-A83CBE44F9E5}" srcOrd="0" destOrd="0" presId="urn:microsoft.com/office/officeart/2018/2/layout/IconVerticalSolidList"/>
    <dgm:cxn modelId="{0C21E335-AB74-47DD-A3BB-006E724C2D95}" type="presParOf" srcId="{1CFA679C-DA0B-4B7F-9BA0-8F55F34EDCFB}" destId="{91DB4B84-B691-445A-84A7-085E86CE5D5A}" srcOrd="1" destOrd="0" presId="urn:microsoft.com/office/officeart/2018/2/layout/IconVerticalSolidList"/>
    <dgm:cxn modelId="{BC1BC379-7650-4B7A-AFAF-2B459FA52E38}" type="presParOf" srcId="{1CFA679C-DA0B-4B7F-9BA0-8F55F34EDCFB}" destId="{222498D2-7212-4893-8EBB-82622BF49251}" srcOrd="2" destOrd="0" presId="urn:microsoft.com/office/officeart/2018/2/layout/IconVerticalSolidList"/>
    <dgm:cxn modelId="{5ED6A195-B5DC-4BE6-9B47-B3BCE0E4A2F9}" type="presParOf" srcId="{1CFA679C-DA0B-4B7F-9BA0-8F55F34EDCFB}" destId="{74857A49-C4A1-45FB-A3CF-78DEA447D371}" srcOrd="3" destOrd="0" presId="urn:microsoft.com/office/officeart/2018/2/layout/IconVerticalSolidList"/>
    <dgm:cxn modelId="{209773B6-C906-4379-8C24-0164783C7D1D}" type="presParOf" srcId="{89562D7F-47BF-4E15-820E-DC907E7A2C64}" destId="{64EF7AB1-F00D-418D-A741-B2C08C66C991}" srcOrd="1" destOrd="0" presId="urn:microsoft.com/office/officeart/2018/2/layout/IconVerticalSolidList"/>
    <dgm:cxn modelId="{91E9AE9F-EA79-45EC-89E8-3A7179C53D5E}" type="presParOf" srcId="{89562D7F-47BF-4E15-820E-DC907E7A2C64}" destId="{C34B7D30-14B2-43C8-9AB0-B7AB1EDC48CE}" srcOrd="2" destOrd="0" presId="urn:microsoft.com/office/officeart/2018/2/layout/IconVerticalSolidList"/>
    <dgm:cxn modelId="{669EC6C7-4DBB-44F4-911F-A511B336652D}" type="presParOf" srcId="{C34B7D30-14B2-43C8-9AB0-B7AB1EDC48CE}" destId="{FEC2C211-6BAD-4042-BA5F-72D655D58EF5}" srcOrd="0" destOrd="0" presId="urn:microsoft.com/office/officeart/2018/2/layout/IconVerticalSolidList"/>
    <dgm:cxn modelId="{8ED86674-5118-4E4A-B2E9-BBD46E9DDE8A}" type="presParOf" srcId="{C34B7D30-14B2-43C8-9AB0-B7AB1EDC48CE}" destId="{5CFE83D2-8B11-4B16-9810-E1D28D2561FF}" srcOrd="1" destOrd="0" presId="urn:microsoft.com/office/officeart/2018/2/layout/IconVerticalSolidList"/>
    <dgm:cxn modelId="{B365B44E-FB21-456D-BC8F-71784ADCE09D}" type="presParOf" srcId="{C34B7D30-14B2-43C8-9AB0-B7AB1EDC48CE}" destId="{A9A2A6CB-B0C1-4470-A2C9-501DF4F1C403}" srcOrd="2" destOrd="0" presId="urn:microsoft.com/office/officeart/2018/2/layout/IconVerticalSolidList"/>
    <dgm:cxn modelId="{3F64913B-5AB1-4773-B84C-1ED07B2BFB26}" type="presParOf" srcId="{C34B7D30-14B2-43C8-9AB0-B7AB1EDC48CE}" destId="{12A2E25A-91E7-4DD8-AFC0-C0BE358D38B8}" srcOrd="3" destOrd="0" presId="urn:microsoft.com/office/officeart/2018/2/layout/IconVerticalSolidList"/>
    <dgm:cxn modelId="{5E35A955-91E1-4E80-AE20-216B35B10674}" type="presParOf" srcId="{89562D7F-47BF-4E15-820E-DC907E7A2C64}" destId="{4B9A1500-546D-4926-9788-6D094B9E8B97}" srcOrd="3" destOrd="0" presId="urn:microsoft.com/office/officeart/2018/2/layout/IconVerticalSolidList"/>
    <dgm:cxn modelId="{6728FD42-3289-4AAC-98A7-A03C7E879703}" type="presParOf" srcId="{89562D7F-47BF-4E15-820E-DC907E7A2C64}" destId="{C16DC45F-38C6-4D17-80FE-4FFA7F6856F6}" srcOrd="4" destOrd="0" presId="urn:microsoft.com/office/officeart/2018/2/layout/IconVerticalSolidList"/>
    <dgm:cxn modelId="{42EC0E08-049D-49CA-97A1-D641CB62A96C}" type="presParOf" srcId="{C16DC45F-38C6-4D17-80FE-4FFA7F6856F6}" destId="{44AAD253-1EE0-4E7F-A459-7066A34DE65E}" srcOrd="0" destOrd="0" presId="urn:microsoft.com/office/officeart/2018/2/layout/IconVerticalSolidList"/>
    <dgm:cxn modelId="{216C955A-4CA3-4490-852A-B77E54755186}" type="presParOf" srcId="{C16DC45F-38C6-4D17-80FE-4FFA7F6856F6}" destId="{AD308676-56EA-4FDD-97C4-18F23C21E4C4}" srcOrd="1" destOrd="0" presId="urn:microsoft.com/office/officeart/2018/2/layout/IconVerticalSolidList"/>
    <dgm:cxn modelId="{1EF9AF00-4ECE-4B21-8BC3-4F663CC31B5D}" type="presParOf" srcId="{C16DC45F-38C6-4D17-80FE-4FFA7F6856F6}" destId="{0FD1D7F9-0E3F-44EC-83FE-B169340578BE}" srcOrd="2" destOrd="0" presId="urn:microsoft.com/office/officeart/2018/2/layout/IconVerticalSolidList"/>
    <dgm:cxn modelId="{2642A198-9673-4ACD-A1F0-4065B8B0D72B}" type="presParOf" srcId="{C16DC45F-38C6-4D17-80FE-4FFA7F6856F6}" destId="{327F491D-4921-4931-B296-D102A76DA2A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3382310-9D43-4207-AF53-7F5B4D6C256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4C65A2-04CF-4514-B646-01FA7639C4E2}">
      <dgm:prSet/>
      <dgm:spPr/>
      <dgm:t>
        <a:bodyPr/>
        <a:lstStyle/>
        <a:p>
          <a:r>
            <a:rPr lang="ru-RU" b="1" dirty="0"/>
            <a:t>Активизация</a:t>
          </a:r>
          <a:r>
            <a:rPr lang="ru-RU" dirty="0"/>
            <a:t> в системах нечеткого вывода – это процедура или процесс нахождения степени истинности каждого из элементарных логических высказываний (</a:t>
          </a:r>
          <a:r>
            <a:rPr lang="ru-RU" dirty="0" err="1"/>
            <a:t>подзаключений</a:t>
          </a:r>
          <a:r>
            <a:rPr lang="ru-RU" dirty="0"/>
            <a:t>), составляющих </a:t>
          </a:r>
          <a:r>
            <a:rPr lang="ru-RU" dirty="0" err="1"/>
            <a:t>консеквенты</a:t>
          </a:r>
          <a:r>
            <a:rPr lang="ru-RU" dirty="0"/>
            <a:t> ядер всех нечетких продукционных правил. </a:t>
          </a:r>
          <a:endParaRPr lang="en-US" dirty="0"/>
        </a:p>
      </dgm:t>
    </dgm:pt>
    <dgm:pt modelId="{75DF8DDB-8253-4C93-9288-6FB56899A55B}" type="parTrans" cxnId="{020958E9-4278-476A-8B18-53931F4C2169}">
      <dgm:prSet/>
      <dgm:spPr/>
      <dgm:t>
        <a:bodyPr/>
        <a:lstStyle/>
        <a:p>
          <a:endParaRPr lang="en-US"/>
        </a:p>
      </dgm:t>
    </dgm:pt>
    <dgm:pt modelId="{1C51D74E-04A0-4111-90C1-4450728E82FE}" type="sibTrans" cxnId="{020958E9-4278-476A-8B18-53931F4C2169}">
      <dgm:prSet/>
      <dgm:spPr/>
      <dgm:t>
        <a:bodyPr/>
        <a:lstStyle/>
        <a:p>
          <a:endParaRPr lang="en-US"/>
        </a:p>
      </dgm:t>
    </dgm:pt>
    <dgm:pt modelId="{24C9A5D3-95FF-41F8-BC88-C20E382EF7F6}">
      <dgm:prSet/>
      <dgm:spPr/>
      <dgm:t>
        <a:bodyPr/>
        <a:lstStyle/>
        <a:p>
          <a:r>
            <a:rPr lang="ru-RU" dirty="0"/>
            <a:t>Поскольку заключения делаются относительно выходных лингвистических переменных, то степеням истинности элементарных </a:t>
          </a:r>
          <a:r>
            <a:rPr lang="ru-RU" dirty="0" err="1"/>
            <a:t>подзаключений</a:t>
          </a:r>
          <a:r>
            <a:rPr lang="ru-RU" dirty="0"/>
            <a:t> при активизации ставятся в соответствие элементарные функции принадлежности</a:t>
          </a:r>
          <a:endParaRPr lang="en-US" dirty="0"/>
        </a:p>
      </dgm:t>
    </dgm:pt>
    <dgm:pt modelId="{6014ACE3-C42A-4F8C-9505-103EE1D6DC9E}" type="parTrans" cxnId="{01C222DF-7670-4884-B2C9-16E7936B08B7}">
      <dgm:prSet/>
      <dgm:spPr/>
      <dgm:t>
        <a:bodyPr/>
        <a:lstStyle/>
        <a:p>
          <a:endParaRPr lang="en-US"/>
        </a:p>
      </dgm:t>
    </dgm:pt>
    <dgm:pt modelId="{991D6C84-F3DA-462C-B166-C8DAF8D359FF}" type="sibTrans" cxnId="{01C222DF-7670-4884-B2C9-16E7936B08B7}">
      <dgm:prSet/>
      <dgm:spPr/>
      <dgm:t>
        <a:bodyPr/>
        <a:lstStyle/>
        <a:p>
          <a:endParaRPr lang="en-US"/>
        </a:p>
      </dgm:t>
    </dgm:pt>
    <dgm:pt modelId="{CFDBA529-DF6C-447B-9BFA-72FFAB9B0E4F}" type="pres">
      <dgm:prSet presAssocID="{33382310-9D43-4207-AF53-7F5B4D6C2563}" presName="root" presStyleCnt="0">
        <dgm:presLayoutVars>
          <dgm:dir/>
          <dgm:resizeHandles val="exact"/>
        </dgm:presLayoutVars>
      </dgm:prSet>
      <dgm:spPr/>
    </dgm:pt>
    <dgm:pt modelId="{37225E04-288C-4037-BD69-556A656DE69D}" type="pres">
      <dgm:prSet presAssocID="{EC4C65A2-04CF-4514-B646-01FA7639C4E2}" presName="compNode" presStyleCnt="0"/>
      <dgm:spPr/>
    </dgm:pt>
    <dgm:pt modelId="{0E994F16-DA27-410A-972E-ECD921049331}" type="pres">
      <dgm:prSet presAssocID="{EC4C65A2-04CF-4514-B646-01FA7639C4E2}" presName="bgRect" presStyleLbl="bgShp" presStyleIdx="0" presStyleCnt="2"/>
      <dgm:spPr/>
    </dgm:pt>
    <dgm:pt modelId="{5AE6DA6C-E67C-427D-9569-173981F07839}" type="pres">
      <dgm:prSet presAssocID="{EC4C65A2-04CF-4514-B646-01FA7639C4E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Флажок"/>
        </a:ext>
      </dgm:extLst>
    </dgm:pt>
    <dgm:pt modelId="{03650E26-D4D5-4714-B49B-8F43D40888A7}" type="pres">
      <dgm:prSet presAssocID="{EC4C65A2-04CF-4514-B646-01FA7639C4E2}" presName="spaceRect" presStyleCnt="0"/>
      <dgm:spPr/>
    </dgm:pt>
    <dgm:pt modelId="{CB4278AF-AD23-4761-ACE5-C99AC53115EF}" type="pres">
      <dgm:prSet presAssocID="{EC4C65A2-04CF-4514-B646-01FA7639C4E2}" presName="parTx" presStyleLbl="revTx" presStyleIdx="0" presStyleCnt="2">
        <dgm:presLayoutVars>
          <dgm:chMax val="0"/>
          <dgm:chPref val="0"/>
        </dgm:presLayoutVars>
      </dgm:prSet>
      <dgm:spPr/>
    </dgm:pt>
    <dgm:pt modelId="{91313F1A-B7F3-4588-8977-22997CEAB3F4}" type="pres">
      <dgm:prSet presAssocID="{1C51D74E-04A0-4111-90C1-4450728E82FE}" presName="sibTrans" presStyleCnt="0"/>
      <dgm:spPr/>
    </dgm:pt>
    <dgm:pt modelId="{D66A261B-4E51-468C-9094-61012B17572E}" type="pres">
      <dgm:prSet presAssocID="{24C9A5D3-95FF-41F8-BC88-C20E382EF7F6}" presName="compNode" presStyleCnt="0"/>
      <dgm:spPr/>
    </dgm:pt>
    <dgm:pt modelId="{18677C8A-9417-4075-A613-87146AAA4D40}" type="pres">
      <dgm:prSet presAssocID="{24C9A5D3-95FF-41F8-BC88-C20E382EF7F6}" presName="bgRect" presStyleLbl="bgShp" presStyleIdx="1" presStyleCnt="2"/>
      <dgm:spPr/>
    </dgm:pt>
    <dgm:pt modelId="{C42F02D3-E7F5-4729-BC33-D14B2C12E7A8}" type="pres">
      <dgm:prSet presAssocID="{24C9A5D3-95FF-41F8-BC88-C20E382EF7F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Закрыть"/>
        </a:ext>
      </dgm:extLst>
    </dgm:pt>
    <dgm:pt modelId="{9413E8CE-7692-4F4A-8954-F370D1B38629}" type="pres">
      <dgm:prSet presAssocID="{24C9A5D3-95FF-41F8-BC88-C20E382EF7F6}" presName="spaceRect" presStyleCnt="0"/>
      <dgm:spPr/>
    </dgm:pt>
    <dgm:pt modelId="{F3BE5BC2-2832-4614-A1D0-BA6E4F098FC3}" type="pres">
      <dgm:prSet presAssocID="{24C9A5D3-95FF-41F8-BC88-C20E382EF7F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99DC62B-64D9-4B81-9D1B-0F6EF5FE8057}" type="presOf" srcId="{EC4C65A2-04CF-4514-B646-01FA7639C4E2}" destId="{CB4278AF-AD23-4761-ACE5-C99AC53115EF}" srcOrd="0" destOrd="0" presId="urn:microsoft.com/office/officeart/2018/2/layout/IconVerticalSolidList"/>
    <dgm:cxn modelId="{EFFC0A3B-B7A8-43E4-AB2B-73C885F36363}" type="presOf" srcId="{33382310-9D43-4207-AF53-7F5B4D6C2563}" destId="{CFDBA529-DF6C-447B-9BFA-72FFAB9B0E4F}" srcOrd="0" destOrd="0" presId="urn:microsoft.com/office/officeart/2018/2/layout/IconVerticalSolidList"/>
    <dgm:cxn modelId="{2712F960-5658-40EA-A250-A1501EACB283}" type="presOf" srcId="{24C9A5D3-95FF-41F8-BC88-C20E382EF7F6}" destId="{F3BE5BC2-2832-4614-A1D0-BA6E4F098FC3}" srcOrd="0" destOrd="0" presId="urn:microsoft.com/office/officeart/2018/2/layout/IconVerticalSolidList"/>
    <dgm:cxn modelId="{01C222DF-7670-4884-B2C9-16E7936B08B7}" srcId="{33382310-9D43-4207-AF53-7F5B4D6C2563}" destId="{24C9A5D3-95FF-41F8-BC88-C20E382EF7F6}" srcOrd="1" destOrd="0" parTransId="{6014ACE3-C42A-4F8C-9505-103EE1D6DC9E}" sibTransId="{991D6C84-F3DA-462C-B166-C8DAF8D359FF}"/>
    <dgm:cxn modelId="{020958E9-4278-476A-8B18-53931F4C2169}" srcId="{33382310-9D43-4207-AF53-7F5B4D6C2563}" destId="{EC4C65A2-04CF-4514-B646-01FA7639C4E2}" srcOrd="0" destOrd="0" parTransId="{75DF8DDB-8253-4C93-9288-6FB56899A55B}" sibTransId="{1C51D74E-04A0-4111-90C1-4450728E82FE}"/>
    <dgm:cxn modelId="{2B125436-B543-4C7D-BD41-24438DA71BF6}" type="presParOf" srcId="{CFDBA529-DF6C-447B-9BFA-72FFAB9B0E4F}" destId="{37225E04-288C-4037-BD69-556A656DE69D}" srcOrd="0" destOrd="0" presId="urn:microsoft.com/office/officeart/2018/2/layout/IconVerticalSolidList"/>
    <dgm:cxn modelId="{399EB609-9ED6-422E-B931-AC3851077A08}" type="presParOf" srcId="{37225E04-288C-4037-BD69-556A656DE69D}" destId="{0E994F16-DA27-410A-972E-ECD921049331}" srcOrd="0" destOrd="0" presId="urn:microsoft.com/office/officeart/2018/2/layout/IconVerticalSolidList"/>
    <dgm:cxn modelId="{D0DDDCC2-A305-4FCF-B0F0-3A5DA323AAB0}" type="presParOf" srcId="{37225E04-288C-4037-BD69-556A656DE69D}" destId="{5AE6DA6C-E67C-427D-9569-173981F07839}" srcOrd="1" destOrd="0" presId="urn:microsoft.com/office/officeart/2018/2/layout/IconVerticalSolidList"/>
    <dgm:cxn modelId="{09CF25E1-6BBC-472B-8708-D37C242D4A31}" type="presParOf" srcId="{37225E04-288C-4037-BD69-556A656DE69D}" destId="{03650E26-D4D5-4714-B49B-8F43D40888A7}" srcOrd="2" destOrd="0" presId="urn:microsoft.com/office/officeart/2018/2/layout/IconVerticalSolidList"/>
    <dgm:cxn modelId="{BBE748D0-33B9-419A-B8AE-7DD94CC3E4B0}" type="presParOf" srcId="{37225E04-288C-4037-BD69-556A656DE69D}" destId="{CB4278AF-AD23-4761-ACE5-C99AC53115EF}" srcOrd="3" destOrd="0" presId="urn:microsoft.com/office/officeart/2018/2/layout/IconVerticalSolidList"/>
    <dgm:cxn modelId="{B4D36422-005C-4A2C-BE61-F93D8A41C041}" type="presParOf" srcId="{CFDBA529-DF6C-447B-9BFA-72FFAB9B0E4F}" destId="{91313F1A-B7F3-4588-8977-22997CEAB3F4}" srcOrd="1" destOrd="0" presId="urn:microsoft.com/office/officeart/2018/2/layout/IconVerticalSolidList"/>
    <dgm:cxn modelId="{D3B0817C-40A2-42F0-B866-1C87A3634824}" type="presParOf" srcId="{CFDBA529-DF6C-447B-9BFA-72FFAB9B0E4F}" destId="{D66A261B-4E51-468C-9094-61012B17572E}" srcOrd="2" destOrd="0" presId="urn:microsoft.com/office/officeart/2018/2/layout/IconVerticalSolidList"/>
    <dgm:cxn modelId="{799358FA-B13C-4479-B285-BA77CA7135F3}" type="presParOf" srcId="{D66A261B-4E51-468C-9094-61012B17572E}" destId="{18677C8A-9417-4075-A613-87146AAA4D40}" srcOrd="0" destOrd="0" presId="urn:microsoft.com/office/officeart/2018/2/layout/IconVerticalSolidList"/>
    <dgm:cxn modelId="{B326A87F-C94C-4C2E-8601-A9E288498190}" type="presParOf" srcId="{D66A261B-4E51-468C-9094-61012B17572E}" destId="{C42F02D3-E7F5-4729-BC33-D14B2C12E7A8}" srcOrd="1" destOrd="0" presId="urn:microsoft.com/office/officeart/2018/2/layout/IconVerticalSolidList"/>
    <dgm:cxn modelId="{5F949F4D-4E08-491C-B951-BE88E70ACF4E}" type="presParOf" srcId="{D66A261B-4E51-468C-9094-61012B17572E}" destId="{9413E8CE-7692-4F4A-8954-F370D1B38629}" srcOrd="2" destOrd="0" presId="urn:microsoft.com/office/officeart/2018/2/layout/IconVerticalSolidList"/>
    <dgm:cxn modelId="{DC2AED60-5DBF-4EB9-ABDF-B1F58D55563F}" type="presParOf" srcId="{D66A261B-4E51-468C-9094-61012B17572E}" destId="{F3BE5BC2-2832-4614-A1D0-BA6E4F098FC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5E2313F-F09D-4E6D-A807-1DD2F4D645E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2739DD9-9F5E-4AA6-8944-EDC2AE7E4E3C}">
      <dgm:prSet/>
      <dgm:spPr/>
      <dgm:t>
        <a:bodyPr/>
        <a:lstStyle/>
        <a:p>
          <a:r>
            <a:rPr lang="el-GR" dirty="0"/>
            <a:t>μ</a:t>
          </a:r>
          <a:r>
            <a:rPr lang="en-US" dirty="0"/>
            <a:t>(</a:t>
          </a:r>
          <a:r>
            <a:rPr lang="ru-RU" dirty="0"/>
            <a:t>В1) =</a:t>
          </a:r>
          <a:r>
            <a:rPr lang="el-GR" dirty="0"/>
            <a:t> </a:t>
          </a:r>
          <a:r>
            <a:rPr lang="en-US" dirty="0"/>
            <a:t>min(</a:t>
          </a:r>
          <a:r>
            <a:rPr lang="el-GR" dirty="0"/>
            <a:t>μ</a:t>
          </a:r>
          <a:r>
            <a:rPr lang="en-US" dirty="0"/>
            <a:t>(</a:t>
          </a:r>
          <a:r>
            <a:rPr lang="ru-RU" dirty="0"/>
            <a:t>Рост)</a:t>
          </a:r>
          <a:r>
            <a:rPr lang="en-US" dirty="0"/>
            <a:t>)</a:t>
          </a:r>
          <a:r>
            <a:rPr lang="ru-RU" dirty="0"/>
            <a:t> ∩</a:t>
          </a:r>
          <a:r>
            <a:rPr lang="el-GR" dirty="0"/>
            <a:t> </a:t>
          </a:r>
          <a:r>
            <a:rPr lang="en-US" dirty="0"/>
            <a:t>min(</a:t>
          </a:r>
          <a:r>
            <a:rPr lang="el-GR" dirty="0"/>
            <a:t>μ</a:t>
          </a:r>
          <a:r>
            <a:rPr lang="en-US" dirty="0"/>
            <a:t>(</a:t>
          </a:r>
          <a:r>
            <a:rPr lang="ru-RU" dirty="0"/>
            <a:t>Техника)</a:t>
          </a:r>
          <a:r>
            <a:rPr lang="en-US" dirty="0"/>
            <a:t>)</a:t>
          </a:r>
          <a:r>
            <a:rPr lang="ru-RU" dirty="0"/>
            <a:t> ∩</a:t>
          </a:r>
          <a:r>
            <a:rPr lang="el-GR" dirty="0"/>
            <a:t> </a:t>
          </a:r>
          <a:r>
            <a:rPr lang="en-US" dirty="0"/>
            <a:t>min(</a:t>
          </a:r>
          <a:r>
            <a:rPr lang="el-GR" dirty="0"/>
            <a:t>μ</a:t>
          </a:r>
          <a:r>
            <a:rPr lang="en-US" dirty="0"/>
            <a:t>(</a:t>
          </a:r>
          <a:r>
            <a:rPr lang="ru-RU" dirty="0"/>
            <a:t>Рез)</a:t>
          </a:r>
          <a:r>
            <a:rPr lang="en-US" dirty="0"/>
            <a:t>)</a:t>
          </a:r>
        </a:p>
      </dgm:t>
    </dgm:pt>
    <dgm:pt modelId="{7550D4FD-746F-4082-B35E-47732A6053FF}" type="parTrans" cxnId="{FA58E558-A73F-4712-B8C6-560416C2D672}">
      <dgm:prSet/>
      <dgm:spPr/>
      <dgm:t>
        <a:bodyPr/>
        <a:lstStyle/>
        <a:p>
          <a:endParaRPr lang="en-US"/>
        </a:p>
      </dgm:t>
    </dgm:pt>
    <dgm:pt modelId="{80CCCB7C-8F04-439C-B342-9A09BD6F83B3}" type="sibTrans" cxnId="{FA58E558-A73F-4712-B8C6-560416C2D672}">
      <dgm:prSet/>
      <dgm:spPr/>
      <dgm:t>
        <a:bodyPr/>
        <a:lstStyle/>
        <a:p>
          <a:endParaRPr lang="en-US"/>
        </a:p>
      </dgm:t>
    </dgm:pt>
    <dgm:pt modelId="{F3BF5587-6C77-4BEF-9F21-5A142E624C8E}">
      <dgm:prSet/>
      <dgm:spPr/>
      <dgm:t>
        <a:bodyPr/>
        <a:lstStyle/>
        <a:p>
          <a:r>
            <a:rPr lang="el-GR" dirty="0"/>
            <a:t>μ</a:t>
          </a:r>
          <a:r>
            <a:rPr lang="en-US" dirty="0"/>
            <a:t>(</a:t>
          </a:r>
          <a:r>
            <a:rPr lang="ru-RU" dirty="0"/>
            <a:t>В</a:t>
          </a:r>
          <a:r>
            <a:rPr lang="en-US" dirty="0"/>
            <a:t>2</a:t>
          </a:r>
          <a:r>
            <a:rPr lang="ru-RU" dirty="0"/>
            <a:t>) =</a:t>
          </a:r>
          <a:r>
            <a:rPr lang="el-GR" dirty="0"/>
            <a:t> μ</a:t>
          </a:r>
          <a:r>
            <a:rPr lang="en-US" dirty="0"/>
            <a:t>(</a:t>
          </a:r>
          <a:r>
            <a:rPr lang="ru-RU" dirty="0"/>
            <a:t>Рост) </a:t>
          </a:r>
          <a:r>
            <a:rPr lang="en-US" dirty="0"/>
            <a:t>U</a:t>
          </a:r>
          <a:r>
            <a:rPr lang="el-GR" dirty="0"/>
            <a:t> μ</a:t>
          </a:r>
          <a:r>
            <a:rPr lang="en-US" dirty="0"/>
            <a:t>(</a:t>
          </a:r>
          <a:r>
            <a:rPr lang="ru-RU" dirty="0"/>
            <a:t>Техника)</a:t>
          </a:r>
          <a:r>
            <a:rPr lang="en-US" dirty="0"/>
            <a:t> U</a:t>
          </a:r>
          <a:r>
            <a:rPr lang="el-GR" dirty="0"/>
            <a:t> μ</a:t>
          </a:r>
          <a:r>
            <a:rPr lang="en-US" dirty="0"/>
            <a:t>(</a:t>
          </a:r>
          <a:r>
            <a:rPr lang="ru-RU" dirty="0"/>
            <a:t>Рез)</a:t>
          </a:r>
          <a:endParaRPr lang="en-US" dirty="0"/>
        </a:p>
      </dgm:t>
    </dgm:pt>
    <dgm:pt modelId="{F4CC4336-621A-49C2-AAB8-719962CEE50D}" type="parTrans" cxnId="{5EE01EAF-B6BD-4666-B23C-DFF8D49F2339}">
      <dgm:prSet/>
      <dgm:spPr/>
      <dgm:t>
        <a:bodyPr/>
        <a:lstStyle/>
        <a:p>
          <a:endParaRPr lang="en-US"/>
        </a:p>
      </dgm:t>
    </dgm:pt>
    <dgm:pt modelId="{982F0532-E3E4-4FEF-8FFF-BE14C4E2323C}" type="sibTrans" cxnId="{5EE01EAF-B6BD-4666-B23C-DFF8D49F2339}">
      <dgm:prSet/>
      <dgm:spPr/>
      <dgm:t>
        <a:bodyPr/>
        <a:lstStyle/>
        <a:p>
          <a:endParaRPr lang="en-US"/>
        </a:p>
      </dgm:t>
    </dgm:pt>
    <dgm:pt modelId="{46915D30-8173-4456-8845-E2F73DD55C89}">
      <dgm:prSet/>
      <dgm:spPr/>
      <dgm:t>
        <a:bodyPr/>
        <a:lstStyle/>
        <a:p>
          <a:r>
            <a:rPr lang="el-GR" dirty="0"/>
            <a:t>μ</a:t>
          </a:r>
          <a:r>
            <a:rPr lang="en-US" dirty="0"/>
            <a:t>(</a:t>
          </a:r>
          <a:r>
            <a:rPr lang="ru-RU" dirty="0"/>
            <a:t>В</a:t>
          </a:r>
          <a:r>
            <a:rPr lang="en-US" dirty="0"/>
            <a:t>3</a:t>
          </a:r>
          <a:r>
            <a:rPr lang="ru-RU" dirty="0"/>
            <a:t>) =</a:t>
          </a:r>
          <a:r>
            <a:rPr lang="el-GR" dirty="0"/>
            <a:t> μ</a:t>
          </a:r>
          <a:r>
            <a:rPr lang="en-US" dirty="0"/>
            <a:t>(</a:t>
          </a:r>
          <a:r>
            <a:rPr lang="ru-RU" dirty="0"/>
            <a:t>Рост) ∩</a:t>
          </a:r>
          <a:r>
            <a:rPr lang="el-GR" dirty="0"/>
            <a:t> μ</a:t>
          </a:r>
          <a:r>
            <a:rPr lang="en-US" dirty="0"/>
            <a:t>(</a:t>
          </a:r>
          <a:r>
            <a:rPr lang="ru-RU" dirty="0"/>
            <a:t>Техника)</a:t>
          </a:r>
          <a:r>
            <a:rPr lang="en-US" dirty="0"/>
            <a:t> U</a:t>
          </a:r>
          <a:r>
            <a:rPr lang="el-GR" dirty="0"/>
            <a:t> μ</a:t>
          </a:r>
          <a:r>
            <a:rPr lang="en-US" dirty="0"/>
            <a:t>(</a:t>
          </a:r>
          <a:r>
            <a:rPr lang="ru-RU" dirty="0"/>
            <a:t>Рез)</a:t>
          </a:r>
          <a:endParaRPr lang="en-US" dirty="0"/>
        </a:p>
      </dgm:t>
    </dgm:pt>
    <dgm:pt modelId="{ECDDE910-4672-47B5-BB01-916EA1157C60}" type="parTrans" cxnId="{1E260EF2-F2CA-4E7D-9250-8C4E8181F9BB}">
      <dgm:prSet/>
      <dgm:spPr/>
      <dgm:t>
        <a:bodyPr/>
        <a:lstStyle/>
        <a:p>
          <a:endParaRPr lang="en-US"/>
        </a:p>
      </dgm:t>
    </dgm:pt>
    <dgm:pt modelId="{25496B92-2168-4CC8-8AE0-7EF728FD1983}" type="sibTrans" cxnId="{1E260EF2-F2CA-4E7D-9250-8C4E8181F9BB}">
      <dgm:prSet/>
      <dgm:spPr/>
      <dgm:t>
        <a:bodyPr/>
        <a:lstStyle/>
        <a:p>
          <a:endParaRPr lang="en-US"/>
        </a:p>
      </dgm:t>
    </dgm:pt>
    <dgm:pt modelId="{00447E1C-065E-463B-9092-B8161BF7B6DF}">
      <dgm:prSet/>
      <dgm:spPr/>
      <dgm:t>
        <a:bodyPr/>
        <a:lstStyle/>
        <a:p>
          <a:r>
            <a:rPr lang="el-GR"/>
            <a:t>μ</a:t>
          </a:r>
          <a:r>
            <a:rPr lang="en-US"/>
            <a:t>(</a:t>
          </a:r>
          <a:r>
            <a:rPr lang="ru-RU"/>
            <a:t>В</a:t>
          </a:r>
          <a:r>
            <a:rPr lang="en-US"/>
            <a:t>4</a:t>
          </a:r>
          <a:r>
            <a:rPr lang="ru-RU"/>
            <a:t>) =</a:t>
          </a:r>
          <a:r>
            <a:rPr lang="el-GR"/>
            <a:t> μ</a:t>
          </a:r>
          <a:r>
            <a:rPr lang="en-US"/>
            <a:t>(</a:t>
          </a:r>
          <a:r>
            <a:rPr lang="ru-RU"/>
            <a:t>Рост)</a:t>
          </a:r>
          <a:r>
            <a:rPr lang="en-US"/>
            <a:t> U</a:t>
          </a:r>
          <a:r>
            <a:rPr lang="el-GR"/>
            <a:t> μ</a:t>
          </a:r>
          <a:r>
            <a:rPr lang="en-US"/>
            <a:t>(</a:t>
          </a:r>
          <a:r>
            <a:rPr lang="ru-RU"/>
            <a:t>Техника) ∩</a:t>
          </a:r>
          <a:r>
            <a:rPr lang="el-GR"/>
            <a:t> μ</a:t>
          </a:r>
          <a:r>
            <a:rPr lang="en-US"/>
            <a:t>(</a:t>
          </a:r>
          <a:r>
            <a:rPr lang="ru-RU"/>
            <a:t>Рез)</a:t>
          </a:r>
          <a:endParaRPr lang="en-US"/>
        </a:p>
      </dgm:t>
    </dgm:pt>
    <dgm:pt modelId="{CEA1D6AD-2054-461D-8381-3C3E764E7381}" type="parTrans" cxnId="{B78C86C7-9443-4915-9900-F612FC474A81}">
      <dgm:prSet/>
      <dgm:spPr/>
      <dgm:t>
        <a:bodyPr/>
        <a:lstStyle/>
        <a:p>
          <a:endParaRPr lang="en-US"/>
        </a:p>
      </dgm:t>
    </dgm:pt>
    <dgm:pt modelId="{E1CE5313-9631-43C7-B48D-B31378002AC9}" type="sibTrans" cxnId="{B78C86C7-9443-4915-9900-F612FC474A81}">
      <dgm:prSet/>
      <dgm:spPr/>
      <dgm:t>
        <a:bodyPr/>
        <a:lstStyle/>
        <a:p>
          <a:endParaRPr lang="en-US"/>
        </a:p>
      </dgm:t>
    </dgm:pt>
    <dgm:pt modelId="{9D597CA3-2B7A-4753-9995-F1188E41D601}" type="pres">
      <dgm:prSet presAssocID="{A5E2313F-F09D-4E6D-A807-1DD2F4D645E2}" presName="root" presStyleCnt="0">
        <dgm:presLayoutVars>
          <dgm:dir/>
          <dgm:resizeHandles val="exact"/>
        </dgm:presLayoutVars>
      </dgm:prSet>
      <dgm:spPr/>
    </dgm:pt>
    <dgm:pt modelId="{90988601-6AC0-425F-8CD5-CB15FA8661C6}" type="pres">
      <dgm:prSet presAssocID="{82739DD9-9F5E-4AA6-8944-EDC2AE7E4E3C}" presName="compNode" presStyleCnt="0"/>
      <dgm:spPr/>
    </dgm:pt>
    <dgm:pt modelId="{70E06B67-770D-4418-9BC0-218FEB2DDE11}" type="pres">
      <dgm:prSet presAssocID="{82739DD9-9F5E-4AA6-8944-EDC2AE7E4E3C}" presName="bgRect" presStyleLbl="bgShp" presStyleIdx="0" presStyleCnt="4"/>
      <dgm:spPr/>
    </dgm:pt>
    <dgm:pt modelId="{CDB6D5EF-32EC-4DBE-AB62-25CC233246FD}" type="pres">
      <dgm:prSet presAssocID="{82739DD9-9F5E-4AA6-8944-EDC2AE7E4E3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Колба"/>
        </a:ext>
      </dgm:extLst>
    </dgm:pt>
    <dgm:pt modelId="{3959E510-A012-4CEE-A2E4-56ADAFB1F3DC}" type="pres">
      <dgm:prSet presAssocID="{82739DD9-9F5E-4AA6-8944-EDC2AE7E4E3C}" presName="spaceRect" presStyleCnt="0"/>
      <dgm:spPr/>
    </dgm:pt>
    <dgm:pt modelId="{2FD8E786-A538-41BC-9AA3-E5204405BFA9}" type="pres">
      <dgm:prSet presAssocID="{82739DD9-9F5E-4AA6-8944-EDC2AE7E4E3C}" presName="parTx" presStyleLbl="revTx" presStyleIdx="0" presStyleCnt="4">
        <dgm:presLayoutVars>
          <dgm:chMax val="0"/>
          <dgm:chPref val="0"/>
        </dgm:presLayoutVars>
      </dgm:prSet>
      <dgm:spPr/>
    </dgm:pt>
    <dgm:pt modelId="{E39D40DA-EBFA-431F-B5F8-A4587BBD57DB}" type="pres">
      <dgm:prSet presAssocID="{80CCCB7C-8F04-439C-B342-9A09BD6F83B3}" presName="sibTrans" presStyleCnt="0"/>
      <dgm:spPr/>
    </dgm:pt>
    <dgm:pt modelId="{164F56A6-CE22-4EC5-99EA-6D2ACF95DC00}" type="pres">
      <dgm:prSet presAssocID="{F3BF5587-6C77-4BEF-9F21-5A142E624C8E}" presName="compNode" presStyleCnt="0"/>
      <dgm:spPr/>
    </dgm:pt>
    <dgm:pt modelId="{54A743A0-A54C-4765-9D4B-9A0C9AA1364E}" type="pres">
      <dgm:prSet presAssocID="{F3BF5587-6C77-4BEF-9F21-5A142E624C8E}" presName="bgRect" presStyleLbl="bgShp" presStyleIdx="1" presStyleCnt="4"/>
      <dgm:spPr/>
    </dgm:pt>
    <dgm:pt modelId="{C43A5455-54FF-4DC7-8CD6-3A720322CEC6}" type="pres">
      <dgm:prSet presAssocID="{F3BF5587-6C77-4BEF-9F21-5A142E624C8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 dropper"/>
        </a:ext>
      </dgm:extLst>
    </dgm:pt>
    <dgm:pt modelId="{FCD71999-0C23-4ED6-BCB8-39838D042E56}" type="pres">
      <dgm:prSet presAssocID="{F3BF5587-6C77-4BEF-9F21-5A142E624C8E}" presName="spaceRect" presStyleCnt="0"/>
      <dgm:spPr/>
    </dgm:pt>
    <dgm:pt modelId="{C1A91240-39C6-43BD-ADD8-BCFC22AE4C44}" type="pres">
      <dgm:prSet presAssocID="{F3BF5587-6C77-4BEF-9F21-5A142E624C8E}" presName="parTx" presStyleLbl="revTx" presStyleIdx="1" presStyleCnt="4">
        <dgm:presLayoutVars>
          <dgm:chMax val="0"/>
          <dgm:chPref val="0"/>
        </dgm:presLayoutVars>
      </dgm:prSet>
      <dgm:spPr/>
    </dgm:pt>
    <dgm:pt modelId="{41ECB415-80AD-44B6-9976-62DB5EDBB715}" type="pres">
      <dgm:prSet presAssocID="{982F0532-E3E4-4FEF-8FFF-BE14C4E2323C}" presName="sibTrans" presStyleCnt="0"/>
      <dgm:spPr/>
    </dgm:pt>
    <dgm:pt modelId="{66F88C21-AC6C-4268-8C00-36D0EBFCFE3C}" type="pres">
      <dgm:prSet presAssocID="{46915D30-8173-4456-8845-E2F73DD55C89}" presName="compNode" presStyleCnt="0"/>
      <dgm:spPr/>
    </dgm:pt>
    <dgm:pt modelId="{4A9B6A9F-5945-410E-B7B6-A1FFC6C5A43E}" type="pres">
      <dgm:prSet presAssocID="{46915D30-8173-4456-8845-E2F73DD55C89}" presName="bgRect" presStyleLbl="bgShp" presStyleIdx="2" presStyleCnt="4"/>
      <dgm:spPr/>
    </dgm:pt>
    <dgm:pt modelId="{106EEC55-06BB-402E-8236-349375A2F5AF}" type="pres">
      <dgm:prSet presAssocID="{46915D30-8173-4456-8845-E2F73DD55C8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Мензурка"/>
        </a:ext>
      </dgm:extLst>
    </dgm:pt>
    <dgm:pt modelId="{C828975D-74A1-4174-817A-ABDC6A0D6459}" type="pres">
      <dgm:prSet presAssocID="{46915D30-8173-4456-8845-E2F73DD55C89}" presName="spaceRect" presStyleCnt="0"/>
      <dgm:spPr/>
    </dgm:pt>
    <dgm:pt modelId="{E14C82CB-BC92-404B-B66B-02577396056B}" type="pres">
      <dgm:prSet presAssocID="{46915D30-8173-4456-8845-E2F73DD55C89}" presName="parTx" presStyleLbl="revTx" presStyleIdx="2" presStyleCnt="4">
        <dgm:presLayoutVars>
          <dgm:chMax val="0"/>
          <dgm:chPref val="0"/>
        </dgm:presLayoutVars>
      </dgm:prSet>
      <dgm:spPr/>
    </dgm:pt>
    <dgm:pt modelId="{36493B0C-F504-4C73-84AB-36DEF1C6B202}" type="pres">
      <dgm:prSet presAssocID="{25496B92-2168-4CC8-8AE0-7EF728FD1983}" presName="sibTrans" presStyleCnt="0"/>
      <dgm:spPr/>
    </dgm:pt>
    <dgm:pt modelId="{29B7226D-4564-4609-9E0E-6D67522EF56B}" type="pres">
      <dgm:prSet presAssocID="{00447E1C-065E-463B-9092-B8161BF7B6DF}" presName="compNode" presStyleCnt="0"/>
      <dgm:spPr/>
    </dgm:pt>
    <dgm:pt modelId="{97C757D9-C95A-4F90-B448-99112307DF91}" type="pres">
      <dgm:prSet presAssocID="{00447E1C-065E-463B-9092-B8161BF7B6DF}" presName="bgRect" presStyleLbl="bgShp" presStyleIdx="3" presStyleCnt="4"/>
      <dgm:spPr/>
    </dgm:pt>
    <dgm:pt modelId="{B140EC10-AB44-4954-BEA0-A386F8515DE2}" type="pres">
      <dgm:prSet presAssocID="{00447E1C-065E-463B-9092-B8161BF7B6D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Микроскоп"/>
        </a:ext>
      </dgm:extLst>
    </dgm:pt>
    <dgm:pt modelId="{76720357-FB49-4C7E-9E44-B87844A83AE9}" type="pres">
      <dgm:prSet presAssocID="{00447E1C-065E-463B-9092-B8161BF7B6DF}" presName="spaceRect" presStyleCnt="0"/>
      <dgm:spPr/>
    </dgm:pt>
    <dgm:pt modelId="{2C74C369-1697-4957-9039-8A7C218CE95F}" type="pres">
      <dgm:prSet presAssocID="{00447E1C-065E-463B-9092-B8161BF7B6D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A2D1C12-7BA1-42BA-B562-950BF9B4ECEC}" type="presOf" srcId="{82739DD9-9F5E-4AA6-8944-EDC2AE7E4E3C}" destId="{2FD8E786-A538-41BC-9AA3-E5204405BFA9}" srcOrd="0" destOrd="0" presId="urn:microsoft.com/office/officeart/2018/2/layout/IconVerticalSolidList"/>
    <dgm:cxn modelId="{60BB253B-DA32-466E-B7EB-D409C726E773}" type="presOf" srcId="{A5E2313F-F09D-4E6D-A807-1DD2F4D645E2}" destId="{9D597CA3-2B7A-4753-9995-F1188E41D601}" srcOrd="0" destOrd="0" presId="urn:microsoft.com/office/officeart/2018/2/layout/IconVerticalSolidList"/>
    <dgm:cxn modelId="{6CE2296D-4A46-4F0C-88D1-9BDCECCFD731}" type="presOf" srcId="{46915D30-8173-4456-8845-E2F73DD55C89}" destId="{E14C82CB-BC92-404B-B66B-02577396056B}" srcOrd="0" destOrd="0" presId="urn:microsoft.com/office/officeart/2018/2/layout/IconVerticalSolidList"/>
    <dgm:cxn modelId="{FA58E558-A73F-4712-B8C6-560416C2D672}" srcId="{A5E2313F-F09D-4E6D-A807-1DD2F4D645E2}" destId="{82739DD9-9F5E-4AA6-8944-EDC2AE7E4E3C}" srcOrd="0" destOrd="0" parTransId="{7550D4FD-746F-4082-B35E-47732A6053FF}" sibTransId="{80CCCB7C-8F04-439C-B342-9A09BD6F83B3}"/>
    <dgm:cxn modelId="{89B12F90-0907-47BF-8E82-0B85F245D08A}" type="presOf" srcId="{F3BF5587-6C77-4BEF-9F21-5A142E624C8E}" destId="{C1A91240-39C6-43BD-ADD8-BCFC22AE4C44}" srcOrd="0" destOrd="0" presId="urn:microsoft.com/office/officeart/2018/2/layout/IconVerticalSolidList"/>
    <dgm:cxn modelId="{5EE01EAF-B6BD-4666-B23C-DFF8D49F2339}" srcId="{A5E2313F-F09D-4E6D-A807-1DD2F4D645E2}" destId="{F3BF5587-6C77-4BEF-9F21-5A142E624C8E}" srcOrd="1" destOrd="0" parTransId="{F4CC4336-621A-49C2-AAB8-719962CEE50D}" sibTransId="{982F0532-E3E4-4FEF-8FFF-BE14C4E2323C}"/>
    <dgm:cxn modelId="{AF5320BA-C7C3-4F57-8E45-65D690215585}" type="presOf" srcId="{00447E1C-065E-463B-9092-B8161BF7B6DF}" destId="{2C74C369-1697-4957-9039-8A7C218CE95F}" srcOrd="0" destOrd="0" presId="urn:microsoft.com/office/officeart/2018/2/layout/IconVerticalSolidList"/>
    <dgm:cxn modelId="{B78C86C7-9443-4915-9900-F612FC474A81}" srcId="{A5E2313F-F09D-4E6D-A807-1DD2F4D645E2}" destId="{00447E1C-065E-463B-9092-B8161BF7B6DF}" srcOrd="3" destOrd="0" parTransId="{CEA1D6AD-2054-461D-8381-3C3E764E7381}" sibTransId="{E1CE5313-9631-43C7-B48D-B31378002AC9}"/>
    <dgm:cxn modelId="{1E260EF2-F2CA-4E7D-9250-8C4E8181F9BB}" srcId="{A5E2313F-F09D-4E6D-A807-1DD2F4D645E2}" destId="{46915D30-8173-4456-8845-E2F73DD55C89}" srcOrd="2" destOrd="0" parTransId="{ECDDE910-4672-47B5-BB01-916EA1157C60}" sibTransId="{25496B92-2168-4CC8-8AE0-7EF728FD1983}"/>
    <dgm:cxn modelId="{2B6550DF-56D6-4AFE-BF67-DFA68951E001}" type="presParOf" srcId="{9D597CA3-2B7A-4753-9995-F1188E41D601}" destId="{90988601-6AC0-425F-8CD5-CB15FA8661C6}" srcOrd="0" destOrd="0" presId="urn:microsoft.com/office/officeart/2018/2/layout/IconVerticalSolidList"/>
    <dgm:cxn modelId="{27900B95-42AC-454E-93F7-25CB0F759C9C}" type="presParOf" srcId="{90988601-6AC0-425F-8CD5-CB15FA8661C6}" destId="{70E06B67-770D-4418-9BC0-218FEB2DDE11}" srcOrd="0" destOrd="0" presId="urn:microsoft.com/office/officeart/2018/2/layout/IconVerticalSolidList"/>
    <dgm:cxn modelId="{5E8B0FA8-6E5F-4631-93B3-FE05EC8CC1A0}" type="presParOf" srcId="{90988601-6AC0-425F-8CD5-CB15FA8661C6}" destId="{CDB6D5EF-32EC-4DBE-AB62-25CC233246FD}" srcOrd="1" destOrd="0" presId="urn:microsoft.com/office/officeart/2018/2/layout/IconVerticalSolidList"/>
    <dgm:cxn modelId="{A7E43924-E187-4058-AFF1-5DDA1FE5E88B}" type="presParOf" srcId="{90988601-6AC0-425F-8CD5-CB15FA8661C6}" destId="{3959E510-A012-4CEE-A2E4-56ADAFB1F3DC}" srcOrd="2" destOrd="0" presId="urn:microsoft.com/office/officeart/2018/2/layout/IconVerticalSolidList"/>
    <dgm:cxn modelId="{EEEDF98A-4BC3-4819-920F-088859B30FF0}" type="presParOf" srcId="{90988601-6AC0-425F-8CD5-CB15FA8661C6}" destId="{2FD8E786-A538-41BC-9AA3-E5204405BFA9}" srcOrd="3" destOrd="0" presId="urn:microsoft.com/office/officeart/2018/2/layout/IconVerticalSolidList"/>
    <dgm:cxn modelId="{D3E2B8F3-6D5E-4B23-A42B-2D4AB567329A}" type="presParOf" srcId="{9D597CA3-2B7A-4753-9995-F1188E41D601}" destId="{E39D40DA-EBFA-431F-B5F8-A4587BBD57DB}" srcOrd="1" destOrd="0" presId="urn:microsoft.com/office/officeart/2018/2/layout/IconVerticalSolidList"/>
    <dgm:cxn modelId="{029AFC85-0018-4314-AA58-BF322D52DDC9}" type="presParOf" srcId="{9D597CA3-2B7A-4753-9995-F1188E41D601}" destId="{164F56A6-CE22-4EC5-99EA-6D2ACF95DC00}" srcOrd="2" destOrd="0" presId="urn:microsoft.com/office/officeart/2018/2/layout/IconVerticalSolidList"/>
    <dgm:cxn modelId="{E0868622-64F2-4022-B632-E1F478BF35D6}" type="presParOf" srcId="{164F56A6-CE22-4EC5-99EA-6D2ACF95DC00}" destId="{54A743A0-A54C-4765-9D4B-9A0C9AA1364E}" srcOrd="0" destOrd="0" presId="urn:microsoft.com/office/officeart/2018/2/layout/IconVerticalSolidList"/>
    <dgm:cxn modelId="{39D9B516-95AC-485B-95A1-DAFDEDBA9AC9}" type="presParOf" srcId="{164F56A6-CE22-4EC5-99EA-6D2ACF95DC00}" destId="{C43A5455-54FF-4DC7-8CD6-3A720322CEC6}" srcOrd="1" destOrd="0" presId="urn:microsoft.com/office/officeart/2018/2/layout/IconVerticalSolidList"/>
    <dgm:cxn modelId="{004F8776-D2E4-4654-B22B-E15B6E5A002E}" type="presParOf" srcId="{164F56A6-CE22-4EC5-99EA-6D2ACF95DC00}" destId="{FCD71999-0C23-4ED6-BCB8-39838D042E56}" srcOrd="2" destOrd="0" presId="urn:microsoft.com/office/officeart/2018/2/layout/IconVerticalSolidList"/>
    <dgm:cxn modelId="{ADEBDF36-5D3B-4239-9B71-4A2766CFFB04}" type="presParOf" srcId="{164F56A6-CE22-4EC5-99EA-6D2ACF95DC00}" destId="{C1A91240-39C6-43BD-ADD8-BCFC22AE4C44}" srcOrd="3" destOrd="0" presId="urn:microsoft.com/office/officeart/2018/2/layout/IconVerticalSolidList"/>
    <dgm:cxn modelId="{40FEF879-5EB9-4ED1-A26D-B17E6069B9ED}" type="presParOf" srcId="{9D597CA3-2B7A-4753-9995-F1188E41D601}" destId="{41ECB415-80AD-44B6-9976-62DB5EDBB715}" srcOrd="3" destOrd="0" presId="urn:microsoft.com/office/officeart/2018/2/layout/IconVerticalSolidList"/>
    <dgm:cxn modelId="{5577433E-2558-478D-BE23-1231462F80BF}" type="presParOf" srcId="{9D597CA3-2B7A-4753-9995-F1188E41D601}" destId="{66F88C21-AC6C-4268-8C00-36D0EBFCFE3C}" srcOrd="4" destOrd="0" presId="urn:microsoft.com/office/officeart/2018/2/layout/IconVerticalSolidList"/>
    <dgm:cxn modelId="{29F628F6-EF18-42F8-96CF-2C925A064452}" type="presParOf" srcId="{66F88C21-AC6C-4268-8C00-36D0EBFCFE3C}" destId="{4A9B6A9F-5945-410E-B7B6-A1FFC6C5A43E}" srcOrd="0" destOrd="0" presId="urn:microsoft.com/office/officeart/2018/2/layout/IconVerticalSolidList"/>
    <dgm:cxn modelId="{C5807298-8F2B-4779-92D2-3D2030354FFB}" type="presParOf" srcId="{66F88C21-AC6C-4268-8C00-36D0EBFCFE3C}" destId="{106EEC55-06BB-402E-8236-349375A2F5AF}" srcOrd="1" destOrd="0" presId="urn:microsoft.com/office/officeart/2018/2/layout/IconVerticalSolidList"/>
    <dgm:cxn modelId="{01629F3D-4ED5-4047-96F7-258F7914FBDD}" type="presParOf" srcId="{66F88C21-AC6C-4268-8C00-36D0EBFCFE3C}" destId="{C828975D-74A1-4174-817A-ABDC6A0D6459}" srcOrd="2" destOrd="0" presId="urn:microsoft.com/office/officeart/2018/2/layout/IconVerticalSolidList"/>
    <dgm:cxn modelId="{3547C25F-B3EA-49C1-9693-9AD54B092DF3}" type="presParOf" srcId="{66F88C21-AC6C-4268-8C00-36D0EBFCFE3C}" destId="{E14C82CB-BC92-404B-B66B-02577396056B}" srcOrd="3" destOrd="0" presId="urn:microsoft.com/office/officeart/2018/2/layout/IconVerticalSolidList"/>
    <dgm:cxn modelId="{961B0F5E-B0CB-452B-BE5E-EF53654B3B04}" type="presParOf" srcId="{9D597CA3-2B7A-4753-9995-F1188E41D601}" destId="{36493B0C-F504-4C73-84AB-36DEF1C6B202}" srcOrd="5" destOrd="0" presId="urn:microsoft.com/office/officeart/2018/2/layout/IconVerticalSolidList"/>
    <dgm:cxn modelId="{F6953E12-09EF-46CD-9A74-6AF3B6D13513}" type="presParOf" srcId="{9D597CA3-2B7A-4753-9995-F1188E41D601}" destId="{29B7226D-4564-4609-9E0E-6D67522EF56B}" srcOrd="6" destOrd="0" presId="urn:microsoft.com/office/officeart/2018/2/layout/IconVerticalSolidList"/>
    <dgm:cxn modelId="{6A76C060-0D43-4316-974B-B80E4FA31334}" type="presParOf" srcId="{29B7226D-4564-4609-9E0E-6D67522EF56B}" destId="{97C757D9-C95A-4F90-B448-99112307DF91}" srcOrd="0" destOrd="0" presId="urn:microsoft.com/office/officeart/2018/2/layout/IconVerticalSolidList"/>
    <dgm:cxn modelId="{99F39BD5-FDDF-429A-B909-1E9947C995F2}" type="presParOf" srcId="{29B7226D-4564-4609-9E0E-6D67522EF56B}" destId="{B140EC10-AB44-4954-BEA0-A386F8515DE2}" srcOrd="1" destOrd="0" presId="urn:microsoft.com/office/officeart/2018/2/layout/IconVerticalSolidList"/>
    <dgm:cxn modelId="{C09599F3-F5FC-4B0D-A387-4E80DC4A5A9F}" type="presParOf" srcId="{29B7226D-4564-4609-9E0E-6D67522EF56B}" destId="{76720357-FB49-4C7E-9E44-B87844A83AE9}" srcOrd="2" destOrd="0" presId="urn:microsoft.com/office/officeart/2018/2/layout/IconVerticalSolidList"/>
    <dgm:cxn modelId="{56C26D40-835F-4EB8-9920-546800496126}" type="presParOf" srcId="{29B7226D-4564-4609-9E0E-6D67522EF56B}" destId="{2C74C369-1697-4957-9039-8A7C218CE95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A7CA66-2CB2-4220-A504-CF0BB9F559EB}">
      <dsp:nvSpPr>
        <dsp:cNvPr id="0" name=""/>
        <dsp:cNvSpPr/>
      </dsp:nvSpPr>
      <dsp:spPr>
        <a:xfrm>
          <a:off x="0" y="16242"/>
          <a:ext cx="2364481" cy="386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Max=N*(N-1)/2=15</a:t>
          </a:r>
          <a:endParaRPr lang="ru-RU" sz="1500" kern="1200" dirty="0"/>
        </a:p>
      </dsp:txBody>
      <dsp:txXfrm>
        <a:off x="18848" y="35090"/>
        <a:ext cx="2326785" cy="348404"/>
      </dsp:txXfrm>
    </dsp:sp>
    <dsp:sp modelId="{FC10FE00-ABD1-462B-B94D-A07141231A4C}">
      <dsp:nvSpPr>
        <dsp:cNvPr id="0" name=""/>
        <dsp:cNvSpPr/>
      </dsp:nvSpPr>
      <dsp:spPr>
        <a:xfrm>
          <a:off x="0" y="445542"/>
          <a:ext cx="2364481" cy="386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kern="1200" dirty="0"/>
            <a:t>Сплоченность = 8/15</a:t>
          </a:r>
          <a:endParaRPr lang="ru-RU" sz="1500" kern="1200" dirty="0"/>
        </a:p>
      </dsp:txBody>
      <dsp:txXfrm>
        <a:off x="18848" y="464390"/>
        <a:ext cx="2326785" cy="3484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72AB91-177A-403A-8907-2D1CDB7D9738}">
      <dsp:nvSpPr>
        <dsp:cNvPr id="0" name=""/>
        <dsp:cNvSpPr/>
      </dsp:nvSpPr>
      <dsp:spPr>
        <a:xfrm>
          <a:off x="0" y="4287"/>
          <a:ext cx="3306670" cy="273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kern="1200" dirty="0"/>
            <a:t>Эвристический алгоритм поиска, используемый для решения задач оптимизации и моделирования путём случайного подбора, комбинирования и вариации искомых параметров с использованием механизмов, аналогичных естественному отбору в природе.</a:t>
          </a:r>
          <a:endParaRPr lang="ru-RU" sz="1500" kern="1200" dirty="0"/>
        </a:p>
      </dsp:txBody>
      <dsp:txXfrm>
        <a:off x="133648" y="137935"/>
        <a:ext cx="3039374" cy="24705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35A0D7-0556-4DAE-B374-6001EFFBD975}">
      <dsp:nvSpPr>
        <dsp:cNvPr id="0" name=""/>
        <dsp:cNvSpPr/>
      </dsp:nvSpPr>
      <dsp:spPr>
        <a:xfrm>
          <a:off x="7291349" y="2583443"/>
          <a:ext cx="91440" cy="16216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1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F4BB7C-F72D-4829-8315-555FDF5F4D6F}">
      <dsp:nvSpPr>
        <dsp:cNvPr id="0" name=""/>
        <dsp:cNvSpPr/>
      </dsp:nvSpPr>
      <dsp:spPr>
        <a:xfrm>
          <a:off x="6629205" y="1906467"/>
          <a:ext cx="707864" cy="1621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1726"/>
              </a:lnTo>
              <a:lnTo>
                <a:pt x="707864" y="81726"/>
              </a:lnTo>
              <a:lnTo>
                <a:pt x="707864" y="1621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A2B9B0-69B8-49DD-8737-55F6BE42716A}">
      <dsp:nvSpPr>
        <dsp:cNvPr id="0" name=""/>
        <dsp:cNvSpPr/>
      </dsp:nvSpPr>
      <dsp:spPr>
        <a:xfrm>
          <a:off x="5875621" y="2583443"/>
          <a:ext cx="91440" cy="16216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1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44B83B-A02A-42B2-9B5A-686EFDE2628E}">
      <dsp:nvSpPr>
        <dsp:cNvPr id="0" name=""/>
        <dsp:cNvSpPr/>
      </dsp:nvSpPr>
      <dsp:spPr>
        <a:xfrm>
          <a:off x="5921341" y="1906467"/>
          <a:ext cx="707864" cy="162165"/>
        </a:xfrm>
        <a:custGeom>
          <a:avLst/>
          <a:gdLst/>
          <a:ahLst/>
          <a:cxnLst/>
          <a:rect l="0" t="0" r="0" b="0"/>
          <a:pathLst>
            <a:path>
              <a:moveTo>
                <a:pt x="707864" y="0"/>
              </a:moveTo>
              <a:lnTo>
                <a:pt x="707864" y="81726"/>
              </a:lnTo>
              <a:lnTo>
                <a:pt x="0" y="81726"/>
              </a:lnTo>
              <a:lnTo>
                <a:pt x="0" y="1621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B41B49-5058-442C-B7E0-CD4AB78A2E2F}">
      <dsp:nvSpPr>
        <dsp:cNvPr id="0" name=""/>
        <dsp:cNvSpPr/>
      </dsp:nvSpPr>
      <dsp:spPr>
        <a:xfrm>
          <a:off x="3815029" y="1225043"/>
          <a:ext cx="2814176" cy="1666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174"/>
              </a:lnTo>
              <a:lnTo>
                <a:pt x="2814176" y="86174"/>
              </a:lnTo>
              <a:lnTo>
                <a:pt x="2814176" y="1666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29F2EF-7D71-451D-847A-234FC9C7CFC9}">
      <dsp:nvSpPr>
        <dsp:cNvPr id="0" name=""/>
        <dsp:cNvSpPr/>
      </dsp:nvSpPr>
      <dsp:spPr>
        <a:xfrm>
          <a:off x="4459892" y="2583443"/>
          <a:ext cx="91440" cy="16216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1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BF6428-C0DA-4AF4-8EA6-E1833B8759E7}">
      <dsp:nvSpPr>
        <dsp:cNvPr id="0" name=""/>
        <dsp:cNvSpPr/>
      </dsp:nvSpPr>
      <dsp:spPr>
        <a:xfrm>
          <a:off x="3797748" y="1906467"/>
          <a:ext cx="707864" cy="1621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1726"/>
              </a:lnTo>
              <a:lnTo>
                <a:pt x="707864" y="81726"/>
              </a:lnTo>
              <a:lnTo>
                <a:pt x="707864" y="1621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0C396D-0CE3-446E-A4AD-2F8E480471D0}">
      <dsp:nvSpPr>
        <dsp:cNvPr id="0" name=""/>
        <dsp:cNvSpPr/>
      </dsp:nvSpPr>
      <dsp:spPr>
        <a:xfrm>
          <a:off x="3044163" y="2583443"/>
          <a:ext cx="91440" cy="16216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1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4CA8CC-F54C-4523-B66A-46875DDEB2B5}">
      <dsp:nvSpPr>
        <dsp:cNvPr id="0" name=""/>
        <dsp:cNvSpPr/>
      </dsp:nvSpPr>
      <dsp:spPr>
        <a:xfrm>
          <a:off x="3089883" y="1906467"/>
          <a:ext cx="707864" cy="162165"/>
        </a:xfrm>
        <a:custGeom>
          <a:avLst/>
          <a:gdLst/>
          <a:ahLst/>
          <a:cxnLst/>
          <a:rect l="0" t="0" r="0" b="0"/>
          <a:pathLst>
            <a:path>
              <a:moveTo>
                <a:pt x="707864" y="0"/>
              </a:moveTo>
              <a:lnTo>
                <a:pt x="707864" y="81726"/>
              </a:lnTo>
              <a:lnTo>
                <a:pt x="0" y="81726"/>
              </a:lnTo>
              <a:lnTo>
                <a:pt x="0" y="1621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EDDF60-040F-4F8B-9BDA-1EC610D15A78}">
      <dsp:nvSpPr>
        <dsp:cNvPr id="0" name=""/>
        <dsp:cNvSpPr/>
      </dsp:nvSpPr>
      <dsp:spPr>
        <a:xfrm>
          <a:off x="3752028" y="1225043"/>
          <a:ext cx="91440" cy="166613"/>
        </a:xfrm>
        <a:custGeom>
          <a:avLst/>
          <a:gdLst/>
          <a:ahLst/>
          <a:cxnLst/>
          <a:rect l="0" t="0" r="0" b="0"/>
          <a:pathLst>
            <a:path>
              <a:moveTo>
                <a:pt x="63000" y="0"/>
              </a:moveTo>
              <a:lnTo>
                <a:pt x="63000" y="86174"/>
              </a:lnTo>
              <a:lnTo>
                <a:pt x="45720" y="86174"/>
              </a:lnTo>
              <a:lnTo>
                <a:pt x="45720" y="1666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AE977D-10AD-421D-A419-E8B0B7AF9CB6}">
      <dsp:nvSpPr>
        <dsp:cNvPr id="0" name=""/>
        <dsp:cNvSpPr/>
      </dsp:nvSpPr>
      <dsp:spPr>
        <a:xfrm>
          <a:off x="1628435" y="2583443"/>
          <a:ext cx="91440" cy="16216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1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9EC803-4DEA-4EFD-9CE2-E7905B6B3FE8}">
      <dsp:nvSpPr>
        <dsp:cNvPr id="0" name=""/>
        <dsp:cNvSpPr/>
      </dsp:nvSpPr>
      <dsp:spPr>
        <a:xfrm>
          <a:off x="966290" y="1906467"/>
          <a:ext cx="707864" cy="1621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1726"/>
              </a:lnTo>
              <a:lnTo>
                <a:pt x="707864" y="81726"/>
              </a:lnTo>
              <a:lnTo>
                <a:pt x="707864" y="1621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373A36-218C-40FB-A674-2A47B06B5221}">
      <dsp:nvSpPr>
        <dsp:cNvPr id="0" name=""/>
        <dsp:cNvSpPr/>
      </dsp:nvSpPr>
      <dsp:spPr>
        <a:xfrm>
          <a:off x="212706" y="2583443"/>
          <a:ext cx="91440" cy="16216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1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690FD6-1CFB-40CF-8A24-8D8EDD4B84E5}">
      <dsp:nvSpPr>
        <dsp:cNvPr id="0" name=""/>
        <dsp:cNvSpPr/>
      </dsp:nvSpPr>
      <dsp:spPr>
        <a:xfrm>
          <a:off x="258426" y="1906467"/>
          <a:ext cx="707864" cy="162165"/>
        </a:xfrm>
        <a:custGeom>
          <a:avLst/>
          <a:gdLst/>
          <a:ahLst/>
          <a:cxnLst/>
          <a:rect l="0" t="0" r="0" b="0"/>
          <a:pathLst>
            <a:path>
              <a:moveTo>
                <a:pt x="707864" y="0"/>
              </a:moveTo>
              <a:lnTo>
                <a:pt x="707864" y="81726"/>
              </a:lnTo>
              <a:lnTo>
                <a:pt x="0" y="81726"/>
              </a:lnTo>
              <a:lnTo>
                <a:pt x="0" y="1621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6DD89A-C8B5-4976-A2A4-5C1875C030D3}">
      <dsp:nvSpPr>
        <dsp:cNvPr id="0" name=""/>
        <dsp:cNvSpPr/>
      </dsp:nvSpPr>
      <dsp:spPr>
        <a:xfrm>
          <a:off x="966290" y="1225043"/>
          <a:ext cx="2848738" cy="166613"/>
        </a:xfrm>
        <a:custGeom>
          <a:avLst/>
          <a:gdLst/>
          <a:ahLst/>
          <a:cxnLst/>
          <a:rect l="0" t="0" r="0" b="0"/>
          <a:pathLst>
            <a:path>
              <a:moveTo>
                <a:pt x="2848738" y="0"/>
              </a:moveTo>
              <a:lnTo>
                <a:pt x="2848738" y="86174"/>
              </a:lnTo>
              <a:lnTo>
                <a:pt x="0" y="86174"/>
              </a:lnTo>
              <a:lnTo>
                <a:pt x="0" y="1666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9E9118-8FE0-490D-8E64-1509EA5BE491}">
      <dsp:nvSpPr>
        <dsp:cNvPr id="0" name=""/>
        <dsp:cNvSpPr/>
      </dsp:nvSpPr>
      <dsp:spPr>
        <a:xfrm>
          <a:off x="3557623" y="710233"/>
          <a:ext cx="514810" cy="51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D6B418-7F2E-4758-832B-D8F9477D36EB}">
      <dsp:nvSpPr>
        <dsp:cNvPr id="0" name=""/>
        <dsp:cNvSpPr/>
      </dsp:nvSpPr>
      <dsp:spPr>
        <a:xfrm>
          <a:off x="4121668" y="838096"/>
          <a:ext cx="1029687" cy="300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Ранец</a:t>
          </a:r>
          <a:r>
            <a:rPr lang="en-US" sz="1100" kern="1200" dirty="0"/>
            <a:t> = 50</a:t>
          </a:r>
          <a:r>
            <a:rPr lang="ru-RU" sz="1100" kern="1200" dirty="0"/>
            <a:t> кг</a:t>
          </a:r>
        </a:p>
      </dsp:txBody>
      <dsp:txXfrm>
        <a:off x="4121668" y="838096"/>
        <a:ext cx="1029687" cy="300165"/>
      </dsp:txXfrm>
    </dsp:sp>
    <dsp:sp modelId="{7DE8EAD2-9D2B-4B25-A420-4D1D85819D51}">
      <dsp:nvSpPr>
        <dsp:cNvPr id="0" name=""/>
        <dsp:cNvSpPr/>
      </dsp:nvSpPr>
      <dsp:spPr>
        <a:xfrm>
          <a:off x="708885" y="1391656"/>
          <a:ext cx="514810" cy="51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DC86A6-075C-483C-B2C1-A98A234EA371}">
      <dsp:nvSpPr>
        <dsp:cNvPr id="0" name=""/>
        <dsp:cNvSpPr/>
      </dsp:nvSpPr>
      <dsp:spPr>
        <a:xfrm>
          <a:off x="1223696" y="1390369"/>
          <a:ext cx="772215" cy="514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10кг</a:t>
          </a:r>
        </a:p>
      </dsp:txBody>
      <dsp:txXfrm>
        <a:off x="1223696" y="1390369"/>
        <a:ext cx="772215" cy="514810"/>
      </dsp:txXfrm>
    </dsp:sp>
    <dsp:sp modelId="{8E08740A-ACE9-4ADF-AC38-1F6D8FF5F2A0}">
      <dsp:nvSpPr>
        <dsp:cNvPr id="0" name=""/>
        <dsp:cNvSpPr/>
      </dsp:nvSpPr>
      <dsp:spPr>
        <a:xfrm>
          <a:off x="1021" y="2068632"/>
          <a:ext cx="514810" cy="51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FB6577-6AC4-47C2-84F4-C21480AF3091}">
      <dsp:nvSpPr>
        <dsp:cNvPr id="0" name=""/>
        <dsp:cNvSpPr/>
      </dsp:nvSpPr>
      <dsp:spPr>
        <a:xfrm>
          <a:off x="515831" y="2067345"/>
          <a:ext cx="772215" cy="514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20кг</a:t>
          </a:r>
        </a:p>
      </dsp:txBody>
      <dsp:txXfrm>
        <a:off x="515831" y="2067345"/>
        <a:ext cx="772215" cy="514810"/>
      </dsp:txXfrm>
    </dsp:sp>
    <dsp:sp modelId="{329964B8-F879-4271-82DF-0B62F04D2E21}">
      <dsp:nvSpPr>
        <dsp:cNvPr id="0" name=""/>
        <dsp:cNvSpPr/>
      </dsp:nvSpPr>
      <dsp:spPr>
        <a:xfrm>
          <a:off x="1021" y="2745608"/>
          <a:ext cx="514810" cy="51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748BAB-4FFF-4EFD-B1CF-22956BFC67BA}">
      <dsp:nvSpPr>
        <dsp:cNvPr id="0" name=""/>
        <dsp:cNvSpPr/>
      </dsp:nvSpPr>
      <dsp:spPr>
        <a:xfrm>
          <a:off x="515831" y="2744321"/>
          <a:ext cx="772215" cy="514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515831" y="2744321"/>
        <a:ext cx="772215" cy="514810"/>
      </dsp:txXfrm>
    </dsp:sp>
    <dsp:sp modelId="{08AAAF30-A45A-4BDB-8C6F-937939875675}">
      <dsp:nvSpPr>
        <dsp:cNvPr id="0" name=""/>
        <dsp:cNvSpPr/>
      </dsp:nvSpPr>
      <dsp:spPr>
        <a:xfrm>
          <a:off x="1416750" y="2068632"/>
          <a:ext cx="514810" cy="51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69DB7-7CC8-40D7-B014-8D7F5F2CB90E}">
      <dsp:nvSpPr>
        <dsp:cNvPr id="0" name=""/>
        <dsp:cNvSpPr/>
      </dsp:nvSpPr>
      <dsp:spPr>
        <a:xfrm>
          <a:off x="1931560" y="2067345"/>
          <a:ext cx="772215" cy="514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30кг</a:t>
          </a:r>
        </a:p>
      </dsp:txBody>
      <dsp:txXfrm>
        <a:off x="1931560" y="2067345"/>
        <a:ext cx="772215" cy="514810"/>
      </dsp:txXfrm>
    </dsp:sp>
    <dsp:sp modelId="{DE85BA8B-1681-44A1-BFE3-71EBF0CF2CCD}">
      <dsp:nvSpPr>
        <dsp:cNvPr id="0" name=""/>
        <dsp:cNvSpPr/>
      </dsp:nvSpPr>
      <dsp:spPr>
        <a:xfrm>
          <a:off x="1416750" y="2745608"/>
          <a:ext cx="514810" cy="51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B4003B-4EB6-4003-8754-006EEEDEC6F6}">
      <dsp:nvSpPr>
        <dsp:cNvPr id="0" name=""/>
        <dsp:cNvSpPr/>
      </dsp:nvSpPr>
      <dsp:spPr>
        <a:xfrm>
          <a:off x="1931560" y="2744321"/>
          <a:ext cx="772215" cy="514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1931560" y="2744321"/>
        <a:ext cx="772215" cy="514810"/>
      </dsp:txXfrm>
    </dsp:sp>
    <dsp:sp modelId="{2F521E0B-71D1-4C25-A063-63D5561FBFC9}">
      <dsp:nvSpPr>
        <dsp:cNvPr id="0" name=""/>
        <dsp:cNvSpPr/>
      </dsp:nvSpPr>
      <dsp:spPr>
        <a:xfrm>
          <a:off x="3540342" y="1391656"/>
          <a:ext cx="514810" cy="51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3085C8-BF73-48E9-9EBA-02045E24E890}">
      <dsp:nvSpPr>
        <dsp:cNvPr id="0" name=""/>
        <dsp:cNvSpPr/>
      </dsp:nvSpPr>
      <dsp:spPr>
        <a:xfrm>
          <a:off x="4055153" y="1390369"/>
          <a:ext cx="772215" cy="514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20кг</a:t>
          </a:r>
        </a:p>
      </dsp:txBody>
      <dsp:txXfrm>
        <a:off x="4055153" y="1390369"/>
        <a:ext cx="772215" cy="514810"/>
      </dsp:txXfrm>
    </dsp:sp>
    <dsp:sp modelId="{4E9F4ECD-5D6E-46D0-95EB-69D943D11FD3}">
      <dsp:nvSpPr>
        <dsp:cNvPr id="0" name=""/>
        <dsp:cNvSpPr/>
      </dsp:nvSpPr>
      <dsp:spPr>
        <a:xfrm>
          <a:off x="2832478" y="2068632"/>
          <a:ext cx="514810" cy="51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3E7C2-E9EA-4052-8238-2D9C734DC371}">
      <dsp:nvSpPr>
        <dsp:cNvPr id="0" name=""/>
        <dsp:cNvSpPr/>
      </dsp:nvSpPr>
      <dsp:spPr>
        <a:xfrm>
          <a:off x="3353968" y="2136036"/>
          <a:ext cx="772215" cy="514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10 кг</a:t>
          </a:r>
        </a:p>
      </dsp:txBody>
      <dsp:txXfrm>
        <a:off x="3353968" y="2136036"/>
        <a:ext cx="772215" cy="514810"/>
      </dsp:txXfrm>
    </dsp:sp>
    <dsp:sp modelId="{C746EE18-02D7-47A8-8435-D14896E9D417}">
      <dsp:nvSpPr>
        <dsp:cNvPr id="0" name=""/>
        <dsp:cNvSpPr/>
      </dsp:nvSpPr>
      <dsp:spPr>
        <a:xfrm>
          <a:off x="2832478" y="2745608"/>
          <a:ext cx="514810" cy="51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2FBA4E-20FE-4989-9DE1-E0C04740AA74}">
      <dsp:nvSpPr>
        <dsp:cNvPr id="0" name=""/>
        <dsp:cNvSpPr/>
      </dsp:nvSpPr>
      <dsp:spPr>
        <a:xfrm>
          <a:off x="3347289" y="2744321"/>
          <a:ext cx="772215" cy="514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3347289" y="2744321"/>
        <a:ext cx="772215" cy="514810"/>
      </dsp:txXfrm>
    </dsp:sp>
    <dsp:sp modelId="{D79E062F-5398-4F0A-A448-A5C48C4F0857}">
      <dsp:nvSpPr>
        <dsp:cNvPr id="0" name=""/>
        <dsp:cNvSpPr/>
      </dsp:nvSpPr>
      <dsp:spPr>
        <a:xfrm>
          <a:off x="4248207" y="2068632"/>
          <a:ext cx="514810" cy="51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AEED46-3158-4900-8090-8F268222F669}">
      <dsp:nvSpPr>
        <dsp:cNvPr id="0" name=""/>
        <dsp:cNvSpPr/>
      </dsp:nvSpPr>
      <dsp:spPr>
        <a:xfrm>
          <a:off x="4763017" y="2067345"/>
          <a:ext cx="772215" cy="514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4763017" y="2067345"/>
        <a:ext cx="772215" cy="514810"/>
      </dsp:txXfrm>
    </dsp:sp>
    <dsp:sp modelId="{524CF180-7B83-431D-A9F1-95A01E7D3F49}">
      <dsp:nvSpPr>
        <dsp:cNvPr id="0" name=""/>
        <dsp:cNvSpPr/>
      </dsp:nvSpPr>
      <dsp:spPr>
        <a:xfrm>
          <a:off x="4248207" y="2745608"/>
          <a:ext cx="514810" cy="514810"/>
        </a:xfrm>
        <a:prstGeom prst="mathMultiply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11E51F-C64F-4486-A600-85E8B3E31E64}">
      <dsp:nvSpPr>
        <dsp:cNvPr id="0" name=""/>
        <dsp:cNvSpPr/>
      </dsp:nvSpPr>
      <dsp:spPr>
        <a:xfrm>
          <a:off x="4763017" y="2744321"/>
          <a:ext cx="772215" cy="514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4763017" y="2744321"/>
        <a:ext cx="772215" cy="514810"/>
      </dsp:txXfrm>
    </dsp:sp>
    <dsp:sp modelId="{82F2788D-6E13-423F-907F-3D260894041F}">
      <dsp:nvSpPr>
        <dsp:cNvPr id="0" name=""/>
        <dsp:cNvSpPr/>
      </dsp:nvSpPr>
      <dsp:spPr>
        <a:xfrm>
          <a:off x="6371800" y="1391656"/>
          <a:ext cx="514810" cy="51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171F5C-50AD-4488-B5A3-287F39929F1A}">
      <dsp:nvSpPr>
        <dsp:cNvPr id="0" name=""/>
        <dsp:cNvSpPr/>
      </dsp:nvSpPr>
      <dsp:spPr>
        <a:xfrm>
          <a:off x="6886610" y="1390369"/>
          <a:ext cx="772215" cy="514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6886610" y="1390369"/>
        <a:ext cx="772215" cy="514810"/>
      </dsp:txXfrm>
    </dsp:sp>
    <dsp:sp modelId="{041B3700-2A5E-4B9D-A633-732B5884F379}">
      <dsp:nvSpPr>
        <dsp:cNvPr id="0" name=""/>
        <dsp:cNvSpPr/>
      </dsp:nvSpPr>
      <dsp:spPr>
        <a:xfrm>
          <a:off x="5663935" y="2068632"/>
          <a:ext cx="514810" cy="51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7B5CCC-5966-43FE-8731-3C7568A67476}">
      <dsp:nvSpPr>
        <dsp:cNvPr id="0" name=""/>
        <dsp:cNvSpPr/>
      </dsp:nvSpPr>
      <dsp:spPr>
        <a:xfrm>
          <a:off x="6178746" y="2067345"/>
          <a:ext cx="772215" cy="514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6178746" y="2067345"/>
        <a:ext cx="772215" cy="514810"/>
      </dsp:txXfrm>
    </dsp:sp>
    <dsp:sp modelId="{579261AF-40EC-4B84-8F47-A1903BEF9773}">
      <dsp:nvSpPr>
        <dsp:cNvPr id="0" name=""/>
        <dsp:cNvSpPr/>
      </dsp:nvSpPr>
      <dsp:spPr>
        <a:xfrm>
          <a:off x="5663935" y="2745608"/>
          <a:ext cx="514810" cy="514810"/>
        </a:xfrm>
        <a:prstGeom prst="mathMultiply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E9B185-162D-4B49-85E4-C9332583AB35}">
      <dsp:nvSpPr>
        <dsp:cNvPr id="0" name=""/>
        <dsp:cNvSpPr/>
      </dsp:nvSpPr>
      <dsp:spPr>
        <a:xfrm>
          <a:off x="6178746" y="2744321"/>
          <a:ext cx="772215" cy="514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6178746" y="2744321"/>
        <a:ext cx="772215" cy="514810"/>
      </dsp:txXfrm>
    </dsp:sp>
    <dsp:sp modelId="{5BC55C57-E100-4F40-B211-4FE6F3D36D5F}">
      <dsp:nvSpPr>
        <dsp:cNvPr id="0" name=""/>
        <dsp:cNvSpPr/>
      </dsp:nvSpPr>
      <dsp:spPr>
        <a:xfrm>
          <a:off x="7079664" y="2068632"/>
          <a:ext cx="514810" cy="51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A84F20-5D55-4347-977F-FA601A52D9A5}">
      <dsp:nvSpPr>
        <dsp:cNvPr id="0" name=""/>
        <dsp:cNvSpPr/>
      </dsp:nvSpPr>
      <dsp:spPr>
        <a:xfrm>
          <a:off x="7594474" y="2067345"/>
          <a:ext cx="772215" cy="514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7594474" y="2067345"/>
        <a:ext cx="772215" cy="514810"/>
      </dsp:txXfrm>
    </dsp:sp>
    <dsp:sp modelId="{150FD50D-93D3-4127-BF4F-A2F4227B8D58}">
      <dsp:nvSpPr>
        <dsp:cNvPr id="0" name=""/>
        <dsp:cNvSpPr/>
      </dsp:nvSpPr>
      <dsp:spPr>
        <a:xfrm>
          <a:off x="7079664" y="2745608"/>
          <a:ext cx="514810" cy="51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B70EBB-6B05-4611-B763-C182968EF533}">
      <dsp:nvSpPr>
        <dsp:cNvPr id="0" name=""/>
        <dsp:cNvSpPr/>
      </dsp:nvSpPr>
      <dsp:spPr>
        <a:xfrm>
          <a:off x="7594474" y="2744321"/>
          <a:ext cx="772215" cy="514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7594474" y="2744321"/>
        <a:ext cx="772215" cy="5148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35A0D7-0556-4DAE-B374-6001EFFBD975}">
      <dsp:nvSpPr>
        <dsp:cNvPr id="0" name=""/>
        <dsp:cNvSpPr/>
      </dsp:nvSpPr>
      <dsp:spPr>
        <a:xfrm>
          <a:off x="7291349" y="2583443"/>
          <a:ext cx="91440" cy="16216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1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F4BB7C-F72D-4829-8315-555FDF5F4D6F}">
      <dsp:nvSpPr>
        <dsp:cNvPr id="0" name=""/>
        <dsp:cNvSpPr/>
      </dsp:nvSpPr>
      <dsp:spPr>
        <a:xfrm>
          <a:off x="6629205" y="1906467"/>
          <a:ext cx="707864" cy="1621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1726"/>
              </a:lnTo>
              <a:lnTo>
                <a:pt x="707864" y="81726"/>
              </a:lnTo>
              <a:lnTo>
                <a:pt x="707864" y="1621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A2B9B0-69B8-49DD-8737-55F6BE42716A}">
      <dsp:nvSpPr>
        <dsp:cNvPr id="0" name=""/>
        <dsp:cNvSpPr/>
      </dsp:nvSpPr>
      <dsp:spPr>
        <a:xfrm>
          <a:off x="5875621" y="2583443"/>
          <a:ext cx="91440" cy="16216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1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44B83B-A02A-42B2-9B5A-686EFDE2628E}">
      <dsp:nvSpPr>
        <dsp:cNvPr id="0" name=""/>
        <dsp:cNvSpPr/>
      </dsp:nvSpPr>
      <dsp:spPr>
        <a:xfrm>
          <a:off x="5921341" y="1906467"/>
          <a:ext cx="707864" cy="162165"/>
        </a:xfrm>
        <a:custGeom>
          <a:avLst/>
          <a:gdLst/>
          <a:ahLst/>
          <a:cxnLst/>
          <a:rect l="0" t="0" r="0" b="0"/>
          <a:pathLst>
            <a:path>
              <a:moveTo>
                <a:pt x="707864" y="0"/>
              </a:moveTo>
              <a:lnTo>
                <a:pt x="707864" y="81726"/>
              </a:lnTo>
              <a:lnTo>
                <a:pt x="0" y="81726"/>
              </a:lnTo>
              <a:lnTo>
                <a:pt x="0" y="1621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B41B49-5058-442C-B7E0-CD4AB78A2E2F}">
      <dsp:nvSpPr>
        <dsp:cNvPr id="0" name=""/>
        <dsp:cNvSpPr/>
      </dsp:nvSpPr>
      <dsp:spPr>
        <a:xfrm>
          <a:off x="3815029" y="1225043"/>
          <a:ext cx="2814176" cy="1666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174"/>
              </a:lnTo>
              <a:lnTo>
                <a:pt x="2814176" y="86174"/>
              </a:lnTo>
              <a:lnTo>
                <a:pt x="2814176" y="1666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29F2EF-7D71-451D-847A-234FC9C7CFC9}">
      <dsp:nvSpPr>
        <dsp:cNvPr id="0" name=""/>
        <dsp:cNvSpPr/>
      </dsp:nvSpPr>
      <dsp:spPr>
        <a:xfrm>
          <a:off x="4459892" y="2582156"/>
          <a:ext cx="91440" cy="16216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1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BF6428-C0DA-4AF4-8EA6-E1833B8759E7}">
      <dsp:nvSpPr>
        <dsp:cNvPr id="0" name=""/>
        <dsp:cNvSpPr/>
      </dsp:nvSpPr>
      <dsp:spPr>
        <a:xfrm>
          <a:off x="3797748" y="1905180"/>
          <a:ext cx="707864" cy="1621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1726"/>
              </a:lnTo>
              <a:lnTo>
                <a:pt x="707864" y="81726"/>
              </a:lnTo>
              <a:lnTo>
                <a:pt x="707864" y="1621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0C396D-0CE3-446E-A4AD-2F8E480471D0}">
      <dsp:nvSpPr>
        <dsp:cNvPr id="0" name=""/>
        <dsp:cNvSpPr/>
      </dsp:nvSpPr>
      <dsp:spPr>
        <a:xfrm>
          <a:off x="3044163" y="2582156"/>
          <a:ext cx="91440" cy="16216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1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4CA8CC-F54C-4523-B66A-46875DDEB2B5}">
      <dsp:nvSpPr>
        <dsp:cNvPr id="0" name=""/>
        <dsp:cNvSpPr/>
      </dsp:nvSpPr>
      <dsp:spPr>
        <a:xfrm>
          <a:off x="3089883" y="1905180"/>
          <a:ext cx="707864" cy="162165"/>
        </a:xfrm>
        <a:custGeom>
          <a:avLst/>
          <a:gdLst/>
          <a:ahLst/>
          <a:cxnLst/>
          <a:rect l="0" t="0" r="0" b="0"/>
          <a:pathLst>
            <a:path>
              <a:moveTo>
                <a:pt x="707864" y="0"/>
              </a:moveTo>
              <a:lnTo>
                <a:pt x="707864" y="81726"/>
              </a:lnTo>
              <a:lnTo>
                <a:pt x="0" y="81726"/>
              </a:lnTo>
              <a:lnTo>
                <a:pt x="0" y="1621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EDDF60-040F-4F8B-9BDA-1EC610D15A78}">
      <dsp:nvSpPr>
        <dsp:cNvPr id="0" name=""/>
        <dsp:cNvSpPr/>
      </dsp:nvSpPr>
      <dsp:spPr>
        <a:xfrm>
          <a:off x="3752028" y="1225043"/>
          <a:ext cx="91440" cy="165326"/>
        </a:xfrm>
        <a:custGeom>
          <a:avLst/>
          <a:gdLst/>
          <a:ahLst/>
          <a:cxnLst/>
          <a:rect l="0" t="0" r="0" b="0"/>
          <a:pathLst>
            <a:path>
              <a:moveTo>
                <a:pt x="63000" y="0"/>
              </a:moveTo>
              <a:lnTo>
                <a:pt x="63000" y="84887"/>
              </a:lnTo>
              <a:lnTo>
                <a:pt x="45720" y="84887"/>
              </a:lnTo>
              <a:lnTo>
                <a:pt x="45720" y="16532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AE977D-10AD-421D-A419-E8B0B7AF9CB6}">
      <dsp:nvSpPr>
        <dsp:cNvPr id="0" name=""/>
        <dsp:cNvSpPr/>
      </dsp:nvSpPr>
      <dsp:spPr>
        <a:xfrm>
          <a:off x="1628435" y="2583443"/>
          <a:ext cx="91440" cy="16216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1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9EC803-4DEA-4EFD-9CE2-E7905B6B3FE8}">
      <dsp:nvSpPr>
        <dsp:cNvPr id="0" name=""/>
        <dsp:cNvSpPr/>
      </dsp:nvSpPr>
      <dsp:spPr>
        <a:xfrm>
          <a:off x="966290" y="1906467"/>
          <a:ext cx="707864" cy="1621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1726"/>
              </a:lnTo>
              <a:lnTo>
                <a:pt x="707864" y="81726"/>
              </a:lnTo>
              <a:lnTo>
                <a:pt x="707864" y="1621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373A36-218C-40FB-A674-2A47B06B5221}">
      <dsp:nvSpPr>
        <dsp:cNvPr id="0" name=""/>
        <dsp:cNvSpPr/>
      </dsp:nvSpPr>
      <dsp:spPr>
        <a:xfrm>
          <a:off x="212706" y="2583443"/>
          <a:ext cx="91440" cy="16216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1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690FD6-1CFB-40CF-8A24-8D8EDD4B84E5}">
      <dsp:nvSpPr>
        <dsp:cNvPr id="0" name=""/>
        <dsp:cNvSpPr/>
      </dsp:nvSpPr>
      <dsp:spPr>
        <a:xfrm>
          <a:off x="258426" y="1906467"/>
          <a:ext cx="707864" cy="162165"/>
        </a:xfrm>
        <a:custGeom>
          <a:avLst/>
          <a:gdLst/>
          <a:ahLst/>
          <a:cxnLst/>
          <a:rect l="0" t="0" r="0" b="0"/>
          <a:pathLst>
            <a:path>
              <a:moveTo>
                <a:pt x="707864" y="0"/>
              </a:moveTo>
              <a:lnTo>
                <a:pt x="707864" y="81726"/>
              </a:lnTo>
              <a:lnTo>
                <a:pt x="0" y="81726"/>
              </a:lnTo>
              <a:lnTo>
                <a:pt x="0" y="1621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6DD89A-C8B5-4976-A2A4-5C1875C030D3}">
      <dsp:nvSpPr>
        <dsp:cNvPr id="0" name=""/>
        <dsp:cNvSpPr/>
      </dsp:nvSpPr>
      <dsp:spPr>
        <a:xfrm>
          <a:off x="966290" y="1225043"/>
          <a:ext cx="2848738" cy="166613"/>
        </a:xfrm>
        <a:custGeom>
          <a:avLst/>
          <a:gdLst/>
          <a:ahLst/>
          <a:cxnLst/>
          <a:rect l="0" t="0" r="0" b="0"/>
          <a:pathLst>
            <a:path>
              <a:moveTo>
                <a:pt x="2848738" y="0"/>
              </a:moveTo>
              <a:lnTo>
                <a:pt x="2848738" y="86174"/>
              </a:lnTo>
              <a:lnTo>
                <a:pt x="0" y="86174"/>
              </a:lnTo>
              <a:lnTo>
                <a:pt x="0" y="1666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9E9118-8FE0-490D-8E64-1509EA5BE491}">
      <dsp:nvSpPr>
        <dsp:cNvPr id="0" name=""/>
        <dsp:cNvSpPr/>
      </dsp:nvSpPr>
      <dsp:spPr>
        <a:xfrm>
          <a:off x="3557623" y="710233"/>
          <a:ext cx="514810" cy="51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D6B418-7F2E-4758-832B-D8F9477D36EB}">
      <dsp:nvSpPr>
        <dsp:cNvPr id="0" name=""/>
        <dsp:cNvSpPr/>
      </dsp:nvSpPr>
      <dsp:spPr>
        <a:xfrm>
          <a:off x="4121668" y="838096"/>
          <a:ext cx="1029687" cy="300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Ранец</a:t>
          </a:r>
          <a:r>
            <a:rPr lang="en-US" sz="1100" kern="1200" dirty="0"/>
            <a:t> = 50</a:t>
          </a:r>
          <a:r>
            <a:rPr lang="ru-RU" sz="1100" kern="1200" dirty="0"/>
            <a:t> кг</a:t>
          </a:r>
        </a:p>
      </dsp:txBody>
      <dsp:txXfrm>
        <a:off x="4121668" y="838096"/>
        <a:ext cx="1029687" cy="300165"/>
      </dsp:txXfrm>
    </dsp:sp>
    <dsp:sp modelId="{7DE8EAD2-9D2B-4B25-A420-4D1D85819D51}">
      <dsp:nvSpPr>
        <dsp:cNvPr id="0" name=""/>
        <dsp:cNvSpPr/>
      </dsp:nvSpPr>
      <dsp:spPr>
        <a:xfrm>
          <a:off x="708885" y="1391656"/>
          <a:ext cx="514810" cy="51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DC86A6-075C-483C-B2C1-A98A234EA371}">
      <dsp:nvSpPr>
        <dsp:cNvPr id="0" name=""/>
        <dsp:cNvSpPr/>
      </dsp:nvSpPr>
      <dsp:spPr>
        <a:xfrm>
          <a:off x="1294778" y="1403312"/>
          <a:ext cx="772215" cy="514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10кг</a:t>
          </a:r>
        </a:p>
      </dsp:txBody>
      <dsp:txXfrm>
        <a:off x="1294778" y="1403312"/>
        <a:ext cx="772215" cy="514810"/>
      </dsp:txXfrm>
    </dsp:sp>
    <dsp:sp modelId="{8E08740A-ACE9-4ADF-AC38-1F6D8FF5F2A0}">
      <dsp:nvSpPr>
        <dsp:cNvPr id="0" name=""/>
        <dsp:cNvSpPr/>
      </dsp:nvSpPr>
      <dsp:spPr>
        <a:xfrm>
          <a:off x="1021" y="2068632"/>
          <a:ext cx="514810" cy="51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FB6577-6AC4-47C2-84F4-C21480AF3091}">
      <dsp:nvSpPr>
        <dsp:cNvPr id="0" name=""/>
        <dsp:cNvSpPr/>
      </dsp:nvSpPr>
      <dsp:spPr>
        <a:xfrm>
          <a:off x="515831" y="2067345"/>
          <a:ext cx="772215" cy="514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20кг</a:t>
          </a:r>
        </a:p>
      </dsp:txBody>
      <dsp:txXfrm>
        <a:off x="515831" y="2067345"/>
        <a:ext cx="772215" cy="514810"/>
      </dsp:txXfrm>
    </dsp:sp>
    <dsp:sp modelId="{329964B8-F879-4271-82DF-0B62F04D2E21}">
      <dsp:nvSpPr>
        <dsp:cNvPr id="0" name=""/>
        <dsp:cNvSpPr/>
      </dsp:nvSpPr>
      <dsp:spPr>
        <a:xfrm>
          <a:off x="1021" y="2745608"/>
          <a:ext cx="514810" cy="51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748BAB-4FFF-4EFD-B1CF-22956BFC67BA}">
      <dsp:nvSpPr>
        <dsp:cNvPr id="0" name=""/>
        <dsp:cNvSpPr/>
      </dsp:nvSpPr>
      <dsp:spPr>
        <a:xfrm>
          <a:off x="515831" y="2744321"/>
          <a:ext cx="772215" cy="514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515831" y="2744321"/>
        <a:ext cx="772215" cy="514810"/>
      </dsp:txXfrm>
    </dsp:sp>
    <dsp:sp modelId="{08AAAF30-A45A-4BDB-8C6F-937939875675}">
      <dsp:nvSpPr>
        <dsp:cNvPr id="0" name=""/>
        <dsp:cNvSpPr/>
      </dsp:nvSpPr>
      <dsp:spPr>
        <a:xfrm>
          <a:off x="1416750" y="2068632"/>
          <a:ext cx="514810" cy="51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69DB7-7CC8-40D7-B014-8D7F5F2CB90E}">
      <dsp:nvSpPr>
        <dsp:cNvPr id="0" name=""/>
        <dsp:cNvSpPr/>
      </dsp:nvSpPr>
      <dsp:spPr>
        <a:xfrm>
          <a:off x="1931560" y="2067345"/>
          <a:ext cx="772215" cy="514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30кг</a:t>
          </a:r>
        </a:p>
      </dsp:txBody>
      <dsp:txXfrm>
        <a:off x="1931560" y="2067345"/>
        <a:ext cx="772215" cy="514810"/>
      </dsp:txXfrm>
    </dsp:sp>
    <dsp:sp modelId="{DE85BA8B-1681-44A1-BFE3-71EBF0CF2CCD}">
      <dsp:nvSpPr>
        <dsp:cNvPr id="0" name=""/>
        <dsp:cNvSpPr/>
      </dsp:nvSpPr>
      <dsp:spPr>
        <a:xfrm>
          <a:off x="1416750" y="2745608"/>
          <a:ext cx="514810" cy="51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B4003B-4EB6-4003-8754-006EEEDEC6F6}">
      <dsp:nvSpPr>
        <dsp:cNvPr id="0" name=""/>
        <dsp:cNvSpPr/>
      </dsp:nvSpPr>
      <dsp:spPr>
        <a:xfrm>
          <a:off x="1931560" y="2744321"/>
          <a:ext cx="772215" cy="514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1931560" y="2744321"/>
        <a:ext cx="772215" cy="514810"/>
      </dsp:txXfrm>
    </dsp:sp>
    <dsp:sp modelId="{2F521E0B-71D1-4C25-A063-63D5561FBFC9}">
      <dsp:nvSpPr>
        <dsp:cNvPr id="0" name=""/>
        <dsp:cNvSpPr/>
      </dsp:nvSpPr>
      <dsp:spPr>
        <a:xfrm>
          <a:off x="3540342" y="1390369"/>
          <a:ext cx="514810" cy="51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3085C8-BF73-48E9-9EBA-02045E24E890}">
      <dsp:nvSpPr>
        <dsp:cNvPr id="0" name=""/>
        <dsp:cNvSpPr/>
      </dsp:nvSpPr>
      <dsp:spPr>
        <a:xfrm>
          <a:off x="4055153" y="1459663"/>
          <a:ext cx="772215" cy="373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20кг</a:t>
          </a:r>
        </a:p>
      </dsp:txBody>
      <dsp:txXfrm>
        <a:off x="4055153" y="1459663"/>
        <a:ext cx="772215" cy="373649"/>
      </dsp:txXfrm>
    </dsp:sp>
    <dsp:sp modelId="{4E9F4ECD-5D6E-46D0-95EB-69D943D11FD3}">
      <dsp:nvSpPr>
        <dsp:cNvPr id="0" name=""/>
        <dsp:cNvSpPr/>
      </dsp:nvSpPr>
      <dsp:spPr>
        <a:xfrm>
          <a:off x="2832478" y="2067345"/>
          <a:ext cx="514810" cy="51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3E7C2-E9EA-4052-8238-2D9C734DC371}">
      <dsp:nvSpPr>
        <dsp:cNvPr id="0" name=""/>
        <dsp:cNvSpPr/>
      </dsp:nvSpPr>
      <dsp:spPr>
        <a:xfrm>
          <a:off x="3353968" y="2134749"/>
          <a:ext cx="772215" cy="514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10 кг</a:t>
          </a:r>
        </a:p>
      </dsp:txBody>
      <dsp:txXfrm>
        <a:off x="3353968" y="2134749"/>
        <a:ext cx="772215" cy="514810"/>
      </dsp:txXfrm>
    </dsp:sp>
    <dsp:sp modelId="{C746EE18-02D7-47A8-8435-D14896E9D417}">
      <dsp:nvSpPr>
        <dsp:cNvPr id="0" name=""/>
        <dsp:cNvSpPr/>
      </dsp:nvSpPr>
      <dsp:spPr>
        <a:xfrm>
          <a:off x="2832478" y="2744321"/>
          <a:ext cx="514810" cy="51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2FBA4E-20FE-4989-9DE1-E0C04740AA74}">
      <dsp:nvSpPr>
        <dsp:cNvPr id="0" name=""/>
        <dsp:cNvSpPr/>
      </dsp:nvSpPr>
      <dsp:spPr>
        <a:xfrm>
          <a:off x="3347289" y="2743034"/>
          <a:ext cx="772215" cy="514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3347289" y="2743034"/>
        <a:ext cx="772215" cy="514810"/>
      </dsp:txXfrm>
    </dsp:sp>
    <dsp:sp modelId="{D79E062F-5398-4F0A-A448-A5C48C4F0857}">
      <dsp:nvSpPr>
        <dsp:cNvPr id="0" name=""/>
        <dsp:cNvSpPr/>
      </dsp:nvSpPr>
      <dsp:spPr>
        <a:xfrm>
          <a:off x="4248207" y="2067345"/>
          <a:ext cx="514810" cy="51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AEED46-3158-4900-8090-8F268222F669}">
      <dsp:nvSpPr>
        <dsp:cNvPr id="0" name=""/>
        <dsp:cNvSpPr/>
      </dsp:nvSpPr>
      <dsp:spPr>
        <a:xfrm>
          <a:off x="4763017" y="2066058"/>
          <a:ext cx="772215" cy="514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4763017" y="2066058"/>
        <a:ext cx="772215" cy="514810"/>
      </dsp:txXfrm>
    </dsp:sp>
    <dsp:sp modelId="{524CF180-7B83-431D-A9F1-95A01E7D3F49}">
      <dsp:nvSpPr>
        <dsp:cNvPr id="0" name=""/>
        <dsp:cNvSpPr/>
      </dsp:nvSpPr>
      <dsp:spPr>
        <a:xfrm>
          <a:off x="4248207" y="2744321"/>
          <a:ext cx="514810" cy="514810"/>
        </a:xfrm>
        <a:prstGeom prst="mathMultiply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11E51F-C64F-4486-A600-85E8B3E31E64}">
      <dsp:nvSpPr>
        <dsp:cNvPr id="0" name=""/>
        <dsp:cNvSpPr/>
      </dsp:nvSpPr>
      <dsp:spPr>
        <a:xfrm>
          <a:off x="4763017" y="2743034"/>
          <a:ext cx="772215" cy="514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4763017" y="2743034"/>
        <a:ext cx="772215" cy="514810"/>
      </dsp:txXfrm>
    </dsp:sp>
    <dsp:sp modelId="{82F2788D-6E13-423F-907F-3D260894041F}">
      <dsp:nvSpPr>
        <dsp:cNvPr id="0" name=""/>
        <dsp:cNvSpPr/>
      </dsp:nvSpPr>
      <dsp:spPr>
        <a:xfrm>
          <a:off x="6371800" y="1391656"/>
          <a:ext cx="514810" cy="51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171F5C-50AD-4488-B5A3-287F39929F1A}">
      <dsp:nvSpPr>
        <dsp:cNvPr id="0" name=""/>
        <dsp:cNvSpPr/>
      </dsp:nvSpPr>
      <dsp:spPr>
        <a:xfrm>
          <a:off x="6886610" y="1390369"/>
          <a:ext cx="772215" cy="514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6886610" y="1390369"/>
        <a:ext cx="772215" cy="514810"/>
      </dsp:txXfrm>
    </dsp:sp>
    <dsp:sp modelId="{041B3700-2A5E-4B9D-A633-732B5884F379}">
      <dsp:nvSpPr>
        <dsp:cNvPr id="0" name=""/>
        <dsp:cNvSpPr/>
      </dsp:nvSpPr>
      <dsp:spPr>
        <a:xfrm>
          <a:off x="5663935" y="2068632"/>
          <a:ext cx="514810" cy="51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7B5CCC-5966-43FE-8731-3C7568A67476}">
      <dsp:nvSpPr>
        <dsp:cNvPr id="0" name=""/>
        <dsp:cNvSpPr/>
      </dsp:nvSpPr>
      <dsp:spPr>
        <a:xfrm>
          <a:off x="6178746" y="2067345"/>
          <a:ext cx="772215" cy="514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6178746" y="2067345"/>
        <a:ext cx="772215" cy="514810"/>
      </dsp:txXfrm>
    </dsp:sp>
    <dsp:sp modelId="{579261AF-40EC-4B84-8F47-A1903BEF9773}">
      <dsp:nvSpPr>
        <dsp:cNvPr id="0" name=""/>
        <dsp:cNvSpPr/>
      </dsp:nvSpPr>
      <dsp:spPr>
        <a:xfrm>
          <a:off x="5663935" y="2745608"/>
          <a:ext cx="514810" cy="514810"/>
        </a:xfrm>
        <a:prstGeom prst="mathMultiply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E9B185-162D-4B49-85E4-C9332583AB35}">
      <dsp:nvSpPr>
        <dsp:cNvPr id="0" name=""/>
        <dsp:cNvSpPr/>
      </dsp:nvSpPr>
      <dsp:spPr>
        <a:xfrm>
          <a:off x="6178746" y="2744321"/>
          <a:ext cx="772215" cy="514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6178746" y="2744321"/>
        <a:ext cx="772215" cy="514810"/>
      </dsp:txXfrm>
    </dsp:sp>
    <dsp:sp modelId="{5BC55C57-E100-4F40-B211-4FE6F3D36D5F}">
      <dsp:nvSpPr>
        <dsp:cNvPr id="0" name=""/>
        <dsp:cNvSpPr/>
      </dsp:nvSpPr>
      <dsp:spPr>
        <a:xfrm>
          <a:off x="7079664" y="2068632"/>
          <a:ext cx="514810" cy="51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A84F20-5D55-4347-977F-FA601A52D9A5}">
      <dsp:nvSpPr>
        <dsp:cNvPr id="0" name=""/>
        <dsp:cNvSpPr/>
      </dsp:nvSpPr>
      <dsp:spPr>
        <a:xfrm>
          <a:off x="7594474" y="2067345"/>
          <a:ext cx="772215" cy="514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7594474" y="2067345"/>
        <a:ext cx="772215" cy="514810"/>
      </dsp:txXfrm>
    </dsp:sp>
    <dsp:sp modelId="{150FD50D-93D3-4127-BF4F-A2F4227B8D58}">
      <dsp:nvSpPr>
        <dsp:cNvPr id="0" name=""/>
        <dsp:cNvSpPr/>
      </dsp:nvSpPr>
      <dsp:spPr>
        <a:xfrm>
          <a:off x="7079664" y="2745608"/>
          <a:ext cx="514810" cy="51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B70EBB-6B05-4611-B763-C182968EF533}">
      <dsp:nvSpPr>
        <dsp:cNvPr id="0" name=""/>
        <dsp:cNvSpPr/>
      </dsp:nvSpPr>
      <dsp:spPr>
        <a:xfrm>
          <a:off x="7594474" y="2744321"/>
          <a:ext cx="772215" cy="514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7594474" y="2744321"/>
        <a:ext cx="772215" cy="5148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4F3961-00F7-4334-BDCC-2E04945667A3}">
      <dsp:nvSpPr>
        <dsp:cNvPr id="0" name=""/>
        <dsp:cNvSpPr/>
      </dsp:nvSpPr>
      <dsp:spPr>
        <a:xfrm>
          <a:off x="45" y="234207"/>
          <a:ext cx="4373742" cy="13787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8920" tIns="142240" rIns="248920" bIns="14224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kern="1200" dirty="0"/>
            <a:t>Булева: ИСТИНА, ЛОЖЬ (0,1)</a:t>
          </a:r>
          <a:endParaRPr lang="en-US" sz="3500" kern="1200" dirty="0"/>
        </a:p>
      </dsp:txBody>
      <dsp:txXfrm>
        <a:off x="45" y="234207"/>
        <a:ext cx="4373742" cy="1378748"/>
      </dsp:txXfrm>
    </dsp:sp>
    <dsp:sp modelId="{E6A01107-2C15-4DA2-BC3D-A7856F407202}">
      <dsp:nvSpPr>
        <dsp:cNvPr id="0" name=""/>
        <dsp:cNvSpPr/>
      </dsp:nvSpPr>
      <dsp:spPr>
        <a:xfrm>
          <a:off x="45" y="1612955"/>
          <a:ext cx="4373742" cy="21136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39AF0C-C7D3-4766-BE7D-CB2A556E0AE3}">
      <dsp:nvSpPr>
        <dsp:cNvPr id="0" name=""/>
        <dsp:cNvSpPr/>
      </dsp:nvSpPr>
      <dsp:spPr>
        <a:xfrm>
          <a:off x="4986111" y="234207"/>
          <a:ext cx="4373742" cy="13787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8920" tIns="142240" rIns="248920" bIns="14224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kern="1200" dirty="0"/>
            <a:t>Многозначная логика:</a:t>
          </a:r>
          <a:r>
            <a:rPr lang="en-US" sz="3500" kern="1200" dirty="0"/>
            <a:t> (0,1,2,…,n)</a:t>
          </a:r>
        </a:p>
      </dsp:txBody>
      <dsp:txXfrm>
        <a:off x="4986111" y="234207"/>
        <a:ext cx="4373742" cy="1378748"/>
      </dsp:txXfrm>
    </dsp:sp>
    <dsp:sp modelId="{E2236BF2-A617-4B9F-9100-E0AB1061128B}">
      <dsp:nvSpPr>
        <dsp:cNvPr id="0" name=""/>
        <dsp:cNvSpPr/>
      </dsp:nvSpPr>
      <dsp:spPr>
        <a:xfrm>
          <a:off x="4986111" y="1612955"/>
          <a:ext cx="4373742" cy="21136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248920" bIns="280035" numCol="1" spcCol="1270" anchor="t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3500" kern="1200" dirty="0"/>
            <a:t>Расстояние (Близко, Средне, Далеко)</a:t>
          </a:r>
          <a:endParaRPr lang="en-US" sz="3500" kern="1200" dirty="0"/>
        </a:p>
      </dsp:txBody>
      <dsp:txXfrm>
        <a:off x="4986111" y="1612955"/>
        <a:ext cx="4373742" cy="211365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3D49C6-119D-45BB-84F2-DD9D3A1E6D5C}">
      <dsp:nvSpPr>
        <dsp:cNvPr id="0" name=""/>
        <dsp:cNvSpPr/>
      </dsp:nvSpPr>
      <dsp:spPr>
        <a:xfrm>
          <a:off x="0" y="39631"/>
          <a:ext cx="5614768" cy="707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ru-RU" sz="1100" b="1" i="1" kern="1200" dirty="0"/>
            <a:t>Нечеткое продукционное (композиционное) правило</a:t>
          </a:r>
          <a:r>
            <a:rPr lang="ru-RU" sz="1100" b="1" kern="1200" dirty="0"/>
            <a:t> </a:t>
          </a:r>
          <a:r>
            <a:rPr lang="ru-RU" sz="1100" kern="1200" dirty="0"/>
            <a:t>– это выражение вида:(i):Q;P;A═&gt;B;S,F,N,</a:t>
          </a:r>
          <a:endParaRPr lang="en-US" sz="1100" kern="1200" dirty="0"/>
        </a:p>
        <a:p>
          <a:pPr marL="0"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34554" y="74185"/>
        <a:ext cx="5545660" cy="638742"/>
      </dsp:txXfrm>
    </dsp:sp>
    <dsp:sp modelId="{2EFB5F10-1D16-42C6-B7C2-BBCF824CD4C5}">
      <dsp:nvSpPr>
        <dsp:cNvPr id="0" name=""/>
        <dsp:cNvSpPr/>
      </dsp:nvSpPr>
      <dsp:spPr>
        <a:xfrm>
          <a:off x="0" y="747481"/>
          <a:ext cx="5614768" cy="182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269" tIns="13970" rIns="78232" bIns="1397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900" kern="1200" dirty="0"/>
        </a:p>
      </dsp:txBody>
      <dsp:txXfrm>
        <a:off x="0" y="747481"/>
        <a:ext cx="5614768" cy="182160"/>
      </dsp:txXfrm>
    </dsp:sp>
    <dsp:sp modelId="{7D415286-4F8A-43AC-B0EF-FFE3C02F9866}">
      <dsp:nvSpPr>
        <dsp:cNvPr id="0" name=""/>
        <dsp:cNvSpPr/>
      </dsp:nvSpPr>
      <dsp:spPr>
        <a:xfrm>
          <a:off x="0" y="929641"/>
          <a:ext cx="5614768" cy="707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где (i) – имя нечеткой продукции, </a:t>
          </a:r>
          <a:endParaRPr lang="en-US" sz="1100" kern="1200" dirty="0"/>
        </a:p>
      </dsp:txBody>
      <dsp:txXfrm>
        <a:off x="34554" y="964195"/>
        <a:ext cx="5545660" cy="638742"/>
      </dsp:txXfrm>
    </dsp:sp>
    <dsp:sp modelId="{F9ABD22C-38D2-492C-A05A-004FB6825343}">
      <dsp:nvSpPr>
        <dsp:cNvPr id="0" name=""/>
        <dsp:cNvSpPr/>
      </dsp:nvSpPr>
      <dsp:spPr>
        <a:xfrm>
          <a:off x="0" y="1669171"/>
          <a:ext cx="5614768" cy="707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Q – сфера применения нечеткой продукции, </a:t>
          </a:r>
          <a:endParaRPr lang="en-US" sz="1100" kern="1200" dirty="0"/>
        </a:p>
      </dsp:txBody>
      <dsp:txXfrm>
        <a:off x="34554" y="1703725"/>
        <a:ext cx="5545660" cy="638742"/>
      </dsp:txXfrm>
    </dsp:sp>
    <dsp:sp modelId="{DA8A8E01-8336-4753-919C-DC353F70C3A7}">
      <dsp:nvSpPr>
        <dsp:cNvPr id="0" name=""/>
        <dsp:cNvSpPr/>
      </dsp:nvSpPr>
      <dsp:spPr>
        <a:xfrm>
          <a:off x="0" y="2408701"/>
          <a:ext cx="5614768" cy="707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P – условие применимости ядра нечеткой продукции, </a:t>
          </a:r>
          <a:endParaRPr lang="en-US" sz="1100" kern="1200" dirty="0"/>
        </a:p>
      </dsp:txBody>
      <dsp:txXfrm>
        <a:off x="34554" y="2443255"/>
        <a:ext cx="5545660" cy="638742"/>
      </dsp:txXfrm>
    </dsp:sp>
    <dsp:sp modelId="{FBD9DAC0-4725-41DF-A57F-FA03A3798442}">
      <dsp:nvSpPr>
        <dsp:cNvPr id="0" name=""/>
        <dsp:cNvSpPr/>
      </dsp:nvSpPr>
      <dsp:spPr>
        <a:xfrm>
          <a:off x="0" y="3148231"/>
          <a:ext cx="5614768" cy="707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A═&gt;B – ядро нечеткой продукции, в котором A – условие ядра (или антецедент), B – заключение ядра (или </a:t>
          </a:r>
          <a:r>
            <a:rPr lang="ru-RU" sz="1100" kern="1200" dirty="0" err="1"/>
            <a:t>консеквент</a:t>
          </a:r>
          <a:r>
            <a:rPr lang="ru-RU" sz="1100" kern="1200" dirty="0"/>
            <a:t>), ═&gt; – знак логической секвенции или следования, </a:t>
          </a:r>
          <a:endParaRPr lang="en-US" sz="1100" kern="1200" dirty="0"/>
        </a:p>
      </dsp:txBody>
      <dsp:txXfrm>
        <a:off x="34554" y="3182785"/>
        <a:ext cx="5545660" cy="638742"/>
      </dsp:txXfrm>
    </dsp:sp>
    <dsp:sp modelId="{A5BE18D9-70A3-4626-91C5-A4B01018E350}">
      <dsp:nvSpPr>
        <dsp:cNvPr id="0" name=""/>
        <dsp:cNvSpPr/>
      </dsp:nvSpPr>
      <dsp:spPr>
        <a:xfrm>
          <a:off x="0" y="3887762"/>
          <a:ext cx="5614768" cy="707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S – метод или способ определения количественного значения степени истинности заключения ядра, </a:t>
          </a:r>
          <a:endParaRPr lang="en-US" sz="1100" kern="1200" dirty="0"/>
        </a:p>
      </dsp:txBody>
      <dsp:txXfrm>
        <a:off x="34554" y="3922316"/>
        <a:ext cx="5545660" cy="638742"/>
      </dsp:txXfrm>
    </dsp:sp>
    <dsp:sp modelId="{5911039F-91D1-452F-B735-B25EE796D7A8}">
      <dsp:nvSpPr>
        <dsp:cNvPr id="0" name=""/>
        <dsp:cNvSpPr/>
      </dsp:nvSpPr>
      <dsp:spPr>
        <a:xfrm>
          <a:off x="0" y="4627292"/>
          <a:ext cx="5614768" cy="707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F – коэффициент определенности или уверенности нечеткой продукции, </a:t>
          </a:r>
          <a:endParaRPr lang="en-US" sz="1100" kern="1200" dirty="0"/>
        </a:p>
      </dsp:txBody>
      <dsp:txXfrm>
        <a:off x="34554" y="4661846"/>
        <a:ext cx="5545660" cy="638742"/>
      </dsp:txXfrm>
    </dsp:sp>
    <dsp:sp modelId="{70770455-7EF6-44BA-ADB3-420849D11BD5}">
      <dsp:nvSpPr>
        <dsp:cNvPr id="0" name=""/>
        <dsp:cNvSpPr/>
      </dsp:nvSpPr>
      <dsp:spPr>
        <a:xfrm>
          <a:off x="0" y="5366822"/>
          <a:ext cx="5614768" cy="707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N – постусловия продукции (не обязательны)</a:t>
          </a:r>
          <a:endParaRPr lang="en-US" sz="1100" kern="1200" dirty="0"/>
        </a:p>
      </dsp:txBody>
      <dsp:txXfrm>
        <a:off x="34554" y="5401376"/>
        <a:ext cx="5545660" cy="63874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C4169C-9DE5-4B66-B172-A83CBE44F9E5}">
      <dsp:nvSpPr>
        <dsp:cNvPr id="0" name=""/>
        <dsp:cNvSpPr/>
      </dsp:nvSpPr>
      <dsp:spPr>
        <a:xfrm>
          <a:off x="0" y="5152"/>
          <a:ext cx="9359900" cy="151683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DB4B84-B691-445A-84A7-085E86CE5D5A}">
      <dsp:nvSpPr>
        <dsp:cNvPr id="0" name=""/>
        <dsp:cNvSpPr/>
      </dsp:nvSpPr>
      <dsp:spPr>
        <a:xfrm>
          <a:off x="458843" y="346441"/>
          <a:ext cx="835077" cy="8342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857A49-C4A1-45FB-A3CF-78DEA447D371}">
      <dsp:nvSpPr>
        <dsp:cNvPr id="0" name=""/>
        <dsp:cNvSpPr/>
      </dsp:nvSpPr>
      <dsp:spPr>
        <a:xfrm>
          <a:off x="1752765" y="5152"/>
          <a:ext cx="7350028" cy="15183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689" tIns="160689" rIns="160689" bIns="16068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1" i="1" kern="1200" dirty="0" err="1"/>
            <a:t>Фаззификация</a:t>
          </a:r>
          <a:r>
            <a:rPr lang="ru-RU" sz="1400" b="1" kern="1200" dirty="0"/>
            <a:t> (введение нечеткости)</a:t>
          </a:r>
          <a:r>
            <a:rPr lang="ru-RU" sz="1400" kern="1200" dirty="0"/>
            <a:t> – это установка соответствия между численным значением входной переменной системы нечеткого вывода и значением функции принадлежности соответствующего ей терма лингвистической переменной. </a:t>
          </a:r>
          <a:endParaRPr lang="en-US" sz="1400" kern="1200" dirty="0"/>
        </a:p>
      </dsp:txBody>
      <dsp:txXfrm>
        <a:off x="1752765" y="5152"/>
        <a:ext cx="7350028" cy="1518322"/>
      </dsp:txXfrm>
    </dsp:sp>
    <dsp:sp modelId="{FEC2C211-6BAD-4042-BA5F-72D655D58EF5}">
      <dsp:nvSpPr>
        <dsp:cNvPr id="0" name=""/>
        <dsp:cNvSpPr/>
      </dsp:nvSpPr>
      <dsp:spPr>
        <a:xfrm>
          <a:off x="0" y="1819732"/>
          <a:ext cx="9359900" cy="151683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FE83D2-8B11-4B16-9810-E1D28D2561FF}">
      <dsp:nvSpPr>
        <dsp:cNvPr id="0" name=""/>
        <dsp:cNvSpPr/>
      </dsp:nvSpPr>
      <dsp:spPr>
        <a:xfrm>
          <a:off x="458843" y="2161021"/>
          <a:ext cx="835077" cy="8342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A2E25A-91E7-4DD8-AFC0-C0BE358D38B8}">
      <dsp:nvSpPr>
        <dsp:cNvPr id="0" name=""/>
        <dsp:cNvSpPr/>
      </dsp:nvSpPr>
      <dsp:spPr>
        <a:xfrm>
          <a:off x="1752765" y="1819732"/>
          <a:ext cx="7350028" cy="15183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689" tIns="160689" rIns="160689" bIns="16068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На этапе </a:t>
          </a:r>
          <a:r>
            <a:rPr lang="ru-RU" sz="1400" kern="1200" dirty="0" err="1"/>
            <a:t>фаззификации</a:t>
          </a:r>
          <a:r>
            <a:rPr lang="ru-RU" sz="1400" kern="1200" dirty="0"/>
            <a:t> значениям всех входным переменным системы нечеткого вывода, полученным внешним по отношению к системе нечеткого вывода способом, например, при помощи датчиков, ставятся в соответствие конкретные значения функций принадлежности соответствующих лингвистических термов, которые используются в условиях (антецедентах) ядер нечетких продукционных правил, составляющих базу нечетких продукционных правил системы нечеткого вывода. </a:t>
          </a:r>
          <a:endParaRPr lang="en-US" sz="1400" kern="1200" dirty="0"/>
        </a:p>
      </dsp:txBody>
      <dsp:txXfrm>
        <a:off x="1752765" y="1819732"/>
        <a:ext cx="7350028" cy="1518322"/>
      </dsp:txXfrm>
    </dsp:sp>
    <dsp:sp modelId="{44AAD253-1EE0-4E7F-A459-7066A34DE65E}">
      <dsp:nvSpPr>
        <dsp:cNvPr id="0" name=""/>
        <dsp:cNvSpPr/>
      </dsp:nvSpPr>
      <dsp:spPr>
        <a:xfrm>
          <a:off x="0" y="3640948"/>
          <a:ext cx="9359900" cy="151683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308676-56EA-4FDD-97C4-18F23C21E4C4}">
      <dsp:nvSpPr>
        <dsp:cNvPr id="0" name=""/>
        <dsp:cNvSpPr/>
      </dsp:nvSpPr>
      <dsp:spPr>
        <a:xfrm>
          <a:off x="458843" y="3975602"/>
          <a:ext cx="835077" cy="8342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7F491D-4921-4931-B296-D102A76DA2A3}">
      <dsp:nvSpPr>
        <dsp:cNvPr id="0" name=""/>
        <dsp:cNvSpPr/>
      </dsp:nvSpPr>
      <dsp:spPr>
        <a:xfrm>
          <a:off x="1752765" y="3634313"/>
          <a:ext cx="7350028" cy="15183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689" tIns="160689" rIns="160689" bIns="16068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 err="1"/>
            <a:t>Фаззификация</a:t>
          </a:r>
          <a:r>
            <a:rPr lang="ru-RU" sz="1400" kern="1200" dirty="0"/>
            <a:t> считается выполненной, если найдены степени истинности μ A (x) всех элементарных логических высказываний вида « β ЕСТЬ ά », входящих в антецеденты нечетких продукционных правил, где ά – некоторый терм с известной функцией принадлежности μ A (x) , a – четкое численное значение, принадлежащее универсуму лингвистической переменной β .</a:t>
          </a:r>
          <a:endParaRPr lang="en-US" sz="1400" kern="1200" dirty="0"/>
        </a:p>
      </dsp:txBody>
      <dsp:txXfrm>
        <a:off x="1752765" y="3634313"/>
        <a:ext cx="7350028" cy="151832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994F16-DA27-410A-972E-ECD921049331}">
      <dsp:nvSpPr>
        <dsp:cNvPr id="0" name=""/>
        <dsp:cNvSpPr/>
      </dsp:nvSpPr>
      <dsp:spPr>
        <a:xfrm>
          <a:off x="0" y="643631"/>
          <a:ext cx="9359998" cy="11882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E6DA6C-E67C-427D-9569-173981F07839}">
      <dsp:nvSpPr>
        <dsp:cNvPr id="0" name=""/>
        <dsp:cNvSpPr/>
      </dsp:nvSpPr>
      <dsp:spPr>
        <a:xfrm>
          <a:off x="359443" y="910986"/>
          <a:ext cx="653533" cy="6535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4278AF-AD23-4761-ACE5-C99AC53115EF}">
      <dsp:nvSpPr>
        <dsp:cNvPr id="0" name=""/>
        <dsp:cNvSpPr/>
      </dsp:nvSpPr>
      <dsp:spPr>
        <a:xfrm>
          <a:off x="1372421" y="643631"/>
          <a:ext cx="7987577" cy="11882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56" tIns="125756" rIns="125756" bIns="12575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1" kern="1200" dirty="0"/>
            <a:t>Активизация</a:t>
          </a:r>
          <a:r>
            <a:rPr lang="ru-RU" sz="1500" kern="1200" dirty="0"/>
            <a:t> в системах нечеткого вывода – это процедура или процесс нахождения степени истинности каждого из элементарных логических высказываний (</a:t>
          </a:r>
          <a:r>
            <a:rPr lang="ru-RU" sz="1500" kern="1200" dirty="0" err="1"/>
            <a:t>подзаключений</a:t>
          </a:r>
          <a:r>
            <a:rPr lang="ru-RU" sz="1500" kern="1200" dirty="0"/>
            <a:t>), составляющих </a:t>
          </a:r>
          <a:r>
            <a:rPr lang="ru-RU" sz="1500" kern="1200" dirty="0" err="1"/>
            <a:t>консеквенты</a:t>
          </a:r>
          <a:r>
            <a:rPr lang="ru-RU" sz="1500" kern="1200" dirty="0"/>
            <a:t> ядер всех нечетких продукционных правил. </a:t>
          </a:r>
          <a:endParaRPr lang="en-US" sz="1500" kern="1200" dirty="0"/>
        </a:p>
      </dsp:txBody>
      <dsp:txXfrm>
        <a:off x="1372421" y="643631"/>
        <a:ext cx="7987577" cy="1188243"/>
      </dsp:txXfrm>
    </dsp:sp>
    <dsp:sp modelId="{18677C8A-9417-4075-A613-87146AAA4D40}">
      <dsp:nvSpPr>
        <dsp:cNvPr id="0" name=""/>
        <dsp:cNvSpPr/>
      </dsp:nvSpPr>
      <dsp:spPr>
        <a:xfrm>
          <a:off x="0" y="2128936"/>
          <a:ext cx="9359998" cy="11882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2F02D3-E7F5-4729-BC33-D14B2C12E7A8}">
      <dsp:nvSpPr>
        <dsp:cNvPr id="0" name=""/>
        <dsp:cNvSpPr/>
      </dsp:nvSpPr>
      <dsp:spPr>
        <a:xfrm>
          <a:off x="359443" y="2396291"/>
          <a:ext cx="653533" cy="6535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BE5BC2-2832-4614-A1D0-BA6E4F098FC3}">
      <dsp:nvSpPr>
        <dsp:cNvPr id="0" name=""/>
        <dsp:cNvSpPr/>
      </dsp:nvSpPr>
      <dsp:spPr>
        <a:xfrm>
          <a:off x="1372421" y="2128936"/>
          <a:ext cx="7987577" cy="11882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56" tIns="125756" rIns="125756" bIns="12575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Поскольку заключения делаются относительно выходных лингвистических переменных, то степеням истинности элементарных </a:t>
          </a:r>
          <a:r>
            <a:rPr lang="ru-RU" sz="1500" kern="1200" dirty="0" err="1"/>
            <a:t>подзаключений</a:t>
          </a:r>
          <a:r>
            <a:rPr lang="ru-RU" sz="1500" kern="1200" dirty="0"/>
            <a:t> при активизации ставятся в соответствие элементарные функции принадлежности</a:t>
          </a:r>
          <a:endParaRPr lang="en-US" sz="1500" kern="1200" dirty="0"/>
        </a:p>
      </dsp:txBody>
      <dsp:txXfrm>
        <a:off x="1372421" y="2128936"/>
        <a:ext cx="7987577" cy="118824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E06B67-770D-4418-9BC0-218FEB2DDE11}">
      <dsp:nvSpPr>
        <dsp:cNvPr id="0" name=""/>
        <dsp:cNvSpPr/>
      </dsp:nvSpPr>
      <dsp:spPr>
        <a:xfrm>
          <a:off x="0" y="2225"/>
          <a:ext cx="6073775" cy="112802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B6D5EF-32EC-4DBE-AB62-25CC233246FD}">
      <dsp:nvSpPr>
        <dsp:cNvPr id="0" name=""/>
        <dsp:cNvSpPr/>
      </dsp:nvSpPr>
      <dsp:spPr>
        <a:xfrm>
          <a:off x="341227" y="256031"/>
          <a:ext cx="620414" cy="6204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D8E786-A538-41BC-9AA3-E5204405BFA9}">
      <dsp:nvSpPr>
        <dsp:cNvPr id="0" name=""/>
        <dsp:cNvSpPr/>
      </dsp:nvSpPr>
      <dsp:spPr>
        <a:xfrm>
          <a:off x="1302870" y="2225"/>
          <a:ext cx="4770904" cy="1128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383" tIns="119383" rIns="119383" bIns="1193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200" kern="1200" dirty="0"/>
            <a:t>μ</a:t>
          </a:r>
          <a:r>
            <a:rPr lang="en-US" sz="2200" kern="1200" dirty="0"/>
            <a:t>(</a:t>
          </a:r>
          <a:r>
            <a:rPr lang="ru-RU" sz="2200" kern="1200" dirty="0"/>
            <a:t>В1) =</a:t>
          </a:r>
          <a:r>
            <a:rPr lang="el-GR" sz="2200" kern="1200" dirty="0"/>
            <a:t> </a:t>
          </a:r>
          <a:r>
            <a:rPr lang="en-US" sz="2200" kern="1200" dirty="0"/>
            <a:t>min(</a:t>
          </a:r>
          <a:r>
            <a:rPr lang="el-GR" sz="2200" kern="1200" dirty="0"/>
            <a:t>μ</a:t>
          </a:r>
          <a:r>
            <a:rPr lang="en-US" sz="2200" kern="1200" dirty="0"/>
            <a:t>(</a:t>
          </a:r>
          <a:r>
            <a:rPr lang="ru-RU" sz="2200" kern="1200" dirty="0"/>
            <a:t>Рост)</a:t>
          </a:r>
          <a:r>
            <a:rPr lang="en-US" sz="2200" kern="1200" dirty="0"/>
            <a:t>)</a:t>
          </a:r>
          <a:r>
            <a:rPr lang="ru-RU" sz="2200" kern="1200" dirty="0"/>
            <a:t> ∩</a:t>
          </a:r>
          <a:r>
            <a:rPr lang="el-GR" sz="2200" kern="1200" dirty="0"/>
            <a:t> </a:t>
          </a:r>
          <a:r>
            <a:rPr lang="en-US" sz="2200" kern="1200" dirty="0"/>
            <a:t>min(</a:t>
          </a:r>
          <a:r>
            <a:rPr lang="el-GR" sz="2200" kern="1200" dirty="0"/>
            <a:t>μ</a:t>
          </a:r>
          <a:r>
            <a:rPr lang="en-US" sz="2200" kern="1200" dirty="0"/>
            <a:t>(</a:t>
          </a:r>
          <a:r>
            <a:rPr lang="ru-RU" sz="2200" kern="1200" dirty="0"/>
            <a:t>Техника)</a:t>
          </a:r>
          <a:r>
            <a:rPr lang="en-US" sz="2200" kern="1200" dirty="0"/>
            <a:t>)</a:t>
          </a:r>
          <a:r>
            <a:rPr lang="ru-RU" sz="2200" kern="1200" dirty="0"/>
            <a:t> ∩</a:t>
          </a:r>
          <a:r>
            <a:rPr lang="el-GR" sz="2200" kern="1200" dirty="0"/>
            <a:t> </a:t>
          </a:r>
          <a:r>
            <a:rPr lang="en-US" sz="2200" kern="1200" dirty="0"/>
            <a:t>min(</a:t>
          </a:r>
          <a:r>
            <a:rPr lang="el-GR" sz="2200" kern="1200" dirty="0"/>
            <a:t>μ</a:t>
          </a:r>
          <a:r>
            <a:rPr lang="en-US" sz="2200" kern="1200" dirty="0"/>
            <a:t>(</a:t>
          </a:r>
          <a:r>
            <a:rPr lang="ru-RU" sz="2200" kern="1200" dirty="0"/>
            <a:t>Рез)</a:t>
          </a:r>
          <a:r>
            <a:rPr lang="en-US" sz="2200" kern="1200" dirty="0"/>
            <a:t>)</a:t>
          </a:r>
        </a:p>
      </dsp:txBody>
      <dsp:txXfrm>
        <a:off x="1302870" y="2225"/>
        <a:ext cx="4770904" cy="1128026"/>
      </dsp:txXfrm>
    </dsp:sp>
    <dsp:sp modelId="{54A743A0-A54C-4765-9D4B-9A0C9AA1364E}">
      <dsp:nvSpPr>
        <dsp:cNvPr id="0" name=""/>
        <dsp:cNvSpPr/>
      </dsp:nvSpPr>
      <dsp:spPr>
        <a:xfrm>
          <a:off x="0" y="1412258"/>
          <a:ext cx="6073775" cy="112802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3A5455-54FF-4DC7-8CD6-3A720322CEC6}">
      <dsp:nvSpPr>
        <dsp:cNvPr id="0" name=""/>
        <dsp:cNvSpPr/>
      </dsp:nvSpPr>
      <dsp:spPr>
        <a:xfrm>
          <a:off x="341227" y="1666064"/>
          <a:ext cx="620414" cy="6204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A91240-39C6-43BD-ADD8-BCFC22AE4C44}">
      <dsp:nvSpPr>
        <dsp:cNvPr id="0" name=""/>
        <dsp:cNvSpPr/>
      </dsp:nvSpPr>
      <dsp:spPr>
        <a:xfrm>
          <a:off x="1302870" y="1412258"/>
          <a:ext cx="4770904" cy="1128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383" tIns="119383" rIns="119383" bIns="1193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200" kern="1200" dirty="0"/>
            <a:t>μ</a:t>
          </a:r>
          <a:r>
            <a:rPr lang="en-US" sz="2200" kern="1200" dirty="0"/>
            <a:t>(</a:t>
          </a:r>
          <a:r>
            <a:rPr lang="ru-RU" sz="2200" kern="1200" dirty="0"/>
            <a:t>В</a:t>
          </a:r>
          <a:r>
            <a:rPr lang="en-US" sz="2200" kern="1200" dirty="0"/>
            <a:t>2</a:t>
          </a:r>
          <a:r>
            <a:rPr lang="ru-RU" sz="2200" kern="1200" dirty="0"/>
            <a:t>) =</a:t>
          </a:r>
          <a:r>
            <a:rPr lang="el-GR" sz="2200" kern="1200" dirty="0"/>
            <a:t> μ</a:t>
          </a:r>
          <a:r>
            <a:rPr lang="en-US" sz="2200" kern="1200" dirty="0"/>
            <a:t>(</a:t>
          </a:r>
          <a:r>
            <a:rPr lang="ru-RU" sz="2200" kern="1200" dirty="0"/>
            <a:t>Рост) </a:t>
          </a:r>
          <a:r>
            <a:rPr lang="en-US" sz="2200" kern="1200" dirty="0"/>
            <a:t>U</a:t>
          </a:r>
          <a:r>
            <a:rPr lang="el-GR" sz="2200" kern="1200" dirty="0"/>
            <a:t> μ</a:t>
          </a:r>
          <a:r>
            <a:rPr lang="en-US" sz="2200" kern="1200" dirty="0"/>
            <a:t>(</a:t>
          </a:r>
          <a:r>
            <a:rPr lang="ru-RU" sz="2200" kern="1200" dirty="0"/>
            <a:t>Техника)</a:t>
          </a:r>
          <a:r>
            <a:rPr lang="en-US" sz="2200" kern="1200" dirty="0"/>
            <a:t> U</a:t>
          </a:r>
          <a:r>
            <a:rPr lang="el-GR" sz="2200" kern="1200" dirty="0"/>
            <a:t> μ</a:t>
          </a:r>
          <a:r>
            <a:rPr lang="en-US" sz="2200" kern="1200" dirty="0"/>
            <a:t>(</a:t>
          </a:r>
          <a:r>
            <a:rPr lang="ru-RU" sz="2200" kern="1200" dirty="0"/>
            <a:t>Рез)</a:t>
          </a:r>
          <a:endParaRPr lang="en-US" sz="2200" kern="1200" dirty="0"/>
        </a:p>
      </dsp:txBody>
      <dsp:txXfrm>
        <a:off x="1302870" y="1412258"/>
        <a:ext cx="4770904" cy="1128026"/>
      </dsp:txXfrm>
    </dsp:sp>
    <dsp:sp modelId="{4A9B6A9F-5945-410E-B7B6-A1FFC6C5A43E}">
      <dsp:nvSpPr>
        <dsp:cNvPr id="0" name=""/>
        <dsp:cNvSpPr/>
      </dsp:nvSpPr>
      <dsp:spPr>
        <a:xfrm>
          <a:off x="0" y="2822290"/>
          <a:ext cx="6073775" cy="112802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6EEC55-06BB-402E-8236-349375A2F5AF}">
      <dsp:nvSpPr>
        <dsp:cNvPr id="0" name=""/>
        <dsp:cNvSpPr/>
      </dsp:nvSpPr>
      <dsp:spPr>
        <a:xfrm>
          <a:off x="341227" y="3076096"/>
          <a:ext cx="620414" cy="6204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4C82CB-BC92-404B-B66B-02577396056B}">
      <dsp:nvSpPr>
        <dsp:cNvPr id="0" name=""/>
        <dsp:cNvSpPr/>
      </dsp:nvSpPr>
      <dsp:spPr>
        <a:xfrm>
          <a:off x="1302870" y="2822290"/>
          <a:ext cx="4770904" cy="1128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383" tIns="119383" rIns="119383" bIns="1193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200" kern="1200" dirty="0"/>
            <a:t>μ</a:t>
          </a:r>
          <a:r>
            <a:rPr lang="en-US" sz="2200" kern="1200" dirty="0"/>
            <a:t>(</a:t>
          </a:r>
          <a:r>
            <a:rPr lang="ru-RU" sz="2200" kern="1200" dirty="0"/>
            <a:t>В</a:t>
          </a:r>
          <a:r>
            <a:rPr lang="en-US" sz="2200" kern="1200" dirty="0"/>
            <a:t>3</a:t>
          </a:r>
          <a:r>
            <a:rPr lang="ru-RU" sz="2200" kern="1200" dirty="0"/>
            <a:t>) =</a:t>
          </a:r>
          <a:r>
            <a:rPr lang="el-GR" sz="2200" kern="1200" dirty="0"/>
            <a:t> μ</a:t>
          </a:r>
          <a:r>
            <a:rPr lang="en-US" sz="2200" kern="1200" dirty="0"/>
            <a:t>(</a:t>
          </a:r>
          <a:r>
            <a:rPr lang="ru-RU" sz="2200" kern="1200" dirty="0"/>
            <a:t>Рост) ∩</a:t>
          </a:r>
          <a:r>
            <a:rPr lang="el-GR" sz="2200" kern="1200" dirty="0"/>
            <a:t> μ</a:t>
          </a:r>
          <a:r>
            <a:rPr lang="en-US" sz="2200" kern="1200" dirty="0"/>
            <a:t>(</a:t>
          </a:r>
          <a:r>
            <a:rPr lang="ru-RU" sz="2200" kern="1200" dirty="0"/>
            <a:t>Техника)</a:t>
          </a:r>
          <a:r>
            <a:rPr lang="en-US" sz="2200" kern="1200" dirty="0"/>
            <a:t> U</a:t>
          </a:r>
          <a:r>
            <a:rPr lang="el-GR" sz="2200" kern="1200" dirty="0"/>
            <a:t> μ</a:t>
          </a:r>
          <a:r>
            <a:rPr lang="en-US" sz="2200" kern="1200" dirty="0"/>
            <a:t>(</a:t>
          </a:r>
          <a:r>
            <a:rPr lang="ru-RU" sz="2200" kern="1200" dirty="0"/>
            <a:t>Рез)</a:t>
          </a:r>
          <a:endParaRPr lang="en-US" sz="2200" kern="1200" dirty="0"/>
        </a:p>
      </dsp:txBody>
      <dsp:txXfrm>
        <a:off x="1302870" y="2822290"/>
        <a:ext cx="4770904" cy="1128026"/>
      </dsp:txXfrm>
    </dsp:sp>
    <dsp:sp modelId="{97C757D9-C95A-4F90-B448-99112307DF91}">
      <dsp:nvSpPr>
        <dsp:cNvPr id="0" name=""/>
        <dsp:cNvSpPr/>
      </dsp:nvSpPr>
      <dsp:spPr>
        <a:xfrm>
          <a:off x="0" y="4232323"/>
          <a:ext cx="6073775" cy="112802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40EC10-AB44-4954-BEA0-A386F8515DE2}">
      <dsp:nvSpPr>
        <dsp:cNvPr id="0" name=""/>
        <dsp:cNvSpPr/>
      </dsp:nvSpPr>
      <dsp:spPr>
        <a:xfrm>
          <a:off x="341227" y="4486129"/>
          <a:ext cx="620414" cy="62041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74C369-1697-4957-9039-8A7C218CE95F}">
      <dsp:nvSpPr>
        <dsp:cNvPr id="0" name=""/>
        <dsp:cNvSpPr/>
      </dsp:nvSpPr>
      <dsp:spPr>
        <a:xfrm>
          <a:off x="1302870" y="4232323"/>
          <a:ext cx="4770904" cy="1128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383" tIns="119383" rIns="119383" bIns="1193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200" kern="1200"/>
            <a:t>μ</a:t>
          </a:r>
          <a:r>
            <a:rPr lang="en-US" sz="2200" kern="1200"/>
            <a:t>(</a:t>
          </a:r>
          <a:r>
            <a:rPr lang="ru-RU" sz="2200" kern="1200"/>
            <a:t>В</a:t>
          </a:r>
          <a:r>
            <a:rPr lang="en-US" sz="2200" kern="1200"/>
            <a:t>4</a:t>
          </a:r>
          <a:r>
            <a:rPr lang="ru-RU" sz="2200" kern="1200"/>
            <a:t>) =</a:t>
          </a:r>
          <a:r>
            <a:rPr lang="el-GR" sz="2200" kern="1200"/>
            <a:t> μ</a:t>
          </a:r>
          <a:r>
            <a:rPr lang="en-US" sz="2200" kern="1200"/>
            <a:t>(</a:t>
          </a:r>
          <a:r>
            <a:rPr lang="ru-RU" sz="2200" kern="1200"/>
            <a:t>Рост)</a:t>
          </a:r>
          <a:r>
            <a:rPr lang="en-US" sz="2200" kern="1200"/>
            <a:t> U</a:t>
          </a:r>
          <a:r>
            <a:rPr lang="el-GR" sz="2200" kern="1200"/>
            <a:t> μ</a:t>
          </a:r>
          <a:r>
            <a:rPr lang="en-US" sz="2200" kern="1200"/>
            <a:t>(</a:t>
          </a:r>
          <a:r>
            <a:rPr lang="ru-RU" sz="2200" kern="1200"/>
            <a:t>Техника) ∩</a:t>
          </a:r>
          <a:r>
            <a:rPr lang="el-GR" sz="2200" kern="1200"/>
            <a:t> μ</a:t>
          </a:r>
          <a:r>
            <a:rPr lang="en-US" sz="2200" kern="1200"/>
            <a:t>(</a:t>
          </a:r>
          <a:r>
            <a:rPr lang="ru-RU" sz="2200" kern="1200"/>
            <a:t>Рез)</a:t>
          </a:r>
          <a:endParaRPr lang="en-US" sz="2200" kern="1200"/>
        </a:p>
      </dsp:txBody>
      <dsp:txXfrm>
        <a:off x="1302870" y="4232323"/>
        <a:ext cx="4770904" cy="11280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7T07:38:52.02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1,'4'0,"5"0,5 0,3 0,3 0,2 0,-3 4,3 0,2 1,0 3,0-1,3 4,-2 2,1 0,1-3,3 2,0-3,-5 2,-2-1,-3 2,1 2,-5 3,-4 2,-8-3,-5 5,-6 6,-5 5,-5 2,-4 2,3 3,-11 6,-1-1,1 0,2-8,5-6,3-4,4-7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7:43:55.1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24575,'0'4'0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9:21:15.8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09:21:35.2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0:58:02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0 211 24575,'8'0'0,"6"0"0,1-4 0,9-1 0,4-4 0,-2-4 0,-6-3 0,-6-3 0,-14-6 0,-9-2 0,-9-1 0,-3 1 0,4 5 0,6 6-8191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0:58:04.1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413 5 24575,'-110'-2'0,"39"0"0,-86 8 0,153-6 0,1 1 0,-1 0 0,1 0 0,-1 0 0,1 1 0,0-1 0,-1 1 0,1-1 0,0 1 0,0 0 0,1 1 0,-1-1 0,0 0 0,1 1 0,-1 0 0,1-1 0,0 1 0,0 0 0,0 0 0,0 0 0,0 0 0,1 1 0,-3 4 0,3-3 0,-1 0 0,1 0 0,-1 0 0,2 0 0,-1 1 0,0-1 0,1 0 0,0 0 0,0 0 0,1 1 0,-1-1 0,1 0 0,0 0 0,1 0 0,2 9 0,-3-14 3,-1 1 0,0 0 0,0-1 0,0 1 0,1 0 0,-1-1 0,0 1 0,1-1 0,-1 1 0,1-1 1,-1 1-1,0-1 0,1 1 0,-1-1 0,1 1 0,-1-1 0,1 1 0,0-1 0,-1 0 0,1 1 0,-1-1 0,1 0 0,0 1 0,-1-1 0,1 0 0,0 0 0,-1 0 0,1 0 0,0 0 0,-1 0 0,1 0 0,0 0 0,-1 0 0,1 0 0,0 0 0,0 0 0,-1 0 0,2-1 0,-1 0-102,0 1 0,1-1 1,-1-1-1,0 1 0,1 0 0,-1 0 0,0 0 0,0-1 0,0 1 0,0 0 0,0-1 1,0 1-1,-1-1 0,2-1 0,3-13-6727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07:20:17.2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07:20:17.2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08:29:25.6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24575,'4'0'0,"4"0"0,6 0 0,3 0 0,4 0 0,1 0 0,1 4 0,-4 1-8191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09:07:47.0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24575,'4'4'0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09:07:48.1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09:08:11.8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07:22:20.9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178 402 24575,'-2'14'0,"-1"0"0,0 0 0,-1-1 0,0 1 0,-1-1 0,-1 0 0,0 0 0,0-1 0,-11 14 0,-13 32 0,-19 91 0,42-127 0,2 1 0,0 0 0,1 0 0,1 0 0,0 34 0,-3 28 0,2-54 0,1 1 0,1 0 0,2-1 0,4 37 0,-2-55 0,0-1 0,1 1 0,1-1 0,0 0 0,0 0 0,1-1 0,1 1 0,0-1 0,0 0 0,1 0 0,0-1 0,1 0 0,12 11 0,10 6 0,2-2 0,0-2 0,2-1 0,71 36 0,-69-43 0,1-2 0,65 16 0,-33-11 0,14 2 0,0-5 0,106 7 0,-28-5 0,175 18 0,380-9 0,-294-16 0,0 0 0,-386-10 0,18 0 0,86-10 0,-122 7 0,-1 0 0,0-2 0,0 0 0,-1 0 0,0-2 0,0 0 0,0-1 0,-1 0 0,16-12 0,227-174 0,-250 188 0,-2 0 0,1 0 0,-1-1 0,0 0 0,0 0 0,-1-1 0,0 1 0,0-1 0,-1 0 0,0-1 0,0 1 0,-1-1 0,0 1 0,0-1 0,1-11 0,-1-9 0,-1 0 0,-1-1 0,-3-40 0,-1-5 0,4 3 0,0 21 0,-8-84 0,5 118 0,-1 0 0,-1 0 0,-1 1 0,0-1 0,-1 1 0,-1 0 0,0 1 0,-19-29 0,8 17 0,1-1 0,2 0 0,0-2 0,2 0 0,1 0 0,-9-39 0,16 57 0,0 0 0,-1 0 0,0 0 0,-1 1 0,0 0 0,-1 1 0,0-1 0,0 1 0,-1 1 0,-12-10 0,-36-45 0,43 45 0,-2 0 0,1 0 0,-2 1 0,0 1 0,-1 1 0,-1 1 0,-1 0 0,0 2 0,0 0 0,-2 1 0,1 1 0,-1 1 0,-1 1 0,0 1 0,-28-6 0,-7 4 0,-1 3 0,1 2 0,-1 3 0,-71 7 0,-5-2 0,53 1 0,-95 16 0,52-4 0,-293-9 0,232-10 0,74 3 0,0 5 0,-140 25 0,155-15 0,-130 3 0,202-17 0,0 2 0,0 0 0,1 2 0,-1 1 0,1 1 0,0 0 0,1 2 0,0 1 0,-41 24 0,46-24-136,-1 0-1,-1-1 1,0-1-1,0-1 1,0-1-1,-1 0 1,0-2-1,0 0 0,-39 1 1,29-5-6690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07:14:43.4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 24575,'0'-4'0,"3"-1"0,2 4 0,0 6 0,-1 2-8191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07:39:03.3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58 24575,'8'0'0,"9"0"0,10-4 0,7-1 0,3 0 0,8-2 0,13-1 0,7 2 0,7 1 0,3 2 0,4 1 0,-5 2 0,-3-1 0,-7 2 0,-6-1 0,-10-3 0,-9-2 0,-11 1-8191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07:39:10.4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0 592 24119,'132'-592'0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07:39:14.0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24575,'-1'68'0,"6"125"0,-2-170 0,0-1 0,1 0 0,2-1 0,0 1 0,1-1 0,17 33 0,-22-50 0,0 3 0,1 0 0,1-1 0,-1 1 0,1-1 0,0 0 0,0 0 0,1-1 0,-1 1 0,2-1 0,-1 0 0,0 0 0,1-1 0,0 1 0,0-1 0,9 5 0,39 20-1365,-28-9-5461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11:35:31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AC6F35-8843-4F4D-ADB7-A6E3E46B4215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5E4C15-83E2-4053-8D48-0BAD6CEC89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2158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-cpp.ru/deikstra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habr.com/ru/post/111361/" TargetMode="Externa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ciology_encyclopedy.academic.ru/47/%D0%90%D0%9D%D0%90%D0%9B%D0%98%D0%97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datareview.info/article/analiz-sotsialnyih-setey-instrumentyi-vizualizatsii-grafa/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datareview.info/article/analiz-sotsialnyih-setey-instrumentyi-vizualizatsii-grafa/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datareview.info/article/analiz-sotsialnyih-setey-instrumentyi-vizualizatsii-grafa/" TargetMode="External"/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algolist.ru/maths/graphs/linked.php" TargetMode="External"/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post/119158/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-cpp.ru/deikstra/" TargetMode="External"/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habr.com/ru/post/111361/" TargetMode="Externa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-cpp.ru/deikstra/" TargetMode="External"/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habr.com/ru/post/111361/" TargetMode="Externa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-cpp.ru/deikstra/" TargetMode="External"/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habr.com/ru/post/111361/" TargetMode="Externa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-cpp.ru/deikstra/" TargetMode="External"/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habr.com/ru/post/111361/" TargetMode="Externa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-cpp.ru/deikstra/" TargetMode="External"/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habr.com/ru/post/111361/" TargetMode="Externa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-cpp.ru/deikstra/" TargetMode="External"/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habr.com/ru/post/111361/" TargetMode="Externa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-cpp.ru/deikstra/" TargetMode="External"/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habr.com/ru/post/111361/" TargetMode="Externa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-cpp.ru/deikstra/" TargetMode="External"/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habr.com/ru/post/111361/" TargetMode="Externa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ru.stackoverflow.com/questions/739470/%D0%A0%D0%B5%D1%88%D0%B5%D0%BD%D0%B8%D0%B5-%D0%B7%D0%B0%D0%B4%D0%B0%D1%87%D0%B8-%D0%BE-%D1%80%D1%8E%D0%BA%D0%B7%D0%B0%D0%BA%D0%B5-%D0%BC%D0%B5%D1%82%D0%BE%D0%B4%D0%BE%D0%BC-%D0%B2%D0%B5%D1%82%D0%B2%D0%B5%D0%B9-%D0%B8-%D0%B3%D1%80%D0%B0%D0%BD%D0%B8%D1%86" TargetMode="External"/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synset.com/ai/ru/tsp/Salesman_Intro.html" TargetMode="External"/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masters.donntu.org/2007/kita/andreyenkova/library/3/index.htm" TargetMode="External"/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-cpp.ru/deikstra/" TargetMode="External"/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habr.com/ru/post/111361/" TargetMode="External"/></Relationships>
</file>

<file path=ppt/notesSlides/_rels/notes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-cpp.ru/deikstra/" TargetMode="External"/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habr.com/ru/post/111361/" TargetMode="External"/></Relationships>
</file>

<file path=ppt/notesSlides/_rels/notes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-cpp.ru/deikstra/" TargetMode="External"/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habr.com/ru/post/111361/" TargetMode="External"/></Relationships>
</file>

<file path=ppt/notesSlides/_rels/notes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F%D0%BB%D0%B0%D0%BD%D0%B0%D1%80%D0%BD%D1%8B%D0%B9_%D0%B3%D1%80%D0%B0%D1%84" TargetMode="External"/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mathus.ru/math/fepg.pdf" TargetMode="External"/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-cpp.ru/deikstra/" TargetMode="External"/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habr.com/ru/post/111361/" TargetMode="External"/></Relationships>
</file>

<file path=ppt/notesSlides/_rels/notes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mathus.ru/math/fepg.pdf" TargetMode="External"/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mathus.ru/math/fepg.pdf" TargetMode="External"/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gpedia.ru/id648798p1.html" TargetMode="External"/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ringostat.com/ru/koroche-chto-takoe-customer-journey-za-4-minuty/" TargetMode="External"/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aissatayev/customer-journey-map-%D1%87%D1%82%D0%BE-%D1%8D%D1%82%D0%BE-%D0%B8-%D0%BA%D0%BE%D0%B3%D0%B4%D0%B0-%D0%B8%D1%81%D0%BF%D0%BE%D0%BB%D1%8C%D0%B7%D0%BE%D0%B2%D0%B0%D1%82%D1%8C-9b3b9a00f7b6" TargetMode="External"/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aissatayev/customer-journey-map-%D1%87%D1%82%D0%BE-%D1%8D%D1%82%D0%BE-%D0%B8-%D0%BA%D0%BE%D0%B3%D0%B4%D0%B0-%D0%B8%D1%81%D0%BF%D0%BE%D0%BB%D1%8C%D0%B7%D0%BE%D0%B2%D0%B0%D1%82%D1%8C-9b3b9a00f7b6" TargetMode="External"/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neerc.ifmo.ru/wiki/index.php?title=%D0%A4%D0%B0%D0%B9%D0%BB:Prime_cyclic_chain.png" TargetMode="External"/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neerc.ifmo.ru/wiki/index.php?title=%D0%9C%D0%B0%D1%80%D0%BA%D0%BE%D0%B2%D1%81%D0%BA%D0%B0%D1%8F_%D1%86%D0%B5%D0%BF%D1%8C" TargetMode="External"/></Relationships>
</file>

<file path=ppt/notesSlides/_rels/notesSlide46.xml.rels><?xml version="1.0" encoding="UTF-8" standalone="yes"?>
<Relationships xmlns="http://schemas.openxmlformats.org/package/2006/relationships"><Relationship Id="rId3" Type="http://schemas.openxmlformats.org/officeDocument/2006/relationships/hyperlink" Target="http://mathus.ru/math/fepg.pdf" TargetMode="External"/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3" Type="http://schemas.openxmlformats.org/officeDocument/2006/relationships/hyperlink" Target="http://mathus.ru/math/fepg.pdf" TargetMode="External"/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3" Type="http://schemas.openxmlformats.org/officeDocument/2006/relationships/hyperlink" Target="http://mathus.ru/math/fepg.pdf" TargetMode="External"/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3" Type="http://schemas.openxmlformats.org/officeDocument/2006/relationships/hyperlink" Target="http://mathus.ru/math/fepg.pdf" TargetMode="External"/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3" Type="http://schemas.openxmlformats.org/officeDocument/2006/relationships/hyperlink" Target="http://dit.isuct.ru/IVT/BOOKS/IS/Model/gl43.htm" TargetMode="External"/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me.org/133130/informatika/osnovy_nechetkoy_logiki_sistemy_nechetkogo_vyvoda" TargetMode="External"/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neuronus.com/theory/fl/310-chast-3-nechetkaya-i-lingvisticheskaya-peremennye.html" TargetMode="External"/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neuronus.com/theory/fl/310-chast-3-nechetkaya-i-lingvisticheskaya-peremennye.html" TargetMode="External"/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neuronus.com/theory/fl/310-chast-3-nechetkaya-i-lingvisticheskaya-peremennye.html" TargetMode="External"/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neuronus.com/theory/fl/310-chast-3-nechetkaya-i-lingvisticheskaya-peremennye.html" TargetMode="External"/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neuronus.com/theory/fl/312-nechetkie-mnozhestva.html" TargetMode="External"/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neuronus.com/theory/fl/312-nechetkie-mnozhestva.html" TargetMode="External"/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neuronus.com/theory/fl/310-chast-3-nechetkaya-i-lingvisticheskaya-peremennye.html" TargetMode="External"/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neuronus.com/theory/fl/310-chast-3-nechetkaya-i-lingvisticheskaya-peremennye.html" TargetMode="External"/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D%D0%B5%D1%87%D1%91%D1%82%D0%BA%D0%BE%D0%B5_%D0%BC%D0%BD%D0%BE%D0%B6%D0%B5%D1%81%D1%82%D0%B2%D0%BE" TargetMode="External"/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D%D0%B5%D1%87%D1%91%D1%82%D0%BA%D0%BE%D0%B5_%D0%BC%D0%BD%D0%BE%D0%B6%D0%B5%D1%81%D1%82%D0%B2%D0%BE" TargetMode="External"/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www.moiseevs.ru/tasks/Fuzzy_Sets_lec.pdf" TargetMode="External"/></Relationships>
</file>

<file path=ppt/notesSlides/_rels/notes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D%D0%B5%D1%87%D1%91%D1%82%D0%BA%D0%BE%D0%B5_%D0%BC%D0%BD%D0%BE%D0%B6%D0%B5%D1%81%D1%82%D0%B2%D0%BE" TargetMode="External"/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neuronus.com/theory/fl/310-chast-3-nechetkaya-i-lingvisticheskaya-peremennye.html" TargetMode="External"/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neuronus.com/theory/fl/310-chast-3-nechetkaya-i-lingvisticheskaya-peremennye.html" TargetMode="External"/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neuronus.com/theory/fl/310-chast-3-nechetkaya-i-lingvisticheskaya-peremennye.html" TargetMode="External"/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3" Type="http://schemas.openxmlformats.org/officeDocument/2006/relationships/hyperlink" Target="http://nrsu.bstu.ru/chap27.html" TargetMode="External"/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3" Type="http://schemas.openxmlformats.org/officeDocument/2006/relationships/hyperlink" Target="http://nrsu.bstu.ru/chap27.html" TargetMode="External"/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3" Type="http://schemas.openxmlformats.org/officeDocument/2006/relationships/hyperlink" Target="http://nrsu.bstu.ru/chap27.html" TargetMode="External"/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3" Type="http://schemas.openxmlformats.org/officeDocument/2006/relationships/hyperlink" Target="http://nrsu.bstu.ru/chap27.html" TargetMode="External"/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3" Type="http://schemas.openxmlformats.org/officeDocument/2006/relationships/hyperlink" Target="http://nrsu.bstu.ru/chap27.html" TargetMode="External"/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3" Type="http://schemas.openxmlformats.org/officeDocument/2006/relationships/hyperlink" Target="http://nrsu.bstu.ru/chap27.html" TargetMode="External"/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3" Type="http://schemas.openxmlformats.org/officeDocument/2006/relationships/hyperlink" Target="http://nrsu.bstu.ru/chap27.html" TargetMode="External"/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3" Type="http://schemas.openxmlformats.org/officeDocument/2006/relationships/hyperlink" Target="http://nrsu.bstu.ru/chap27.html" TargetMode="External"/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3" Type="http://schemas.openxmlformats.org/officeDocument/2006/relationships/hyperlink" Target="http://nrsu.bstu.ru/chap27.html" TargetMode="External"/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3" Type="http://schemas.openxmlformats.org/officeDocument/2006/relationships/hyperlink" Target="http://nrsu.bstu.ru/chap27.html" TargetMode="External"/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3" Type="http://schemas.openxmlformats.org/officeDocument/2006/relationships/hyperlink" Target="http://nrsu.bstu.ru/chap27.html" TargetMode="External"/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3" Type="http://schemas.openxmlformats.org/officeDocument/2006/relationships/hyperlink" Target="http://nrsu.bstu.ru/chap27.html" TargetMode="External"/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3" Type="http://schemas.openxmlformats.org/officeDocument/2006/relationships/hyperlink" Target="http://nrsu.bstu.ru/chap27.html" TargetMode="External"/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3" Type="http://schemas.openxmlformats.org/officeDocument/2006/relationships/hyperlink" Target="http://nrsu.bstu.ru/chap27.html" TargetMode="External"/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098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3891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85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7636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95712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https://prog-cpp.ru/deikstra/</a:t>
            </a:r>
            <a:endParaRPr lang="en-US" dirty="0"/>
          </a:p>
          <a:p>
            <a:r>
              <a:rPr lang="en-US" dirty="0">
                <a:hlinkClick r:id="rId4"/>
              </a:rPr>
              <a:t>https://habr.com/ru/post/111361/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54285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8772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634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644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Дополнительно: </a:t>
            </a:r>
            <a:r>
              <a:rPr lang="en-US" dirty="0">
                <a:hlinkClick r:id="rId3"/>
              </a:rPr>
              <a:t>https://sociology_encyclopedy.academic.ru/47/%D0%90%D0%9D%D0%90%D0%9B%D0%98%D0%97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8555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94137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http://datareview.info/article/analiz-sotsialnyih-setey-instrumentyi-vizualizatsii-grafa/</a:t>
            </a:r>
            <a:r>
              <a:rPr lang="ru-RU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24566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49657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http://datareview.info/article/analiz-sotsialnyih-setey-instrumentyi-vizualizatsii-grafa/</a:t>
            </a:r>
            <a:r>
              <a:rPr lang="ru-RU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14687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http://datareview.info/article/analiz-sotsialnyih-setey-instrumentyi-vizualizatsii-grafa/</a:t>
            </a:r>
            <a:r>
              <a:rPr lang="ru-RU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73640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http://algolist.ru/maths/graphs/linked.php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71103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16856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https://habr.com/ru/post/119158/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245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https://habr.com/ru/post/111361/</a:t>
            </a:r>
            <a:r>
              <a:rPr lang="ru-RU" dirty="0"/>
              <a:t> - с примерами кода для каждого алгоритма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58793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https://prog-cpp.ru/deikstra/</a:t>
            </a:r>
            <a:endParaRPr lang="en-US" dirty="0"/>
          </a:p>
          <a:p>
            <a:r>
              <a:rPr lang="en-US" dirty="0">
                <a:hlinkClick r:id="rId4"/>
              </a:rPr>
              <a:t>https://habr.com/ru/post/111361/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3214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https://prog-cpp.ru/deikstra/</a:t>
            </a:r>
            <a:endParaRPr lang="en-US" dirty="0"/>
          </a:p>
          <a:p>
            <a:r>
              <a:rPr lang="en-US" dirty="0">
                <a:hlinkClick r:id="rId4"/>
              </a:rPr>
              <a:t>https://habr.com/ru/post/111361/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16952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https://prog-cpp.ru/deikstra/</a:t>
            </a:r>
            <a:endParaRPr lang="en-US" dirty="0"/>
          </a:p>
          <a:p>
            <a:r>
              <a:rPr lang="en-US" dirty="0">
                <a:hlinkClick r:id="rId4"/>
              </a:rPr>
              <a:t>https://habr.com/ru/post/111361/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29498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https://prog-cpp.ru/deikstra/</a:t>
            </a:r>
            <a:endParaRPr lang="en-US" dirty="0"/>
          </a:p>
          <a:p>
            <a:r>
              <a:rPr lang="en-US" dirty="0">
                <a:hlinkClick r:id="rId4"/>
              </a:rPr>
              <a:t>https://habr.com/ru/post/111361/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98434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https://prog-cpp.ru/deikstra/</a:t>
            </a:r>
            <a:endParaRPr lang="en-US" dirty="0"/>
          </a:p>
          <a:p>
            <a:r>
              <a:rPr lang="en-US" dirty="0">
                <a:hlinkClick r:id="rId4"/>
              </a:rPr>
              <a:t>https://habr.com/ru/post/111361/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01067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https://prog-cpp.ru/deikstra/</a:t>
            </a:r>
            <a:endParaRPr lang="en-US" dirty="0"/>
          </a:p>
          <a:p>
            <a:r>
              <a:rPr lang="en-US" dirty="0">
                <a:hlinkClick r:id="rId4"/>
              </a:rPr>
              <a:t>https://habr.com/ru/post/111361/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14447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https://prog-cpp.ru/deikstra/</a:t>
            </a:r>
            <a:endParaRPr lang="en-US" dirty="0"/>
          </a:p>
          <a:p>
            <a:r>
              <a:rPr lang="en-US" dirty="0">
                <a:hlinkClick r:id="rId4"/>
              </a:rPr>
              <a:t>https://habr.com/ru/post/111361/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58576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https://prog-cpp.ru/deikstra/</a:t>
            </a:r>
            <a:endParaRPr lang="en-US" dirty="0"/>
          </a:p>
          <a:p>
            <a:r>
              <a:rPr lang="en-US" dirty="0">
                <a:hlinkClick r:id="rId4"/>
              </a:rPr>
              <a:t>https://habr.com/ru/post/111361/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1943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ru.stackoverflow.com/questions/739470/%D0%A0%D0%B5%D1%88%D0%B5%D0%BD%D0%B8%D0%B5-%D0%B7%D0%B0%D0%B4%D0%B0%D1%87%D0%B8-%D0%BE-%D1%80%D1%8E%D0%BA%D0%B7%D0%B0%D0%BA%D0%B5-%D0%BC%D0%B5%D1%82%D0%BE%D0%B4%D0%BE%D0%BC-%D0%B2%D0%B5%D1%82%D0%B2%D0%B5%D0%B9-%D0%B8-%D0%B3%D1%80%D0%B0%D0%BD%D0%B8%D1%86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7299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http://synset.com/ai/ru/tsp/Salesman_Intro.html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70632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https://www.youtube.com/watch?v=SfEZSyvbj2w</a:t>
            </a:r>
            <a:endParaRPr lang="ru-RU" dirty="0"/>
          </a:p>
          <a:p>
            <a:r>
              <a:rPr lang="ru-RU" dirty="0" err="1"/>
              <a:t>Симанков</a:t>
            </a:r>
            <a:r>
              <a:rPr lang="ru-RU" dirty="0"/>
              <a:t> В.С. </a:t>
            </a:r>
            <a:r>
              <a:rPr lang="en-US" dirty="0">
                <a:hlinkClick r:id="rId3"/>
              </a:rPr>
              <a:t>http://masters.donntu.org/2007/kita/andreyenkova/library/3/index.htm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5A9E54-1697-48B5-80FD-25B673F74DB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03741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97654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29213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https://prog-cpp.ru/deikstra/</a:t>
            </a:r>
            <a:endParaRPr lang="en-US" dirty="0"/>
          </a:p>
          <a:p>
            <a:r>
              <a:rPr lang="en-US" dirty="0">
                <a:hlinkClick r:id="rId4"/>
              </a:rPr>
              <a:t>https://habr.com/ru/post/111361/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43053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https://prog-cpp.ru/deikstra/</a:t>
            </a:r>
            <a:endParaRPr lang="en-US" dirty="0"/>
          </a:p>
          <a:p>
            <a:r>
              <a:rPr lang="en-US" dirty="0">
                <a:hlinkClick r:id="rId4"/>
              </a:rPr>
              <a:t>https://habr.com/ru/post/111361/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571976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https://prog-cpp.ru/deikstra/</a:t>
            </a:r>
            <a:endParaRPr lang="en-US" dirty="0"/>
          </a:p>
          <a:p>
            <a:r>
              <a:rPr lang="en-US" dirty="0">
                <a:hlinkClick r:id="rId4"/>
              </a:rPr>
              <a:t>https://habr.com/ru/post/111361/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989739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https://ru.wikipedia.org/wiki/%D0%9F%D0%BB%D0%B0%D0%BD%D0%B0%D1%80%D0%BD%D1%8B%D0%B9_%D0%B3%D1%80%D0%B0%D1%84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846662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http://mathus.ru/math/fepg.pdf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123460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https://prog-cpp.ru/deikstra/</a:t>
            </a:r>
            <a:endParaRPr lang="en-US" dirty="0"/>
          </a:p>
          <a:p>
            <a:r>
              <a:rPr lang="en-US" dirty="0">
                <a:hlinkClick r:id="rId4"/>
              </a:rPr>
              <a:t>https://habr.com/ru/post/111361/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80856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http://mathus.ru/math/fepg.pdf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466056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http://mathus.ru/math/fepg.pdf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73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695473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https://www.ngpedia.ru/id648798p1.html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74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62903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en-US" dirty="0">
                <a:hlinkClick r:id="rId3"/>
              </a:rPr>
              <a:t>https://blog.ringostat.com/ru/koroche-chto-takoe-customer-journey-za-4-minuty/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904647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https://medium.com/@aissatayev/customer-journey-map-%D1%87%D1%82%D0%BE-%D1%8D%D1%82%D0%BE-%D0%B8-%D0%BA%D0%BE%D0%B3%D0%B4%D0%B0-%D0%B8%D1%81%D0%BF%D0%BE%D0%BB%D1%8C%D0%B7%D0%BE%D0%B2%D0%B0%D1%82%D1%8C-9b3b9a00f7b6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705521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https://medium.com/@aissatayev/customer-journey-map-%D1%87%D1%82%D0%BE-%D1%8D%D1%82%D0%BE-%D0%B8-%D0%BA%D0%BE%D0%B3%D0%B4%D0%B0-%D0%B8%D1%81%D0%BF%D0%BE%D0%BB%D1%8C%D0%B7%D0%BE%D0%B2%D0%B0%D1%82%D1%8C-9b3b9a00f7b6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5E4C15-83E2-4053-8D48-0BAD6CEC897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98694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https://neerc.ifmo.ru/wiki/index.php?title=%D0%A4%D0%B0%D0%B9%D0%BB:Prime_cyclic_chain.png</a:t>
            </a:r>
            <a:endParaRPr lang="ru-RU" dirty="0"/>
          </a:p>
          <a:p>
            <a:r>
              <a:rPr lang="en-US" dirty="0">
                <a:hlinkClick r:id="rId4"/>
              </a:rPr>
              <a:t>https://neerc.ifmo.ru/wiki/index.php?title=%D0%9C%D0%B0%D1%80%D0%BA%D0%BE%D0%B2%D1%81%D0%BA%D0%B0%D1%8F_%D1%86%D0%B5%D0%BF%D1%8C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78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554594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http://mathus.ru/math/fepg.pdf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5E4C15-83E2-4053-8D48-0BAD6CEC897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453594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http://mathus.ru/math/fepg.pdf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88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38186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http://mathus.ru/math/fepg.pdf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89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954443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http://mathus.ru/math/fepg.pdf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90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006042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91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143926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http://dit.isuct.ru/IVT/BOOKS/IS/Model/gl43.htm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94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03159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https://studme.org/133130/informatika/osnovy_nechetkoy_logiki_sistemy_nechetkogo_vyvoda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95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363184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https://neuronus.com/theory/fl/310-chast-3-nechetkaya-i-lingvisticheskaya-peremennye.html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96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439103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https://neuronus.com/theory/fl/310-chast-3-nechetkaya-i-lingvisticheskaya-peremennye.html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97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439700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99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725295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https://neuronus.com/theory/fl/310-chast-3-nechetkaya-i-lingvisticheskaya-peremennye.html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100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56661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https://neuronus.com/theory/fl/310-chast-3-nechetkaya-i-lingvisticheskaya-peremennye.html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101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79415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https://neuronus.com/theory/fl/312-nechetkie-mnozhestva.html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102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271540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https://neuronus.com/theory/fl/312-nechetkie-mnozhestva.html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103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022573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https://neuronus.com/theory/fl/310-chast-3-nechetkaya-i-lingvisticheskaya-peremennye.html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104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725691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https://neuronus.com/theory/fl/310-chast-3-nechetkaya-i-lingvisticheskaya-peremennye.html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105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268811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https://ru.wikipedia.org/wiki/%D0%9D%D0%B5%D1%87%D1%91%D1%82%D0%BA%D0%BE%D0%B5_%D0%BC%D0%BD%D0%BE%D0%B6%D0%B5%D1%81%D1%82%D0%B2%D0%BE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107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909686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https://ru.wikipedia.org/wiki/%D0%9D%D0%B5%D1%87%D1%91%D1%82%D0%BA%D0%BE%D0%B5_%D0%BC%D0%BD%D0%BE%D0%B6%D0%B5%D1%81%D1%82%D0%B2%D0%BE</a:t>
            </a:r>
            <a:endParaRPr lang="ru-RU" dirty="0"/>
          </a:p>
          <a:p>
            <a:r>
              <a:rPr lang="en-US" dirty="0">
                <a:hlinkClick r:id="rId4"/>
              </a:rPr>
              <a:t>http://www.moiseevs.ru/tasks/Fuzzy_Sets_lec.pdf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04841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https://ru.wikipedia.org/wiki/%D0%9D%D0%B5%D1%87%D1%91%D1%82%D0%BA%D0%BE%D0%B5_%D0%BC%D0%BD%D0%BE%D0%B6%D0%B5%D1%81%D1%82%D0%B2%D0%BE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658156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https://neuronus.com/theory/fl/310-chast-3-nechetkaya-i-lingvisticheskaya-peremennye.html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924059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https://neuronus.com/theory/fl/310-chast-3-nechetkaya-i-lingvisticheskaya-peremennye.html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34181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https://neuronus.com/theory/fl/310-chast-3-nechetkaya-i-lingvisticheskaya-peremennye.html</a:t>
            </a:r>
            <a:endParaRPr lang="ru-RU" dirty="0"/>
          </a:p>
          <a:p>
            <a:r>
              <a:rPr lang="en-US" dirty="0"/>
              <a:t>https://ru.bmstu.wiki/%D0%9F%D1%80%D0%B8%D0%BC%D0%B5%D1%80_%D0%BF%D0%BE%D0%B4%D1%81%D0%B8%D1%81%D1%82%D0%B5%D0%BC%D1%8B_%D1%80%D0%B0%D1%81%D0%BF%D0%BE%D0%B7%D0%BD%D0%B0%D0%B2%D0%B0%D0%BD%D0%B8%D1%8F_%D0%BE%D0%B1%D1%8A%D0%B5%D0%BA%D1%82%D0%BE%D0%B2_%D0%BF%D0%BE_%D1%86%D0%B2%D0%B5%D1%82%D1%83,_%D1%80%D0%B5%D0%B0%D0%BB%D0%B8%D0%B7%D1%83%D1%8E%D1%89%D0%B5%D0%B9_%D0%BD%D0%B5%D1%87%D0%B5%D1%82%D0%BA%D0%B8%D0%B9_%D0%B7%D0%B0%D0%BF%D1%80%D0%BE%D1%81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388082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http://nrsu.bstu.ru/chap27.html</a:t>
            </a:r>
            <a:endParaRPr lang="ru-RU" dirty="0"/>
          </a:p>
          <a:p>
            <a:r>
              <a:rPr lang="en-US" dirty="0"/>
              <a:t>https://ru.bmstu.wiki/%D0%9F%D1%80%D0%B8%D0%BC%D0%B5%D1%80_%D0%BF%D0%BE%D0%B4%D1%81%D0%B8%D1%81%D1%82%D0%B5%D0%BC%D1%8B_%D1%80%D0%B0%D1%81%D0%BF%D0%BE%D0%B7%D0%BD%D0%B0%D0%B2%D0%B0%D0%BD%D0%B8%D1%8F_%D0%BE%D0%B1%D1%8A%D0%B5%D0%BA%D1%82%D0%BE%D0%B2_%D0%BF%D0%BE_%D1%86%D0%B2%D0%B5%D1%82%D1%83,_%D1%80%D0%B5%D0%B0%D0%BB%D0%B8%D0%B7%D1%83%D1%8E%D1%89%D0%B5%D0%B9_%D0%BD%D0%B5%D1%87%D0%B5%D1%82%D0%BA%D0%B8%D0%B9_%D0%B7%D0%B0%D0%BF%D1%80%D0%BE%D1%81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622158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http://nrsu.bstu.ru/chap27.html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335925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http://nrsu.bstu.ru/chap27.html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376628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http://nrsu.bstu.ru/chap27.html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681950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http://nrsu.bstu.ru/chap27.html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82055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http://nrsu.bstu.ru/chap27.html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314176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http://nrsu.bstu.ru/chap27.html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85765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http://nrsu.bstu.ru/chap27.html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509763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http://nrsu.bstu.ru/chap27.html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246670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http://nrsu.bstu.ru/chap27.html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9127309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http://nrsu.bstu.ru/chap27.html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165716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http://nrsu.bstu.ru/chap27.html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287603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http://nrsu.bstu.ru/chap27.html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49689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http://nrsu.bstu.ru/chap27.html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6742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sv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sv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5.svg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9DB13-FF5B-8551-370C-460818250B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325" y="2814933"/>
            <a:ext cx="9900000" cy="1440000"/>
          </a:xfrm>
        </p:spPr>
        <p:txBody>
          <a:bodyPr anchor="b">
            <a:normAutofit/>
          </a:bodyPr>
          <a:lstStyle>
            <a:lvl1pPr algn="l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Тема презентации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5CFB835-36DA-0F32-40DF-A62B563356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9546" y="4400204"/>
            <a:ext cx="9000000" cy="66999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Автор презентации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F58BA7-9470-24C6-00C5-925D147E2B10}"/>
              </a:ext>
            </a:extLst>
          </p:cNvPr>
          <p:cNvSpPr txBox="1"/>
          <p:nvPr userDrawn="1"/>
        </p:nvSpPr>
        <p:spPr>
          <a:xfrm>
            <a:off x="842106" y="6054509"/>
            <a:ext cx="5114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chemeClr val="accent1">
                    <a:lumMod val="20000"/>
                    <a:lumOff val="8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specialist.ru</a:t>
            </a:r>
            <a:endParaRPr lang="ru-RU" b="0" dirty="0">
              <a:solidFill>
                <a:schemeClr val="accent1">
                  <a:lumMod val="20000"/>
                  <a:lumOff val="8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B5A6984-5722-C2CE-F9C2-253489B3A2B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5325" y="656775"/>
            <a:ext cx="3566188" cy="9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274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 белы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9DB13-FF5B-8551-370C-460818250B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0026" y="2814933"/>
            <a:ext cx="9900000" cy="1440000"/>
          </a:xfrm>
        </p:spPr>
        <p:txBody>
          <a:bodyPr anchor="b">
            <a:normAutofit/>
          </a:bodyPr>
          <a:lstStyle>
            <a:lvl1pPr algn="l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ru-RU" dirty="0"/>
              <a:t>Тема презентации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5CFB835-36DA-0F32-40DF-A62B563356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10026" y="4400204"/>
            <a:ext cx="9000000" cy="66999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Автор презентации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F58BA7-9470-24C6-00C5-925D147E2B10}"/>
              </a:ext>
            </a:extLst>
          </p:cNvPr>
          <p:cNvSpPr txBox="1"/>
          <p:nvPr userDrawn="1"/>
        </p:nvSpPr>
        <p:spPr>
          <a:xfrm>
            <a:off x="842106" y="6054509"/>
            <a:ext cx="5114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specialist.ru</a:t>
            </a:r>
            <a:endParaRPr lang="ru-RU" b="0" dirty="0">
              <a:solidFill>
                <a:schemeClr val="accent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2E97BA17-4998-C357-DC2B-96BA31A30B50}"/>
              </a:ext>
            </a:extLst>
          </p:cNvPr>
          <p:cNvGrpSpPr/>
          <p:nvPr userDrawn="1"/>
        </p:nvGrpSpPr>
        <p:grpSpPr>
          <a:xfrm>
            <a:off x="-824307" y="-2122470"/>
            <a:ext cx="14018511" cy="10187243"/>
            <a:chOff x="-1236461" y="-3183705"/>
            <a:chExt cx="21027767" cy="15280864"/>
          </a:xfrm>
        </p:grpSpPr>
        <p:pic>
          <p:nvPicPr>
            <p:cNvPr id="21" name="Google Shape;88;p1">
              <a:extLst>
                <a:ext uri="{FF2B5EF4-FFF2-40B4-BE49-F238E27FC236}">
                  <a16:creationId xmlns:a16="http://schemas.microsoft.com/office/drawing/2014/main" id="{DB61D9B2-8667-54D6-0E8B-6156B19935A4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-878635" y="8046666"/>
              <a:ext cx="3419866" cy="341986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" name="Google Shape;89;p1">
              <a:extLst>
                <a:ext uri="{FF2B5EF4-FFF2-40B4-BE49-F238E27FC236}">
                  <a16:creationId xmlns:a16="http://schemas.microsoft.com/office/drawing/2014/main" id="{E2686C9A-2F4A-9C6B-C02C-C80E65506638}"/>
                </a:ext>
              </a:extLst>
            </p:cNvPr>
            <p:cNvGrpSpPr/>
            <p:nvPr/>
          </p:nvGrpSpPr>
          <p:grpSpPr>
            <a:xfrm>
              <a:off x="13143678" y="-1203599"/>
              <a:ext cx="6647628" cy="6677419"/>
              <a:chOff x="-53636" y="0"/>
              <a:chExt cx="1036174" cy="1040818"/>
            </a:xfrm>
          </p:grpSpPr>
          <p:sp>
            <p:nvSpPr>
              <p:cNvPr id="33" name="Google Shape;90;p1">
                <a:extLst>
                  <a:ext uri="{FF2B5EF4-FFF2-40B4-BE49-F238E27FC236}">
                    <a16:creationId xmlns:a16="http://schemas.microsoft.com/office/drawing/2014/main" id="{481DDDF8-5C39-CC27-4EFD-AAB6648B66FE}"/>
                  </a:ext>
                </a:extLst>
              </p:cNvPr>
              <p:cNvSpPr/>
              <p:nvPr/>
            </p:nvSpPr>
            <p:spPr>
              <a:xfrm>
                <a:off x="-53636" y="0"/>
                <a:ext cx="1036174" cy="1040818"/>
              </a:xfrm>
              <a:custGeom>
                <a:avLst/>
                <a:gdLst/>
                <a:ahLst/>
                <a:cxnLst/>
                <a:rect l="l" t="t" r="r" b="b"/>
                <a:pathLst>
                  <a:path w="1036174" h="1040818" extrusionOk="0">
                    <a:moveTo>
                      <a:pt x="518087" y="0"/>
                    </a:moveTo>
                    <a:cubicBezTo>
                      <a:pt x="804593" y="1281"/>
                      <a:pt x="1036174" y="233901"/>
                      <a:pt x="1036174" y="520409"/>
                    </a:cubicBezTo>
                    <a:cubicBezTo>
                      <a:pt x="1036174" y="806917"/>
                      <a:pt x="804593" y="1039537"/>
                      <a:pt x="518087" y="1040818"/>
                    </a:cubicBezTo>
                    <a:cubicBezTo>
                      <a:pt x="231582" y="1039537"/>
                      <a:pt x="0" y="806917"/>
                      <a:pt x="0" y="520409"/>
                    </a:cubicBezTo>
                    <a:cubicBezTo>
                      <a:pt x="0" y="233901"/>
                      <a:pt x="231582" y="1281"/>
                      <a:pt x="518087" y="0"/>
                    </a:cubicBezTo>
                    <a:close/>
                  </a:path>
                </a:pathLst>
              </a:custGeom>
              <a:solidFill>
                <a:srgbClr val="D3D3D3">
                  <a:alpha val="18823"/>
                </a:srgbClr>
              </a:solidFill>
              <a:ln>
                <a:noFill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pPr defTabSz="609630">
                  <a:buClr>
                    <a:srgbClr val="000000"/>
                  </a:buClr>
                </a:pPr>
                <a:endParaRPr sz="933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91;p1">
                <a:extLst>
                  <a:ext uri="{FF2B5EF4-FFF2-40B4-BE49-F238E27FC236}">
                    <a16:creationId xmlns:a16="http://schemas.microsoft.com/office/drawing/2014/main" id="{5B85D3E2-2AE3-0937-9129-E2D24105D1A3}"/>
                  </a:ext>
                </a:extLst>
              </p:cNvPr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 defTabSz="609630">
                  <a:lnSpc>
                    <a:spcPct val="159944"/>
                  </a:lnSpc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" name="Google Shape;92;p1">
              <a:extLst>
                <a:ext uri="{FF2B5EF4-FFF2-40B4-BE49-F238E27FC236}">
                  <a16:creationId xmlns:a16="http://schemas.microsoft.com/office/drawing/2014/main" id="{6E4DC334-8E33-90E2-62DE-F0A726B1DFF3}"/>
                </a:ext>
              </a:extLst>
            </p:cNvPr>
            <p:cNvSpPr/>
            <p:nvPr/>
          </p:nvSpPr>
          <p:spPr>
            <a:xfrm>
              <a:off x="14314231" y="-646840"/>
              <a:ext cx="4732217" cy="4753427"/>
            </a:xfrm>
            <a:custGeom>
              <a:avLst/>
              <a:gdLst/>
              <a:ahLst/>
              <a:cxnLst/>
              <a:rect l="l" t="t" r="r" b="b"/>
              <a:pathLst>
                <a:path w="1246345" h="1251931" extrusionOk="0">
                  <a:moveTo>
                    <a:pt x="623172" y="0"/>
                  </a:moveTo>
                  <a:cubicBezTo>
                    <a:pt x="967791" y="1541"/>
                    <a:pt x="1246345" y="281344"/>
                    <a:pt x="1246345" y="625966"/>
                  </a:cubicBezTo>
                  <a:cubicBezTo>
                    <a:pt x="1246345" y="970588"/>
                    <a:pt x="967791" y="1250390"/>
                    <a:pt x="623172" y="1251931"/>
                  </a:cubicBezTo>
                  <a:cubicBezTo>
                    <a:pt x="278554" y="1250390"/>
                    <a:pt x="0" y="970588"/>
                    <a:pt x="0" y="625966"/>
                  </a:cubicBezTo>
                  <a:cubicBezTo>
                    <a:pt x="0" y="281344"/>
                    <a:pt x="278554" y="1541"/>
                    <a:pt x="623172" y="0"/>
                  </a:cubicBezTo>
                  <a:close/>
                </a:path>
              </a:pathLst>
            </a:custGeom>
            <a:solidFill>
              <a:srgbClr val="FABF8E"/>
            </a:solidFill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defTabSz="609630">
                <a:buClr>
                  <a:srgbClr val="000000"/>
                </a:buClr>
              </a:pPr>
              <a:endParaRPr sz="933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pic>
          <p:nvPicPr>
            <p:cNvPr id="24" name="Google Shape;93;p1">
              <a:extLst>
                <a:ext uri="{FF2B5EF4-FFF2-40B4-BE49-F238E27FC236}">
                  <a16:creationId xmlns:a16="http://schemas.microsoft.com/office/drawing/2014/main" id="{3F3B8F1A-3D05-F066-DA19-0E9F54321D3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4323196" y="8677293"/>
              <a:ext cx="3419866" cy="34198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94;p1">
              <a:extLst>
                <a:ext uri="{FF2B5EF4-FFF2-40B4-BE49-F238E27FC236}">
                  <a16:creationId xmlns:a16="http://schemas.microsoft.com/office/drawing/2014/main" id="{71CA5AF9-9643-0038-6B4F-B0ACBE05213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-2519252">
              <a:off x="-1236461" y="-3183705"/>
              <a:ext cx="6521564" cy="653344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6" name="Google Shape;97;p1">
              <a:extLst>
                <a:ext uri="{FF2B5EF4-FFF2-40B4-BE49-F238E27FC236}">
                  <a16:creationId xmlns:a16="http://schemas.microsoft.com/office/drawing/2014/main" id="{E47BD4B3-3377-2F3C-84E6-0AE3ED73CAD7}"/>
                </a:ext>
              </a:extLst>
            </p:cNvPr>
            <p:cNvGrpSpPr/>
            <p:nvPr/>
          </p:nvGrpSpPr>
          <p:grpSpPr>
            <a:xfrm>
              <a:off x="-685434" y="8616023"/>
              <a:ext cx="2970545" cy="2983858"/>
              <a:chOff x="-13395" y="0"/>
              <a:chExt cx="822176" cy="825861"/>
            </a:xfrm>
          </p:grpSpPr>
          <p:sp>
            <p:nvSpPr>
              <p:cNvPr id="31" name="Google Shape;98;p1">
                <a:extLst>
                  <a:ext uri="{FF2B5EF4-FFF2-40B4-BE49-F238E27FC236}">
                    <a16:creationId xmlns:a16="http://schemas.microsoft.com/office/drawing/2014/main" id="{B91AA584-C5DC-B53F-F724-AABA17A36F26}"/>
                  </a:ext>
                </a:extLst>
              </p:cNvPr>
              <p:cNvSpPr/>
              <p:nvPr/>
            </p:nvSpPr>
            <p:spPr>
              <a:xfrm>
                <a:off x="-13395" y="0"/>
                <a:ext cx="822176" cy="825861"/>
              </a:xfrm>
              <a:custGeom>
                <a:avLst/>
                <a:gdLst/>
                <a:ahLst/>
                <a:cxnLst/>
                <a:rect l="l" t="t" r="r" b="b"/>
                <a:pathLst>
                  <a:path w="822176" h="825861" extrusionOk="0">
                    <a:moveTo>
                      <a:pt x="411088" y="0"/>
                    </a:moveTo>
                    <a:cubicBezTo>
                      <a:pt x="638422" y="1017"/>
                      <a:pt x="822176" y="185594"/>
                      <a:pt x="822176" y="412930"/>
                    </a:cubicBezTo>
                    <a:cubicBezTo>
                      <a:pt x="822176" y="640267"/>
                      <a:pt x="638422" y="824844"/>
                      <a:pt x="411088" y="825861"/>
                    </a:cubicBezTo>
                    <a:cubicBezTo>
                      <a:pt x="183754" y="824844"/>
                      <a:pt x="0" y="640267"/>
                      <a:pt x="0" y="412930"/>
                    </a:cubicBezTo>
                    <a:cubicBezTo>
                      <a:pt x="0" y="185594"/>
                      <a:pt x="183754" y="1017"/>
                      <a:pt x="411088" y="0"/>
                    </a:cubicBezTo>
                    <a:close/>
                  </a:path>
                </a:pathLst>
              </a:custGeom>
              <a:solidFill>
                <a:srgbClr val="FD6100">
                  <a:alpha val="34901"/>
                </a:srgbClr>
              </a:solidFill>
              <a:ln>
                <a:noFill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pPr defTabSz="609630">
                  <a:buClr>
                    <a:srgbClr val="000000"/>
                  </a:buClr>
                </a:pPr>
                <a:endParaRPr sz="933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99;p1">
                <a:extLst>
                  <a:ext uri="{FF2B5EF4-FFF2-40B4-BE49-F238E27FC236}">
                    <a16:creationId xmlns:a16="http://schemas.microsoft.com/office/drawing/2014/main" id="{2CBD24AF-67F3-2416-2631-876279CD3852}"/>
                  </a:ext>
                </a:extLst>
              </p:cNvPr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 defTabSz="609630">
                  <a:lnSpc>
                    <a:spcPct val="159944"/>
                  </a:lnSpc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27" name="Google Shape;100;p1">
              <a:extLst>
                <a:ext uri="{FF2B5EF4-FFF2-40B4-BE49-F238E27FC236}">
                  <a16:creationId xmlns:a16="http://schemas.microsoft.com/office/drawing/2014/main" id="{F4618B7B-AFB8-94CB-D061-2AF828E5894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-986215">
              <a:off x="15768558" y="9187114"/>
              <a:ext cx="653009" cy="8571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101;p1">
              <a:extLst>
                <a:ext uri="{FF2B5EF4-FFF2-40B4-BE49-F238E27FC236}">
                  <a16:creationId xmlns:a16="http://schemas.microsoft.com/office/drawing/2014/main" id="{B9AF3994-8D87-57FF-29C5-B60A0AD0050F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 rot="1284272">
              <a:off x="15468600" y="1267991"/>
              <a:ext cx="859792" cy="8589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102;p1">
              <a:extLst>
                <a:ext uri="{FF2B5EF4-FFF2-40B4-BE49-F238E27FC236}">
                  <a16:creationId xmlns:a16="http://schemas.microsoft.com/office/drawing/2014/main" id="{41D74BA4-E5CD-3E04-890D-7714F650ACD0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 rot="-1560261">
              <a:off x="610010" y="9054068"/>
              <a:ext cx="881474" cy="60260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26A5EB3-2A2E-C2FF-99A0-4FD962E8831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90877" y="313004"/>
            <a:ext cx="3566188" cy="9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745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36923D-63BE-64A3-8647-03A1792AE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365124"/>
            <a:ext cx="9360000" cy="1260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4E1417-2889-EEA0-485C-4A19E7B16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30E20-9C0D-4408-9E7C-24A16A8F16E5}" type="datetime1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B57008-BBDF-9F52-1532-2B5839E29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0F9093-24A7-265A-E3A4-09A1E92AA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4120" y="6257630"/>
            <a:ext cx="720000" cy="360000"/>
          </a:xfrm>
        </p:spPr>
        <p:txBody>
          <a:bodyPr/>
          <a:lstStyle>
            <a:lvl1pPr>
              <a:defRPr i="0"/>
            </a:lvl1pPr>
          </a:lstStyle>
          <a:p>
            <a:fld id="{1D6CABD1-9010-4322-9305-0AF1AA8E7C9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FF9A98A0-0CB2-40F4-3665-1132BBCAF4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2000024"/>
            <a:ext cx="9360000" cy="39608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447938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 преподавател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8">
            <a:extLst>
              <a:ext uri="{FF2B5EF4-FFF2-40B4-BE49-F238E27FC236}">
                <a16:creationId xmlns:a16="http://schemas.microsoft.com/office/drawing/2014/main" id="{5891B36B-881C-4141-BBE6-B105A943903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5324" y="1989138"/>
            <a:ext cx="2520000" cy="32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dirty="0"/>
              <a:t>Добавить фото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1431227-3F31-1F55-504C-59639E440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22454E9-0BA8-C0EB-F384-D38227B71EA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64FB49F-753A-4CD7-94F4-EF5E997E21D4}" type="datetime1">
              <a:rPr lang="ru-RU" smtClean="0"/>
              <a:t>05.11.2025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9F868F1-C760-E5DF-0EBC-F1D3389B6F0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BC1E04F-8157-849F-0B79-23BD1F00362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D6CABD1-9010-4322-9305-0AF1AA8E7C9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6AA4838-9FE9-8698-FA1A-4D8DF377C2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56000" y="1989137"/>
            <a:ext cx="6500813" cy="83719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2"/>
                </a:solidFill>
              </a:defRPr>
            </a:lvl1pPr>
            <a:lvl2pPr marL="360000" indent="0">
              <a:buFontTx/>
              <a:buNone/>
              <a:defRPr/>
            </a:lvl2pPr>
            <a:lvl3pPr marL="720000" indent="0">
              <a:buFontTx/>
              <a:buNone/>
              <a:defRPr/>
            </a:lvl3pPr>
            <a:lvl4pPr marL="1080000" indent="0">
              <a:buFontTx/>
              <a:buNone/>
              <a:defRPr/>
            </a:lvl4pPr>
            <a:lvl5pPr marL="1440000" indent="0">
              <a:buFontTx/>
              <a:buNone/>
              <a:defRPr/>
            </a:lvl5pPr>
          </a:lstStyle>
          <a:p>
            <a:pPr lvl="0"/>
            <a:r>
              <a:rPr lang="ru-RU" dirty="0"/>
              <a:t>ФИО преподавателя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AE10BE44-B715-1E39-4C9F-F91762F24C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55999" y="3011055"/>
            <a:ext cx="6510121" cy="221808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ru-RU" dirty="0"/>
              <a:t>Перечислить компетенции</a:t>
            </a:r>
          </a:p>
        </p:txBody>
      </p:sp>
    </p:spTree>
    <p:extLst>
      <p:ext uri="{BB962C8B-B14F-4D97-AF65-F5344CB8AC3E}">
        <p14:creationId xmlns:p14="http://schemas.microsoft.com/office/powerpoint/2010/main" val="2855226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 курс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1431227-3F31-1F55-504C-59639E4405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120" y="365124"/>
            <a:ext cx="9360000" cy="1260000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22454E9-0BA8-C0EB-F384-D38227B71EA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7D7A11B-79C9-4824-B68A-F46F1BA2AE63}" type="datetime1">
              <a:rPr lang="ru-RU" smtClean="0"/>
              <a:t>05.11.2025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9F868F1-C760-E5DF-0EBC-F1D3389B6F0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BC1E04F-8157-849F-0B79-23BD1F00362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D6CABD1-9010-4322-9305-0AF1AA8E7C9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6AA4838-9FE9-8698-FA1A-4D8DF377C2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6120" y="1989137"/>
            <a:ext cx="9361488" cy="83719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2"/>
                </a:solidFill>
              </a:defRPr>
            </a:lvl1pPr>
            <a:lvl2pPr marL="360000" indent="0">
              <a:buFontTx/>
              <a:buNone/>
              <a:defRPr/>
            </a:lvl2pPr>
            <a:lvl3pPr marL="720000" indent="0">
              <a:buFontTx/>
              <a:buNone/>
              <a:defRPr/>
            </a:lvl3pPr>
            <a:lvl4pPr marL="1080000" indent="0">
              <a:buFontTx/>
              <a:buNone/>
              <a:defRPr/>
            </a:lvl4pPr>
            <a:lvl5pPr marL="1440000" indent="0">
              <a:buFontTx/>
              <a:buNone/>
              <a:defRPr/>
            </a:lvl5pPr>
          </a:lstStyle>
          <a:p>
            <a:r>
              <a:rPr lang="ru-RU" dirty="0"/>
              <a:t>Ввести название курса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AE10BE44-B715-1E39-4C9F-F91762F24C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6120" y="3011055"/>
            <a:ext cx="9360000" cy="221808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ru-RU" dirty="0"/>
              <a:t>Перечислить задачи курса</a:t>
            </a:r>
          </a:p>
        </p:txBody>
      </p:sp>
    </p:spTree>
    <p:extLst>
      <p:ext uri="{BB962C8B-B14F-4D97-AF65-F5344CB8AC3E}">
        <p14:creationId xmlns:p14="http://schemas.microsoft.com/office/powerpoint/2010/main" val="2948792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7C7B11-7240-4C09-49C2-B5727B240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1989138"/>
            <a:ext cx="9361488" cy="25200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71A954-D5AB-C313-EDF8-CA182ED7D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4589463"/>
            <a:ext cx="9361488" cy="13604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8F0904-DB1E-75E1-529F-1DDB87A52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BA69-5AD4-4716-9224-BFB97D348126}" type="datetime1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F283D9-ABB6-D698-C520-1EBB78E2B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95D15E-5C4E-B8CB-F233-A06556C06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CABD1-9010-4322-9305-0AF1AA8E7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369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7A1291AA-6A81-4BC3-1018-9D276E10E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91863-64BE-4D7D-A4E5-FBC61C69E2BD}" type="datetime1">
              <a:rPr lang="ru-RU" smtClean="0"/>
              <a:t>05.11.2025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AE3F1A4-7795-C8ED-0439-A0EA67FA3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A45DC8-A582-3D9F-16D9-E9F142F5E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CABD1-9010-4322-9305-0AF1AA8E7C96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916C5A07-85C0-65D8-E7DF-622FAC5DB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D5228689-B4DB-4CE3-D140-E847C9A095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437" y="2000024"/>
            <a:ext cx="4500000" cy="3960812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1" name="Объект 9">
            <a:extLst>
              <a:ext uri="{FF2B5EF4-FFF2-40B4-BE49-F238E27FC236}">
                <a16:creationId xmlns:a16="http://schemas.microsoft.com/office/drawing/2014/main" id="{FCB8D30A-D11A-ABAA-3359-0F90428B8B5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6813" y="2000024"/>
            <a:ext cx="4500000" cy="39608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709663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5DA5997-C5D6-ECF8-947A-7F91C0BCD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4" y="1989136"/>
            <a:ext cx="4500000" cy="9000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2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B259B3A-AF03-28D7-38AF-0B584AE6D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CC60B-6D3D-4740-8F5E-6154177876B4}" type="datetime1">
              <a:rPr lang="ru-RU" smtClean="0"/>
              <a:t>05.11.2025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C12E897-5AF1-2C7A-8688-29122C9FC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73F411-A1D6-F686-64E3-583BC6A98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CABD1-9010-4322-9305-0AF1AA8E7C96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8FEDF6F2-7F7D-281B-EABC-90B8ADFF1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1C1CCBDF-3C4E-C764-33CB-AC02EAA9B22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551804" y="1989136"/>
            <a:ext cx="4500000" cy="9000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2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Объект 9">
            <a:extLst>
              <a:ext uri="{FF2B5EF4-FFF2-40B4-BE49-F238E27FC236}">
                <a16:creationId xmlns:a16="http://schemas.microsoft.com/office/drawing/2014/main" id="{B57A9177-EB22-E400-2DD8-F9E0A6D81A1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6437" y="2971800"/>
            <a:ext cx="4500000" cy="2989036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5" name="Объект 9">
            <a:extLst>
              <a:ext uri="{FF2B5EF4-FFF2-40B4-BE49-F238E27FC236}">
                <a16:creationId xmlns:a16="http://schemas.microsoft.com/office/drawing/2014/main" id="{60EDC2F9-DE12-AECD-A155-1E3883C3E2B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813" y="2971800"/>
            <a:ext cx="4500000" cy="298903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4429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C89B2D-1F39-E975-5B4A-1F1CE69C1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39CBDBE-D9C1-7EA4-185E-524EE1980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78F0D-11A9-43DC-9DFD-8859F5DAC067}" type="datetime1">
              <a:rPr lang="ru-RU" smtClean="0"/>
              <a:t>05.11.2025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90B0C5A-0B87-3663-736D-D51B2B187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2D377D3-261A-4DC9-1FA0-FFF3541FD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CABD1-9010-4322-9305-0AF1AA8E7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2309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F14283D-8AD2-D424-95E1-E87EBEE57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4FA1-0467-4154-8897-9E2996EA91DE}" type="datetime1">
              <a:rPr lang="ru-RU" smtClean="0"/>
              <a:t>05.11.2025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2C9E13E-245A-453A-E50A-2C4B6B9D9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2CD2C2-A07C-DA7F-E49C-80FBBB367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CABD1-9010-4322-9305-0AF1AA8E7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140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C24F14-5768-1EE3-AF72-2F825A9C0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707" y="375920"/>
            <a:ext cx="3960000" cy="1620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32A2A6A-815F-B946-0F65-C6D0E1911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7707" y="2169160"/>
            <a:ext cx="3960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AB92A96-AAE3-51F4-096F-B5B4CCE68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A16EF-0520-47AF-A938-AC972F3BBEC4}" type="datetime1">
              <a:rPr lang="ru-RU" smtClean="0"/>
              <a:t>05.11.2025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17C149-8604-EB57-EB52-A7A0A63B5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FF54446-8F05-D0CC-1175-9848D4B49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CABD1-9010-4322-9305-0AF1AA8E7C96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Объект 9">
            <a:extLst>
              <a:ext uri="{FF2B5EF4-FFF2-40B4-BE49-F238E27FC236}">
                <a16:creationId xmlns:a16="http://schemas.microsoft.com/office/drawing/2014/main" id="{1DDAC58F-3B09-388E-D617-2C7E688C104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8317" y="369160"/>
            <a:ext cx="5040000" cy="5580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8457360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9A2E6E-380B-24CD-41B6-94886807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67826"/>
            <a:ext cx="3960000" cy="1620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AA7862B-17E9-4805-5B46-F6810F3CCA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30060" y="367826"/>
            <a:ext cx="5040000" cy="558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F67EB13-6FFB-BC14-7EEC-0020A5905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5485" y="2177986"/>
            <a:ext cx="3960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60FD031-56DF-FF9E-8042-20E7895C3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7F0C-0AC3-4DBA-96B3-98384534FE2F}" type="datetime1">
              <a:rPr lang="ru-RU" smtClean="0"/>
              <a:t>05.11.2025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28FC122-0DB5-C271-FEF7-FCAFC51A0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3A0F0F-7D7B-FF69-4934-108F63EFE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CABD1-9010-4322-9305-0AF1AA8E7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11850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опрос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F8A79297-C692-45A9-BEF3-9FDA8162976E}"/>
              </a:ext>
            </a:extLst>
          </p:cNvPr>
          <p:cNvSpPr txBox="1">
            <a:spLocks/>
          </p:cNvSpPr>
          <p:nvPr userDrawn="1"/>
        </p:nvSpPr>
        <p:spPr>
          <a:xfrm>
            <a:off x="1266794" y="2669523"/>
            <a:ext cx="3650827" cy="127245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5800" dirty="0"/>
              <a:t>Спасибо </a:t>
            </a:r>
          </a:p>
          <a:p>
            <a:r>
              <a:rPr lang="ru-RU" dirty="0"/>
              <a:t>за внимание!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4BCDCEA4-EA37-4B79-9769-583AB696C4CC}"/>
              </a:ext>
            </a:extLst>
          </p:cNvPr>
          <p:cNvSpPr txBox="1">
            <a:spLocks/>
          </p:cNvSpPr>
          <p:nvPr userDrawn="1"/>
        </p:nvSpPr>
        <p:spPr>
          <a:xfrm>
            <a:off x="1266794" y="3876099"/>
            <a:ext cx="3650827" cy="7575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200" b="0" dirty="0"/>
              <a:t>Ваши вопросы…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B0FE18D-9184-4EAD-9BB5-47B554113E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20186" y="345654"/>
            <a:ext cx="6404435" cy="640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325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олько заголов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86A41AA-86B0-4826-A836-4E2796BE84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607515" y="813903"/>
            <a:ext cx="11132389" cy="7590265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B97056C4-B048-4049-9955-FF24ACB243A3}"/>
              </a:ext>
            </a:extLst>
          </p:cNvPr>
          <p:cNvSpPr txBox="1">
            <a:spLocks/>
          </p:cNvSpPr>
          <p:nvPr userDrawn="1"/>
        </p:nvSpPr>
        <p:spPr>
          <a:xfrm>
            <a:off x="672974" y="1066495"/>
            <a:ext cx="9062089" cy="7575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2800" b="0" dirty="0">
                <a:latin typeface="+mj-lt"/>
              </a:rPr>
              <a:t>Ваш путь к успеху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39D19A2B-32CF-4D08-9532-19E0E8D0687F}"/>
              </a:ext>
            </a:extLst>
          </p:cNvPr>
          <p:cNvSpPr/>
          <p:nvPr userDrawn="1"/>
        </p:nvSpPr>
        <p:spPr>
          <a:xfrm>
            <a:off x="1086364" y="2331664"/>
            <a:ext cx="594208" cy="59420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8D3F54C-88AD-4193-AFA6-6F88CAC3F7A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28382" y="2540053"/>
            <a:ext cx="313035" cy="19484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53FEBFB-EDBE-4698-BC85-F289A32F5B0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26938" y="2490108"/>
            <a:ext cx="246075" cy="262211"/>
          </a:xfrm>
          <a:prstGeom prst="rect">
            <a:avLst/>
          </a:prstGeom>
        </p:spPr>
      </p:pic>
      <p:sp>
        <p:nvSpPr>
          <p:cNvPr id="18" name="Овал 17">
            <a:extLst>
              <a:ext uri="{FF2B5EF4-FFF2-40B4-BE49-F238E27FC236}">
                <a16:creationId xmlns:a16="http://schemas.microsoft.com/office/drawing/2014/main" id="{48E9CD85-0FA5-4C89-8C14-1A2EDABBDE8C}"/>
              </a:ext>
            </a:extLst>
          </p:cNvPr>
          <p:cNvSpPr/>
          <p:nvPr userDrawn="1"/>
        </p:nvSpPr>
        <p:spPr>
          <a:xfrm>
            <a:off x="5052872" y="2331664"/>
            <a:ext cx="594208" cy="59420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бъект 2">
            <a:extLst>
              <a:ext uri="{FF2B5EF4-FFF2-40B4-BE49-F238E27FC236}">
                <a16:creationId xmlns:a16="http://schemas.microsoft.com/office/drawing/2014/main" id="{A0FE37F1-BE4F-47A6-A981-96569F2D2FEC}"/>
              </a:ext>
            </a:extLst>
          </p:cNvPr>
          <p:cNvSpPr txBox="1">
            <a:spLocks/>
          </p:cNvSpPr>
          <p:nvPr userDrawn="1"/>
        </p:nvSpPr>
        <p:spPr>
          <a:xfrm>
            <a:off x="5718895" y="2331664"/>
            <a:ext cx="2967904" cy="981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ru-RU" altLang="ru-RU" sz="2400" dirty="0">
                <a:solidFill>
                  <a:schemeClr val="accent6">
                    <a:lumMod val="50000"/>
                  </a:schemeClr>
                </a:solidFill>
              </a:rPr>
              <a:t>+7 (495) 232-32-16</a:t>
            </a:r>
          </a:p>
          <a:p>
            <a:endParaRPr lang="ru-RU" sz="2800" dirty="0"/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1D0B2BD3-DF30-4577-B49D-A455EF3F75D3}"/>
              </a:ext>
            </a:extLst>
          </p:cNvPr>
          <p:cNvSpPr txBox="1">
            <a:spLocks/>
          </p:cNvSpPr>
          <p:nvPr userDrawn="1"/>
        </p:nvSpPr>
        <p:spPr>
          <a:xfrm>
            <a:off x="1763321" y="2331664"/>
            <a:ext cx="2967904" cy="981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altLang="ru-RU" sz="2400" dirty="0">
                <a:solidFill>
                  <a:schemeClr val="accent6">
                    <a:lumMod val="50000"/>
                  </a:schemeClr>
                </a:solidFill>
              </a:rPr>
              <a:t>info@specialist.ru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7D6C92-12C7-1052-CA37-DBDCEA97AFF2}"/>
              </a:ext>
            </a:extLst>
          </p:cNvPr>
          <p:cNvSpPr txBox="1"/>
          <p:nvPr userDrawn="1"/>
        </p:nvSpPr>
        <p:spPr>
          <a:xfrm>
            <a:off x="672974" y="543275"/>
            <a:ext cx="73983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457200" rtl="0" eaLnBrk="1" latinLnBrk="0" hangingPunct="1">
              <a:spcBef>
                <a:spcPct val="0"/>
              </a:spcBef>
              <a:buNone/>
            </a:pPr>
            <a:r>
              <a:rPr lang="ru-RU" sz="2800" b="1" kern="1200" dirty="0">
                <a:solidFill>
                  <a:schemeClr val="accent2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Учебный центр «СПЕЦИАЛИСТ» –</a:t>
            </a:r>
          </a:p>
        </p:txBody>
      </p:sp>
    </p:spTree>
    <p:extLst>
      <p:ext uri="{BB962C8B-B14F-4D97-AF65-F5344CB8AC3E}">
        <p14:creationId xmlns:p14="http://schemas.microsoft.com/office/powerpoint/2010/main" val="24130403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+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0"/>
            <a:ext cx="8596668" cy="1103764"/>
          </a:xfrm>
        </p:spPr>
        <p:txBody>
          <a:bodyPr anchor="b">
            <a:normAutofit/>
          </a:bodyPr>
          <a:lstStyle>
            <a:lvl1pPr algn="l">
              <a:defRPr sz="3600" b="1" cap="none">
                <a:solidFill>
                  <a:schemeClr val="accent2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77335" y="1103764"/>
            <a:ext cx="8596668" cy="8604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8A40602-8971-4CB5-A88A-1092251C7BE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77334" y="1964164"/>
            <a:ext cx="8596668" cy="43188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804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469564"/>
            <a:ext cx="9062089" cy="1252911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22475"/>
            <a:ext cx="8596668" cy="4318888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defRPr sz="2000" b="0"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516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9DB13-FF5B-8551-370C-460818250B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325" y="2814933"/>
            <a:ext cx="9900000" cy="144000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Тема презентации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5CFB835-36DA-0F32-40DF-A62B563356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9547" y="4400204"/>
            <a:ext cx="9000000" cy="66999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 dirty="0"/>
              <a:t>Автор презентации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F58BA7-9470-24C6-00C5-925D147E2B10}"/>
              </a:ext>
            </a:extLst>
          </p:cNvPr>
          <p:cNvSpPr txBox="1"/>
          <p:nvPr userDrawn="1"/>
        </p:nvSpPr>
        <p:spPr>
          <a:xfrm>
            <a:off x="842107" y="6054511"/>
            <a:ext cx="511495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0" dirty="0">
                <a:solidFill>
                  <a:schemeClr val="accent1">
                    <a:lumMod val="20000"/>
                    <a:lumOff val="8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specialist.ru</a:t>
            </a:r>
            <a:endParaRPr lang="ru-RU" sz="1500" b="0" dirty="0">
              <a:solidFill>
                <a:schemeClr val="accent1">
                  <a:lumMod val="20000"/>
                  <a:lumOff val="8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B5A6984-5722-C2CE-F9C2-253489B3A2B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5326" y="656775"/>
            <a:ext cx="3566188" cy="9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326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 белы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9DB13-FF5B-8551-370C-460818250B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0027" y="2814933"/>
            <a:ext cx="9900000" cy="144000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2"/>
                </a:solidFill>
              </a:defRPr>
            </a:lvl1pPr>
          </a:lstStyle>
          <a:p>
            <a:r>
              <a:rPr lang="ru-RU" dirty="0"/>
              <a:t>Тема презентации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5CFB835-36DA-0F32-40DF-A62B563356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10027" y="4400204"/>
            <a:ext cx="9000000" cy="66999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 dirty="0"/>
              <a:t>Автор презентации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F58BA7-9470-24C6-00C5-925D147E2B10}"/>
              </a:ext>
            </a:extLst>
          </p:cNvPr>
          <p:cNvSpPr txBox="1"/>
          <p:nvPr userDrawn="1"/>
        </p:nvSpPr>
        <p:spPr>
          <a:xfrm>
            <a:off x="842107" y="6054511"/>
            <a:ext cx="511495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0" dirty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specialist.ru</a:t>
            </a:r>
            <a:endParaRPr lang="ru-RU" sz="1500" b="0" dirty="0">
              <a:solidFill>
                <a:schemeClr val="accent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2E97BA17-4998-C357-DC2B-96BA31A30B50}"/>
              </a:ext>
            </a:extLst>
          </p:cNvPr>
          <p:cNvGrpSpPr/>
          <p:nvPr userDrawn="1"/>
        </p:nvGrpSpPr>
        <p:grpSpPr>
          <a:xfrm>
            <a:off x="-824306" y="-2122470"/>
            <a:ext cx="14018511" cy="10187243"/>
            <a:chOff x="-1236461" y="-3183705"/>
            <a:chExt cx="21027767" cy="15280864"/>
          </a:xfrm>
        </p:grpSpPr>
        <p:pic>
          <p:nvPicPr>
            <p:cNvPr id="21" name="Google Shape;88;p1">
              <a:extLst>
                <a:ext uri="{FF2B5EF4-FFF2-40B4-BE49-F238E27FC236}">
                  <a16:creationId xmlns:a16="http://schemas.microsoft.com/office/drawing/2014/main" id="{DB61D9B2-8667-54D6-0E8B-6156B19935A4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-878635" y="8046666"/>
              <a:ext cx="3419866" cy="341986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" name="Google Shape;89;p1">
              <a:extLst>
                <a:ext uri="{FF2B5EF4-FFF2-40B4-BE49-F238E27FC236}">
                  <a16:creationId xmlns:a16="http://schemas.microsoft.com/office/drawing/2014/main" id="{E2686C9A-2F4A-9C6B-C02C-C80E65506638}"/>
                </a:ext>
              </a:extLst>
            </p:cNvPr>
            <p:cNvGrpSpPr/>
            <p:nvPr/>
          </p:nvGrpSpPr>
          <p:grpSpPr>
            <a:xfrm>
              <a:off x="13143678" y="-1203599"/>
              <a:ext cx="6647628" cy="6677419"/>
              <a:chOff x="-53636" y="0"/>
              <a:chExt cx="1036174" cy="1040818"/>
            </a:xfrm>
          </p:grpSpPr>
          <p:sp>
            <p:nvSpPr>
              <p:cNvPr id="33" name="Google Shape;90;p1">
                <a:extLst>
                  <a:ext uri="{FF2B5EF4-FFF2-40B4-BE49-F238E27FC236}">
                    <a16:creationId xmlns:a16="http://schemas.microsoft.com/office/drawing/2014/main" id="{481DDDF8-5C39-CC27-4EFD-AAB6648B66FE}"/>
                  </a:ext>
                </a:extLst>
              </p:cNvPr>
              <p:cNvSpPr/>
              <p:nvPr/>
            </p:nvSpPr>
            <p:spPr>
              <a:xfrm>
                <a:off x="-53636" y="0"/>
                <a:ext cx="1036174" cy="1040818"/>
              </a:xfrm>
              <a:custGeom>
                <a:avLst/>
                <a:gdLst/>
                <a:ahLst/>
                <a:cxnLst/>
                <a:rect l="l" t="t" r="r" b="b"/>
                <a:pathLst>
                  <a:path w="1036174" h="1040818" extrusionOk="0">
                    <a:moveTo>
                      <a:pt x="518087" y="0"/>
                    </a:moveTo>
                    <a:cubicBezTo>
                      <a:pt x="804593" y="1281"/>
                      <a:pt x="1036174" y="233901"/>
                      <a:pt x="1036174" y="520409"/>
                    </a:cubicBezTo>
                    <a:cubicBezTo>
                      <a:pt x="1036174" y="806917"/>
                      <a:pt x="804593" y="1039537"/>
                      <a:pt x="518087" y="1040818"/>
                    </a:cubicBezTo>
                    <a:cubicBezTo>
                      <a:pt x="231582" y="1039537"/>
                      <a:pt x="0" y="806917"/>
                      <a:pt x="0" y="520409"/>
                    </a:cubicBezTo>
                    <a:cubicBezTo>
                      <a:pt x="0" y="233901"/>
                      <a:pt x="231582" y="1281"/>
                      <a:pt x="518087" y="0"/>
                    </a:cubicBezTo>
                    <a:close/>
                  </a:path>
                </a:pathLst>
              </a:custGeom>
              <a:solidFill>
                <a:srgbClr val="D3D3D3">
                  <a:alpha val="18823"/>
                </a:srgbClr>
              </a:solidFill>
              <a:ln>
                <a:noFill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pPr defTabSz="457223">
                  <a:buClr>
                    <a:srgbClr val="000000"/>
                  </a:buClr>
                </a:pPr>
                <a:endParaRPr sz="7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91;p1">
                <a:extLst>
                  <a:ext uri="{FF2B5EF4-FFF2-40B4-BE49-F238E27FC236}">
                    <a16:creationId xmlns:a16="http://schemas.microsoft.com/office/drawing/2014/main" id="{5B85D3E2-2AE3-0937-9129-E2D24105D1A3}"/>
                  </a:ext>
                </a:extLst>
              </p:cNvPr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 defTabSz="457223">
                  <a:lnSpc>
                    <a:spcPct val="159944"/>
                  </a:lnSpc>
                  <a:buClr>
                    <a:srgbClr val="000000"/>
                  </a:buClr>
                </a:pPr>
                <a:endParaRPr sz="9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" name="Google Shape;92;p1">
              <a:extLst>
                <a:ext uri="{FF2B5EF4-FFF2-40B4-BE49-F238E27FC236}">
                  <a16:creationId xmlns:a16="http://schemas.microsoft.com/office/drawing/2014/main" id="{6E4DC334-8E33-90E2-62DE-F0A726B1DFF3}"/>
                </a:ext>
              </a:extLst>
            </p:cNvPr>
            <p:cNvSpPr/>
            <p:nvPr/>
          </p:nvSpPr>
          <p:spPr>
            <a:xfrm>
              <a:off x="14314231" y="-646840"/>
              <a:ext cx="4732217" cy="4753427"/>
            </a:xfrm>
            <a:custGeom>
              <a:avLst/>
              <a:gdLst/>
              <a:ahLst/>
              <a:cxnLst/>
              <a:rect l="l" t="t" r="r" b="b"/>
              <a:pathLst>
                <a:path w="1246345" h="1251931" extrusionOk="0">
                  <a:moveTo>
                    <a:pt x="623172" y="0"/>
                  </a:moveTo>
                  <a:cubicBezTo>
                    <a:pt x="967791" y="1541"/>
                    <a:pt x="1246345" y="281344"/>
                    <a:pt x="1246345" y="625966"/>
                  </a:cubicBezTo>
                  <a:cubicBezTo>
                    <a:pt x="1246345" y="970588"/>
                    <a:pt x="967791" y="1250390"/>
                    <a:pt x="623172" y="1251931"/>
                  </a:cubicBezTo>
                  <a:cubicBezTo>
                    <a:pt x="278554" y="1250390"/>
                    <a:pt x="0" y="970588"/>
                    <a:pt x="0" y="625966"/>
                  </a:cubicBezTo>
                  <a:cubicBezTo>
                    <a:pt x="0" y="281344"/>
                    <a:pt x="278554" y="1541"/>
                    <a:pt x="623172" y="0"/>
                  </a:cubicBezTo>
                  <a:close/>
                </a:path>
              </a:pathLst>
            </a:custGeom>
            <a:solidFill>
              <a:srgbClr val="FABF8E"/>
            </a:solidFill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defTabSz="457223">
                <a:buClr>
                  <a:srgbClr val="000000"/>
                </a:buClr>
              </a:pPr>
              <a:endParaRPr sz="7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pic>
          <p:nvPicPr>
            <p:cNvPr id="24" name="Google Shape;93;p1">
              <a:extLst>
                <a:ext uri="{FF2B5EF4-FFF2-40B4-BE49-F238E27FC236}">
                  <a16:creationId xmlns:a16="http://schemas.microsoft.com/office/drawing/2014/main" id="{3F3B8F1A-3D05-F066-DA19-0E9F54321D3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4323196" y="8677293"/>
              <a:ext cx="3419866" cy="34198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94;p1">
              <a:extLst>
                <a:ext uri="{FF2B5EF4-FFF2-40B4-BE49-F238E27FC236}">
                  <a16:creationId xmlns:a16="http://schemas.microsoft.com/office/drawing/2014/main" id="{71CA5AF9-9643-0038-6B4F-B0ACBE05213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-2519252">
              <a:off x="-1236461" y="-3183705"/>
              <a:ext cx="6521564" cy="653344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6" name="Google Shape;97;p1">
              <a:extLst>
                <a:ext uri="{FF2B5EF4-FFF2-40B4-BE49-F238E27FC236}">
                  <a16:creationId xmlns:a16="http://schemas.microsoft.com/office/drawing/2014/main" id="{E47BD4B3-3377-2F3C-84E6-0AE3ED73CAD7}"/>
                </a:ext>
              </a:extLst>
            </p:cNvPr>
            <p:cNvGrpSpPr/>
            <p:nvPr/>
          </p:nvGrpSpPr>
          <p:grpSpPr>
            <a:xfrm>
              <a:off x="-685434" y="8616023"/>
              <a:ext cx="2970545" cy="2983858"/>
              <a:chOff x="-13395" y="0"/>
              <a:chExt cx="822176" cy="825861"/>
            </a:xfrm>
          </p:grpSpPr>
          <p:sp>
            <p:nvSpPr>
              <p:cNvPr id="31" name="Google Shape;98;p1">
                <a:extLst>
                  <a:ext uri="{FF2B5EF4-FFF2-40B4-BE49-F238E27FC236}">
                    <a16:creationId xmlns:a16="http://schemas.microsoft.com/office/drawing/2014/main" id="{B91AA584-C5DC-B53F-F724-AABA17A36F26}"/>
                  </a:ext>
                </a:extLst>
              </p:cNvPr>
              <p:cNvSpPr/>
              <p:nvPr/>
            </p:nvSpPr>
            <p:spPr>
              <a:xfrm>
                <a:off x="-13395" y="0"/>
                <a:ext cx="822176" cy="825861"/>
              </a:xfrm>
              <a:custGeom>
                <a:avLst/>
                <a:gdLst/>
                <a:ahLst/>
                <a:cxnLst/>
                <a:rect l="l" t="t" r="r" b="b"/>
                <a:pathLst>
                  <a:path w="822176" h="825861" extrusionOk="0">
                    <a:moveTo>
                      <a:pt x="411088" y="0"/>
                    </a:moveTo>
                    <a:cubicBezTo>
                      <a:pt x="638422" y="1017"/>
                      <a:pt x="822176" y="185594"/>
                      <a:pt x="822176" y="412930"/>
                    </a:cubicBezTo>
                    <a:cubicBezTo>
                      <a:pt x="822176" y="640267"/>
                      <a:pt x="638422" y="824844"/>
                      <a:pt x="411088" y="825861"/>
                    </a:cubicBezTo>
                    <a:cubicBezTo>
                      <a:pt x="183754" y="824844"/>
                      <a:pt x="0" y="640267"/>
                      <a:pt x="0" y="412930"/>
                    </a:cubicBezTo>
                    <a:cubicBezTo>
                      <a:pt x="0" y="185594"/>
                      <a:pt x="183754" y="1017"/>
                      <a:pt x="411088" y="0"/>
                    </a:cubicBezTo>
                    <a:close/>
                  </a:path>
                </a:pathLst>
              </a:custGeom>
              <a:solidFill>
                <a:srgbClr val="FD6100">
                  <a:alpha val="34901"/>
                </a:srgbClr>
              </a:solidFill>
              <a:ln>
                <a:noFill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pPr defTabSz="457223">
                  <a:buClr>
                    <a:srgbClr val="000000"/>
                  </a:buClr>
                </a:pPr>
                <a:endParaRPr sz="700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99;p1">
                <a:extLst>
                  <a:ext uri="{FF2B5EF4-FFF2-40B4-BE49-F238E27FC236}">
                    <a16:creationId xmlns:a16="http://schemas.microsoft.com/office/drawing/2014/main" id="{2CBD24AF-67F3-2416-2631-876279CD3852}"/>
                  </a:ext>
                </a:extLst>
              </p:cNvPr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 defTabSz="457223">
                  <a:lnSpc>
                    <a:spcPct val="159944"/>
                  </a:lnSpc>
                  <a:buClr>
                    <a:srgbClr val="000000"/>
                  </a:buClr>
                </a:pPr>
                <a:endParaRPr sz="9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27" name="Google Shape;100;p1">
              <a:extLst>
                <a:ext uri="{FF2B5EF4-FFF2-40B4-BE49-F238E27FC236}">
                  <a16:creationId xmlns:a16="http://schemas.microsoft.com/office/drawing/2014/main" id="{F4618B7B-AFB8-94CB-D061-2AF828E5894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-986215">
              <a:off x="15768558" y="9187114"/>
              <a:ext cx="653009" cy="8571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101;p1">
              <a:extLst>
                <a:ext uri="{FF2B5EF4-FFF2-40B4-BE49-F238E27FC236}">
                  <a16:creationId xmlns:a16="http://schemas.microsoft.com/office/drawing/2014/main" id="{B9AF3994-8D87-57FF-29C5-B60A0AD0050F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 rot="1284272">
              <a:off x="15468600" y="1267991"/>
              <a:ext cx="859792" cy="8589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102;p1">
              <a:extLst>
                <a:ext uri="{FF2B5EF4-FFF2-40B4-BE49-F238E27FC236}">
                  <a16:creationId xmlns:a16="http://schemas.microsoft.com/office/drawing/2014/main" id="{41D74BA4-E5CD-3E04-890D-7714F650ACD0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 rot="-1560261">
              <a:off x="610010" y="9054068"/>
              <a:ext cx="881474" cy="60260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26A5EB3-2A2E-C2FF-99A0-4FD962E88315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90878" y="313004"/>
            <a:ext cx="3566188" cy="9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85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36923D-63BE-64A3-8647-03A1792AE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365124"/>
            <a:ext cx="9360000" cy="1260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4E1417-2889-EEA0-485C-4A19E7B16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30E20-9C0D-4408-9E7C-24A16A8F16E5}" type="datetime1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B57008-BBDF-9F52-1532-2B5839E29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0F9093-24A7-265A-E3A4-09A1E92AA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4120" y="6257630"/>
            <a:ext cx="720000" cy="360000"/>
          </a:xfrm>
        </p:spPr>
        <p:txBody>
          <a:bodyPr/>
          <a:lstStyle>
            <a:lvl1pPr>
              <a:defRPr i="0"/>
            </a:lvl1pPr>
          </a:lstStyle>
          <a:p>
            <a:fld id="{1D6CABD1-9010-4322-9305-0AF1AA8E7C9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FF9A98A0-0CB2-40F4-3665-1132BBCAF4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2000024"/>
            <a:ext cx="9360000" cy="39608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1883390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 преподавател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8">
            <a:extLst>
              <a:ext uri="{FF2B5EF4-FFF2-40B4-BE49-F238E27FC236}">
                <a16:creationId xmlns:a16="http://schemas.microsoft.com/office/drawing/2014/main" id="{5891B36B-881C-4141-BBE6-B105A943903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5324" y="1989138"/>
            <a:ext cx="2520000" cy="32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dirty="0"/>
              <a:t>Добавить фото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1431227-3F31-1F55-504C-59639E440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22454E9-0BA8-C0EB-F384-D38227B71EA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64FB49F-753A-4CD7-94F4-EF5E997E21D4}" type="datetime1">
              <a:rPr lang="ru-RU" smtClean="0"/>
              <a:t>05.11.2025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9F868F1-C760-E5DF-0EBC-F1D3389B6F0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BC1E04F-8157-849F-0B79-23BD1F00362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D6CABD1-9010-4322-9305-0AF1AA8E7C9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6AA4838-9FE9-8698-FA1A-4D8DF377C2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56000" y="1989137"/>
            <a:ext cx="6500813" cy="83719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>
                <a:solidFill>
                  <a:schemeClr val="accent2"/>
                </a:solidFill>
              </a:defRPr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810000" indent="0">
              <a:buFontTx/>
              <a:buNone/>
              <a:defRPr/>
            </a:lvl4pPr>
            <a:lvl5pPr marL="1080000" indent="0">
              <a:buFontTx/>
              <a:buNone/>
              <a:defRPr/>
            </a:lvl5pPr>
          </a:lstStyle>
          <a:p>
            <a:pPr lvl="0"/>
            <a:r>
              <a:rPr lang="ru-RU" dirty="0"/>
              <a:t>ФИО преподавателя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AE10BE44-B715-1E39-4C9F-F91762F24C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56001" y="3011057"/>
            <a:ext cx="6510121" cy="221808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ru-RU" dirty="0"/>
              <a:t>Перечислить компетенции</a:t>
            </a:r>
          </a:p>
        </p:txBody>
      </p:sp>
    </p:spTree>
    <p:extLst>
      <p:ext uri="{BB962C8B-B14F-4D97-AF65-F5344CB8AC3E}">
        <p14:creationId xmlns:p14="http://schemas.microsoft.com/office/powerpoint/2010/main" val="9083295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 курс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1431227-3F31-1F55-504C-59639E4405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120" y="365124"/>
            <a:ext cx="9360000" cy="1260000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22454E9-0BA8-C0EB-F384-D38227B71EA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7D7A11B-79C9-4824-B68A-F46F1BA2AE63}" type="datetime1">
              <a:rPr lang="ru-RU" smtClean="0"/>
              <a:t>05.11.2025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9F868F1-C760-E5DF-0EBC-F1D3389B6F0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BC1E04F-8157-849F-0B79-23BD1F00362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D6CABD1-9010-4322-9305-0AF1AA8E7C9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6AA4838-9FE9-8698-FA1A-4D8DF377C2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6120" y="1989137"/>
            <a:ext cx="9361488" cy="83719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>
                <a:solidFill>
                  <a:schemeClr val="accent2"/>
                </a:solidFill>
              </a:defRPr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810000" indent="0">
              <a:buFontTx/>
              <a:buNone/>
              <a:defRPr/>
            </a:lvl4pPr>
            <a:lvl5pPr marL="1080000" indent="0">
              <a:buFontTx/>
              <a:buNone/>
              <a:defRPr/>
            </a:lvl5pPr>
          </a:lstStyle>
          <a:p>
            <a:r>
              <a:rPr lang="ru-RU" dirty="0"/>
              <a:t>Ввести название курса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AE10BE44-B715-1E39-4C9F-F91762F24C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6120" y="3011057"/>
            <a:ext cx="9360000" cy="221808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ru-RU" dirty="0"/>
              <a:t>Перечислить задачи курса</a:t>
            </a:r>
          </a:p>
        </p:txBody>
      </p:sp>
    </p:spTree>
    <p:extLst>
      <p:ext uri="{BB962C8B-B14F-4D97-AF65-F5344CB8AC3E}">
        <p14:creationId xmlns:p14="http://schemas.microsoft.com/office/powerpoint/2010/main" val="2938880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7C7B11-7240-4C09-49C2-B5727B240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1989138"/>
            <a:ext cx="9361488" cy="2520000"/>
          </a:xfrm>
        </p:spPr>
        <p:txBody>
          <a:bodyPr anchor="b">
            <a:normAutofit/>
          </a:bodyPr>
          <a:lstStyle>
            <a:lvl1pPr>
              <a:defRPr sz="33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71A954-D5AB-C313-EDF8-CA182ED7D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4589465"/>
            <a:ext cx="9361488" cy="13604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8F0904-DB1E-75E1-529F-1DDB87A52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BA69-5AD4-4716-9224-BFB97D348126}" type="datetime1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F283D9-ABB6-D698-C520-1EBB78E2B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95D15E-5C4E-B8CB-F233-A06556C06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CABD1-9010-4322-9305-0AF1AA8E7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0945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7A1291AA-6A81-4BC3-1018-9D276E10E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91863-64BE-4D7D-A4E5-FBC61C69E2BD}" type="datetime1">
              <a:rPr lang="ru-RU" smtClean="0"/>
              <a:t>05.11.2025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AE3F1A4-7795-C8ED-0439-A0EA67FA3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A45DC8-A582-3D9F-16D9-E9F142F5E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CABD1-9010-4322-9305-0AF1AA8E7C96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916C5A07-85C0-65D8-E7DF-622FAC5DB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D5228689-B4DB-4CE3-D140-E847C9A095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437" y="2000024"/>
            <a:ext cx="4500000" cy="3960812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1" name="Объект 9">
            <a:extLst>
              <a:ext uri="{FF2B5EF4-FFF2-40B4-BE49-F238E27FC236}">
                <a16:creationId xmlns:a16="http://schemas.microsoft.com/office/drawing/2014/main" id="{FCB8D30A-D11A-ABAA-3359-0F90428B8B5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6813" y="2000024"/>
            <a:ext cx="4500000" cy="39608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7703117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5DA5997-C5D6-ECF8-947A-7F91C0BCD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4" y="1989136"/>
            <a:ext cx="4500000" cy="9000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650" b="1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B259B3A-AF03-28D7-38AF-0B584AE6D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CC60B-6D3D-4740-8F5E-6154177876B4}" type="datetime1">
              <a:rPr lang="ru-RU" smtClean="0"/>
              <a:t>05.11.2025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C12E897-5AF1-2C7A-8688-29122C9FC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73F411-A1D6-F686-64E3-583BC6A98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CABD1-9010-4322-9305-0AF1AA8E7C96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8FEDF6F2-7F7D-281B-EABC-90B8ADFF1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1C1CCBDF-3C4E-C764-33CB-AC02EAA9B22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551804" y="1989136"/>
            <a:ext cx="4500000" cy="9000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650" b="1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Объект 9">
            <a:extLst>
              <a:ext uri="{FF2B5EF4-FFF2-40B4-BE49-F238E27FC236}">
                <a16:creationId xmlns:a16="http://schemas.microsoft.com/office/drawing/2014/main" id="{B57A9177-EB22-E400-2DD8-F9E0A6D81A1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6437" y="2971800"/>
            <a:ext cx="4500000" cy="2989036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5" name="Объект 9">
            <a:extLst>
              <a:ext uri="{FF2B5EF4-FFF2-40B4-BE49-F238E27FC236}">
                <a16:creationId xmlns:a16="http://schemas.microsoft.com/office/drawing/2014/main" id="{60EDC2F9-DE12-AECD-A155-1E3883C3E2B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813" y="2971800"/>
            <a:ext cx="4500000" cy="298903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7483917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C89B2D-1F39-E975-5B4A-1F1CE69C1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39CBDBE-D9C1-7EA4-185E-524EE1980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78F0D-11A9-43DC-9DFD-8859F5DAC067}" type="datetime1">
              <a:rPr lang="ru-RU" smtClean="0"/>
              <a:t>05.11.2025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90B0C5A-0B87-3663-736D-D51B2B187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2D377D3-261A-4DC9-1FA0-FFF3541FD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CABD1-9010-4322-9305-0AF1AA8E7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01205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F14283D-8AD2-D424-95E1-E87EBEE57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4FA1-0467-4154-8897-9E2996EA91DE}" type="datetime1">
              <a:rPr lang="ru-RU" smtClean="0"/>
              <a:t>05.11.2025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2C9E13E-245A-453A-E50A-2C4B6B9D9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2CD2C2-A07C-DA7F-E49C-80FBBB367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CABD1-9010-4322-9305-0AF1AA8E7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29308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C24F14-5768-1EE3-AF72-2F825A9C0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707" y="375920"/>
            <a:ext cx="3960000" cy="16200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32A2A6A-815F-B946-0F65-C6D0E1911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7707" y="2169160"/>
            <a:ext cx="3960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AB92A96-AAE3-51F4-096F-B5B4CCE68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A16EF-0520-47AF-A938-AC972F3BBEC4}" type="datetime1">
              <a:rPr lang="ru-RU" smtClean="0"/>
              <a:t>05.11.2025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17C149-8604-EB57-EB52-A7A0A63B5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FF54446-8F05-D0CC-1175-9848D4B49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CABD1-9010-4322-9305-0AF1AA8E7C96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Объект 9">
            <a:extLst>
              <a:ext uri="{FF2B5EF4-FFF2-40B4-BE49-F238E27FC236}">
                <a16:creationId xmlns:a16="http://schemas.microsoft.com/office/drawing/2014/main" id="{1DDAC58F-3B09-388E-D617-2C7E688C104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8317" y="369160"/>
            <a:ext cx="5040000" cy="5580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2379593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9A2E6E-380B-24CD-41B6-94886807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67826"/>
            <a:ext cx="3960000" cy="16200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AA7862B-17E9-4805-5B46-F6810F3CCA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30060" y="367826"/>
            <a:ext cx="5040000" cy="558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F67EB13-6FFB-BC14-7EEC-0020A5905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5485" y="2177986"/>
            <a:ext cx="3960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60FD031-56DF-FF9E-8042-20E7895C3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7F0C-0AC3-4DBA-96B3-98384534FE2F}" type="datetime1">
              <a:rPr lang="ru-RU" smtClean="0"/>
              <a:t>05.11.2025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28FC122-0DB5-C271-FEF7-FCAFC51A0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3A0F0F-7D7B-FF69-4934-108F63EFE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CABD1-9010-4322-9305-0AF1AA8E7C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0639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опрос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F8A79297-C692-45A9-BEF3-9FDA8162976E}"/>
              </a:ext>
            </a:extLst>
          </p:cNvPr>
          <p:cNvSpPr txBox="1">
            <a:spLocks/>
          </p:cNvSpPr>
          <p:nvPr userDrawn="1"/>
        </p:nvSpPr>
        <p:spPr>
          <a:xfrm>
            <a:off x="1266795" y="2669525"/>
            <a:ext cx="3650827" cy="1272455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350" dirty="0"/>
              <a:t>Спасибо </a:t>
            </a:r>
          </a:p>
          <a:p>
            <a:r>
              <a:rPr lang="ru-RU" sz="2700" dirty="0"/>
              <a:t>за внимание!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4BCDCEA4-EA37-4B79-9769-583AB696C4CC}"/>
              </a:ext>
            </a:extLst>
          </p:cNvPr>
          <p:cNvSpPr txBox="1">
            <a:spLocks/>
          </p:cNvSpPr>
          <p:nvPr userDrawn="1"/>
        </p:nvSpPr>
        <p:spPr>
          <a:xfrm>
            <a:off x="1266795" y="3876099"/>
            <a:ext cx="3650827" cy="757544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2400" b="0" dirty="0"/>
              <a:t>Ваши вопросы…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B0FE18D-9184-4EAD-9BB5-47B554113E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20187" y="345656"/>
            <a:ext cx="6404435" cy="640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5889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олько заголов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86A41AA-86B0-4826-A836-4E2796BE84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607515" y="813905"/>
            <a:ext cx="11132389" cy="7590265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B97056C4-B048-4049-9955-FF24ACB243A3}"/>
              </a:ext>
            </a:extLst>
          </p:cNvPr>
          <p:cNvSpPr txBox="1">
            <a:spLocks/>
          </p:cNvSpPr>
          <p:nvPr userDrawn="1"/>
        </p:nvSpPr>
        <p:spPr>
          <a:xfrm>
            <a:off x="672976" y="1066495"/>
            <a:ext cx="9062089" cy="757544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2100" b="0" dirty="0">
                <a:latin typeface="+mj-lt"/>
              </a:rPr>
              <a:t>Ваш путь к успеху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39D19A2B-32CF-4D08-9532-19E0E8D0687F}"/>
              </a:ext>
            </a:extLst>
          </p:cNvPr>
          <p:cNvSpPr/>
          <p:nvPr userDrawn="1"/>
        </p:nvSpPr>
        <p:spPr>
          <a:xfrm>
            <a:off x="1086364" y="2331664"/>
            <a:ext cx="594208" cy="59420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8D3F54C-88AD-4193-AFA6-6F88CAC3F7A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28383" y="2540053"/>
            <a:ext cx="313035" cy="19484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53FEBFB-EDBE-4698-BC85-F289A32F5B0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26939" y="2490110"/>
            <a:ext cx="246075" cy="262211"/>
          </a:xfrm>
          <a:prstGeom prst="rect">
            <a:avLst/>
          </a:prstGeom>
        </p:spPr>
      </p:pic>
      <p:sp>
        <p:nvSpPr>
          <p:cNvPr id="18" name="Овал 17">
            <a:extLst>
              <a:ext uri="{FF2B5EF4-FFF2-40B4-BE49-F238E27FC236}">
                <a16:creationId xmlns:a16="http://schemas.microsoft.com/office/drawing/2014/main" id="{48E9CD85-0FA5-4C89-8C14-1A2EDABBDE8C}"/>
              </a:ext>
            </a:extLst>
          </p:cNvPr>
          <p:cNvSpPr/>
          <p:nvPr userDrawn="1"/>
        </p:nvSpPr>
        <p:spPr>
          <a:xfrm>
            <a:off x="5052872" y="2331664"/>
            <a:ext cx="594208" cy="59420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  <p:sp>
        <p:nvSpPr>
          <p:cNvPr id="20" name="Объект 2">
            <a:extLst>
              <a:ext uri="{FF2B5EF4-FFF2-40B4-BE49-F238E27FC236}">
                <a16:creationId xmlns:a16="http://schemas.microsoft.com/office/drawing/2014/main" id="{A0FE37F1-BE4F-47A6-A981-96569F2D2FEC}"/>
              </a:ext>
            </a:extLst>
          </p:cNvPr>
          <p:cNvSpPr txBox="1">
            <a:spLocks/>
          </p:cNvSpPr>
          <p:nvPr userDrawn="1"/>
        </p:nvSpPr>
        <p:spPr>
          <a:xfrm>
            <a:off x="5718895" y="2331664"/>
            <a:ext cx="2967904" cy="9817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4572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ru-RU" altLang="ru-RU" sz="1800" dirty="0">
                <a:solidFill>
                  <a:schemeClr val="accent6">
                    <a:lumMod val="50000"/>
                  </a:schemeClr>
                </a:solidFill>
              </a:rPr>
              <a:t>+7 (495) 232-32-16</a:t>
            </a:r>
          </a:p>
          <a:p>
            <a:endParaRPr lang="ru-RU" sz="2100" dirty="0"/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1D0B2BD3-DF30-4577-B49D-A455EF3F75D3}"/>
              </a:ext>
            </a:extLst>
          </p:cNvPr>
          <p:cNvSpPr txBox="1">
            <a:spLocks/>
          </p:cNvSpPr>
          <p:nvPr userDrawn="1"/>
        </p:nvSpPr>
        <p:spPr>
          <a:xfrm>
            <a:off x="1763321" y="2331664"/>
            <a:ext cx="2967904" cy="9817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4572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altLang="ru-RU" sz="1800" dirty="0">
                <a:solidFill>
                  <a:schemeClr val="accent6">
                    <a:lumMod val="50000"/>
                  </a:schemeClr>
                </a:solidFill>
              </a:rPr>
              <a:t>info@specialist.ru</a:t>
            </a:r>
            <a:endParaRPr lang="ru-RU" sz="2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7D6C92-12C7-1052-CA37-DBDCEA97AFF2}"/>
              </a:ext>
            </a:extLst>
          </p:cNvPr>
          <p:cNvSpPr txBox="1"/>
          <p:nvPr userDrawn="1"/>
        </p:nvSpPr>
        <p:spPr>
          <a:xfrm>
            <a:off x="672974" y="543275"/>
            <a:ext cx="739832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342900" rtl="0" eaLnBrk="1" latinLnBrk="0" hangingPunct="1">
              <a:spcBef>
                <a:spcPct val="0"/>
              </a:spcBef>
              <a:buNone/>
            </a:pPr>
            <a:r>
              <a:rPr lang="ru-RU" sz="2100" b="1" kern="1200" dirty="0">
                <a:solidFill>
                  <a:schemeClr val="accent2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Учебный центр «СПЕЦИАЛИСТ» –</a:t>
            </a:r>
          </a:p>
        </p:txBody>
      </p:sp>
    </p:spTree>
    <p:extLst>
      <p:ext uri="{BB962C8B-B14F-4D97-AF65-F5344CB8AC3E}">
        <p14:creationId xmlns:p14="http://schemas.microsoft.com/office/powerpoint/2010/main" val="28692261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60685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os objetos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3210D92-D7EA-4941-8360-FC572DD0FA55}"/>
              </a:ext>
            </a:extLst>
          </p:cNvPr>
          <p:cNvSpPr/>
          <p:nvPr userDrawn="1"/>
        </p:nvSpPr>
        <p:spPr>
          <a:xfrm>
            <a:off x="5326071" y="6307683"/>
            <a:ext cx="4092787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750" spc="450" dirty="0">
                <a:solidFill>
                  <a:srgbClr val="9218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BARCELONA | MADRID | MALTA | ONLINE</a:t>
            </a:r>
            <a:endParaRPr lang="ru-RU" sz="750" spc="450" dirty="0">
              <a:solidFill>
                <a:srgbClr val="92182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293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6CC881-0A88-DA22-16AF-04AF9980A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365124"/>
            <a:ext cx="9360000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9B72E9-2C24-875C-7E08-D4C4976B2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7080" y="6257630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2"/>
                </a:solidFill>
              </a:defRPr>
            </a:lvl1pPr>
          </a:lstStyle>
          <a:p>
            <a:fld id="{AAFC33D5-720B-46E2-A2B0-608877884152}" type="datetime1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5C28D4-F348-6C75-B739-558D04DE66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8280" y="6257630"/>
            <a:ext cx="36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F3BB23-1875-D2AB-C28E-F96E42EC01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4440" y="6257630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accent2"/>
                </a:solidFill>
              </a:defRPr>
            </a:lvl1pPr>
          </a:lstStyle>
          <a:p>
            <a:fld id="{1D6CABD1-9010-4322-9305-0AF1AA8E7C9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400BBA6E-D9A7-5877-930E-A9FDE116E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6120" y="2000023"/>
            <a:ext cx="9360000" cy="39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656497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58775" indent="-358775" algn="l" defTabSz="914400" rtl="0" eaLnBrk="1" latinLnBrk="0" hangingPunct="1">
        <a:lnSpc>
          <a:spcPct val="90000"/>
        </a:lnSpc>
        <a:spcBef>
          <a:spcPts val="1000"/>
        </a:spcBef>
        <a:buSzPct val="130000"/>
        <a:buFontTx/>
        <a:buBlip>
          <a:blip r:embed="rId19"/>
        </a:buBlip>
        <a:defRPr lang="ru-RU" sz="2000" b="0" kern="1200" dirty="0" smtClean="0">
          <a:solidFill>
            <a:schemeClr val="tx1">
              <a:lumMod val="85000"/>
              <a:lumOff val="1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20000" indent="-360000" algn="l" defTabSz="914400" rtl="0" eaLnBrk="1" latinLnBrk="0" hangingPunct="1">
        <a:lnSpc>
          <a:spcPct val="90000"/>
        </a:lnSpc>
        <a:spcBef>
          <a:spcPts val="1000"/>
        </a:spcBef>
        <a:buSzPct val="130000"/>
        <a:buFontTx/>
        <a:buBlip>
          <a:blip r:embed="rId19"/>
        </a:buBlip>
        <a:defRPr lang="ru-RU" sz="1600" kern="1200" dirty="0" smtClean="0">
          <a:solidFill>
            <a:schemeClr val="tx1">
              <a:lumMod val="85000"/>
              <a:lumOff val="1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080000" indent="-360000" algn="l" defTabSz="4572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>
          <a:schemeClr val="accent1"/>
        </a:buClr>
        <a:buSzPct val="130000"/>
        <a:buFontTx/>
        <a:buBlip>
          <a:blip r:embed="rId19"/>
        </a:buBlip>
        <a:defRPr lang="ru-RU" sz="1400" kern="1200" dirty="0" smtClean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440000" indent="-360000" algn="l" defTabSz="4572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>
          <a:schemeClr val="accent1"/>
        </a:buClr>
        <a:buSzPct val="130000"/>
        <a:buFontTx/>
        <a:buBlip>
          <a:blip r:embed="rId19"/>
        </a:buBlip>
        <a:defRPr lang="ru-RU" sz="1400" kern="1200" dirty="0" smtClean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1800000" indent="-360000" algn="l" defTabSz="4572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>
          <a:schemeClr val="accent1"/>
        </a:buClr>
        <a:buSzPct val="130000"/>
        <a:buFontTx/>
        <a:buBlip>
          <a:blip r:embed="rId19"/>
        </a:buBlip>
        <a:defRPr lang="ru-RU" sz="1400" kern="1200" dirty="0" smtClean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53">
          <p15:clr>
            <a:srgbClr val="F26B43"/>
          </p15:clr>
        </p15:guide>
        <p15:guide id="2" pos="438">
          <p15:clr>
            <a:srgbClr val="F26B43"/>
          </p15:clr>
        </p15:guide>
        <p15:guide id="3" pos="6335">
          <p15:clr>
            <a:srgbClr val="F26B43"/>
          </p15:clr>
        </p15:guide>
        <p15:guide id="4" orient="horz" pos="3748">
          <p15:clr>
            <a:srgbClr val="F26B43"/>
          </p15:clr>
        </p15:guide>
        <p15:guide id="5" orient="horz" pos="1026">
          <p15:clr>
            <a:srgbClr val="F26B43"/>
          </p15:clr>
        </p15:guide>
        <p15:guide id="6" pos="726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6CC881-0A88-DA22-16AF-04AF9980A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365124"/>
            <a:ext cx="9360000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9B72E9-2C24-875C-7E08-D4C4976B2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7080" y="6257630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2"/>
                </a:solidFill>
              </a:defRPr>
            </a:lvl1pPr>
          </a:lstStyle>
          <a:p>
            <a:fld id="{AAFC33D5-720B-46E2-A2B0-608877884152}" type="datetime1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5C28D4-F348-6C75-B739-558D04DE66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8280" y="6257630"/>
            <a:ext cx="36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F3BB23-1875-D2AB-C28E-F96E42EC01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4440" y="6257630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accent2"/>
                </a:solidFill>
              </a:defRPr>
            </a:lvl1pPr>
          </a:lstStyle>
          <a:p>
            <a:fld id="{1D6CABD1-9010-4322-9305-0AF1AA8E7C9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400BBA6E-D9A7-5877-930E-A9FDE116E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6120" y="2000023"/>
            <a:ext cx="9360000" cy="39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98034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69081" indent="-269081" algn="l" defTabSz="685800" rtl="0" eaLnBrk="1" latinLnBrk="0" hangingPunct="1">
        <a:lnSpc>
          <a:spcPct val="90000"/>
        </a:lnSpc>
        <a:spcBef>
          <a:spcPts val="750"/>
        </a:spcBef>
        <a:buSzPct val="130000"/>
        <a:buFontTx/>
        <a:buBlip>
          <a:blip r:embed="rId19"/>
        </a:buBlip>
        <a:defRPr lang="ru-RU" sz="1500" b="0" kern="1200" dirty="0" smtClean="0">
          <a:solidFill>
            <a:schemeClr val="tx1">
              <a:lumMod val="85000"/>
              <a:lumOff val="1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540000" indent="-270000" algn="l" defTabSz="685800" rtl="0" eaLnBrk="1" latinLnBrk="0" hangingPunct="1">
        <a:lnSpc>
          <a:spcPct val="90000"/>
        </a:lnSpc>
        <a:spcBef>
          <a:spcPts val="750"/>
        </a:spcBef>
        <a:buSzPct val="130000"/>
        <a:buFontTx/>
        <a:buBlip>
          <a:blip r:embed="rId19"/>
        </a:buBlip>
        <a:defRPr lang="ru-RU" sz="1200" kern="1200" dirty="0" smtClean="0">
          <a:solidFill>
            <a:schemeClr val="tx1">
              <a:lumMod val="85000"/>
              <a:lumOff val="1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810000" indent="-270000" algn="l" defTabSz="342900" rtl="0" eaLnBrk="1" latinLnBrk="0" hangingPunct="1">
        <a:lnSpc>
          <a:spcPct val="90000"/>
        </a:lnSpc>
        <a:spcBef>
          <a:spcPts val="750"/>
        </a:spcBef>
        <a:spcAft>
          <a:spcPts val="0"/>
        </a:spcAft>
        <a:buClr>
          <a:schemeClr val="accent1"/>
        </a:buClr>
        <a:buSzPct val="130000"/>
        <a:buFontTx/>
        <a:buBlip>
          <a:blip r:embed="rId19"/>
        </a:buBlip>
        <a:defRPr lang="ru-RU" sz="1050" kern="1200" dirty="0" smtClean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080000" indent="-270000" algn="l" defTabSz="342900" rtl="0" eaLnBrk="1" latinLnBrk="0" hangingPunct="1">
        <a:lnSpc>
          <a:spcPct val="90000"/>
        </a:lnSpc>
        <a:spcBef>
          <a:spcPts val="750"/>
        </a:spcBef>
        <a:spcAft>
          <a:spcPts val="0"/>
        </a:spcAft>
        <a:buClr>
          <a:schemeClr val="accent1"/>
        </a:buClr>
        <a:buSzPct val="130000"/>
        <a:buFontTx/>
        <a:buBlip>
          <a:blip r:embed="rId19"/>
        </a:buBlip>
        <a:defRPr lang="ru-RU" sz="1050" kern="1200" dirty="0" smtClean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1350000" indent="-270000" algn="l" defTabSz="342900" rtl="0" eaLnBrk="1" latinLnBrk="0" hangingPunct="1">
        <a:lnSpc>
          <a:spcPct val="90000"/>
        </a:lnSpc>
        <a:spcBef>
          <a:spcPts val="750"/>
        </a:spcBef>
        <a:spcAft>
          <a:spcPts val="0"/>
        </a:spcAft>
        <a:buClr>
          <a:schemeClr val="accent1"/>
        </a:buClr>
        <a:buSzPct val="130000"/>
        <a:buFontTx/>
        <a:buBlip>
          <a:blip r:embed="rId19"/>
        </a:buBlip>
        <a:defRPr lang="ru-RU" sz="1050" kern="1200" dirty="0" smtClean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53">
          <p15:clr>
            <a:srgbClr val="F26B43"/>
          </p15:clr>
        </p15:guide>
        <p15:guide id="2" pos="438">
          <p15:clr>
            <a:srgbClr val="F26B43"/>
          </p15:clr>
        </p15:guide>
        <p15:guide id="3" pos="6335">
          <p15:clr>
            <a:srgbClr val="F26B43"/>
          </p15:clr>
        </p15:guide>
        <p15:guide id="4" orient="horz" pos="3748">
          <p15:clr>
            <a:srgbClr val="F26B43"/>
          </p15:clr>
        </p15:guide>
        <p15:guide id="5" orient="horz" pos="1026">
          <p15:clr>
            <a:srgbClr val="F26B43"/>
          </p15:clr>
        </p15:guide>
        <p15:guide id="6" pos="726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ibac.info/studconf/tech/xxix/41099" TargetMode="External"/><Relationship Id="rId7" Type="http://schemas.openxmlformats.org/officeDocument/2006/relationships/hyperlink" Target="https://ru.wikipedia.org/wiki/%D0%97%D0%B0%D0%B4%D0%B0%D1%87%D0%B0_%D0%BE_%D0%BA%D1%80%D0%B0%D1%82%D1%87%D0%B0%D0%B9%D1%88%D0%B5%D0%BC_%D0%BF%D1%83%D1%82%D0%B8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1.png"/><Relationship Id="rId5" Type="http://schemas.openxmlformats.org/officeDocument/2006/relationships/hyperlink" Target="http://ru.wikipedia.org/wiki/%D0%9F%D0%B5%D1%82%D0%BB%D1%8F_(%D1%82%D0%B5%D0%BE%D1%80%D0%B8%D1%8F_%D0%B3%D1%80%D0%B0%D1%84%D0%BE%D0%B2)" TargetMode="External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ru.wikipedia.org/wiki/%D0%A4%D0%B0%D0%B9%D0%BB:Moscow_metro_map_-_daily_ridership_scheme.png" TargetMode="External"/><Relationship Id="rId3" Type="http://schemas.openxmlformats.org/officeDocument/2006/relationships/image" Target="../media/image32.jp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ru.wikipedia.org/wiki/%D0%9F%D0%B0%D1%80%D0%B0%D0%B4%D0%BE%D0%BA%D1%81_%D0%B4%D1%80%D1%83%D0%B6%D0%B1%D1%8B" TargetMode="External"/><Relationship Id="rId5" Type="http://schemas.openxmlformats.org/officeDocument/2006/relationships/image" Target="../media/image33.png"/><Relationship Id="rId10" Type="http://schemas.openxmlformats.org/officeDocument/2006/relationships/hyperlink" Target="https://commons.wikimedia.org/wiki/File:%D0%92%D0%B8%D0%B4%D1%8B_%D1%81%D1%83%D0%B1%D1%8A%D0%B5%D0%BA%D1%82%D0%BE%D0%B2_%D0%A0%D0%BE%D1%81%D1%81%D0%B8%D0%B8_%D0%BD%D0%B0_%D0%BF%D0%BE%D0%BB%D0%B8%D1%82%D0%B8%D1%87%D0%B5%D1%81%D0%BA%D0%BE%D0%B9_%D0%BA%D0%B0%D1%80%D1%82%D0%B5.png" TargetMode="External"/><Relationship Id="rId4" Type="http://schemas.openxmlformats.org/officeDocument/2006/relationships/hyperlink" Target="https://www.science-education.ru/ru/article/view?id=11763" TargetMode="External"/><Relationship Id="rId9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Year"/><Relationship Id="rId7" Type="http://schemas.openxmlformats.org/officeDocument/2006/relationships/image" Target="../media/image2.png"/><Relationship Id="rId2" Type="http://schemas.openxmlformats.org/officeDocument/2006/relationships/hyperlink" Target="https://figure.media/polnyj-gid-po-modelyam-llm-v-2025-godu-kakuyu-vybrat-dlya-vashej-zadachi/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peerj.com/articles/cs-1260/" TargetMode="External"/><Relationship Id="rId5" Type="http://schemas.openxmlformats.org/officeDocument/2006/relationships/image" Target="../media/image37.jpeg"/><Relationship Id="rId4" Type="http://schemas.openxmlformats.org/officeDocument/2006/relationships/hyperlink" Target="https://pubs.rsc.org/ko/content/articlelanding/2024/np/d4np00008k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ru.wikipedia.org/wiki/%D0%9F%D0%B5%D1%82%D0%BB%D1%8F_(%D1%82%D0%B5%D0%BE%D1%80%D0%B8%D1%8F_%D0%B3%D1%80%D0%B0%D1%84%D0%BE%D0%B2)" TargetMode="External"/><Relationship Id="rId7" Type="http://schemas.openxmlformats.org/officeDocument/2006/relationships/image" Target="../media/image3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.xml"/><Relationship Id="rId5" Type="http://schemas.openxmlformats.org/officeDocument/2006/relationships/hyperlink" Target="https://ru.wikipedia.org/wiki/%D0%97%D0%B0%D0%B4%D0%B0%D1%87%D0%B0_%D0%BE_%D0%BA%D1%80%D0%B0%D1%82%D1%87%D0%B0%D0%B9%D1%88%D0%B5%D0%BC_%D0%BF%D1%83%D1%82%D0%B8" TargetMode="Externa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customXml" Target="../ink/ink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7%D0%B0%D0%B4%D0%B0%D1%87%D0%B0_%D0%BE_%D0%BA%D1%80%D0%B0%D1%82%D1%87%D0%B0%D0%B9%D1%88%D0%B5%D0%BC_%D0%BF%D1%83%D1%82%D0%B8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programforyou.ru/graph-redactor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ultigraph" TargetMode="Externa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e-koncept.ru/2015/65227.htm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9.xml"/><Relationship Id="rId5" Type="http://schemas.openxmlformats.org/officeDocument/2006/relationships/customXml" Target="../ink/ink4.xml"/><Relationship Id="rId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socnetv.org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6.xml"/><Relationship Id="rId5" Type="http://schemas.openxmlformats.org/officeDocument/2006/relationships/image" Target="../media/image55.png"/><Relationship Id="rId4" Type="http://schemas.openxmlformats.org/officeDocument/2006/relationships/customXml" Target="../ink/ink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2%D0%B5%D1%80%D0%B5%D1%82%D0%B5%D0%BD%D0%BE_%D0%9C%D0%BE%D0%B7%D0%B5%D1%80%D0%B0" TargetMode="Externa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.png"/><Relationship Id="rId4" Type="http://schemas.openxmlformats.org/officeDocument/2006/relationships/image" Target="../media/image65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diagramLayout" Target="../diagrams/layout3.xml"/><Relationship Id="rId7" Type="http://schemas.openxmlformats.org/officeDocument/2006/relationships/customXml" Target="../ink/ink7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diagramLayout" Target="../diagrams/layout4.xml"/><Relationship Id="rId7" Type="http://schemas.openxmlformats.org/officeDocument/2006/relationships/customXml" Target="../ink/ink8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9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3.png"/><Relationship Id="rId4" Type="http://schemas.openxmlformats.org/officeDocument/2006/relationships/customXml" Target="../ink/ink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image" Target="../media/image77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1.xml"/><Relationship Id="rId5" Type="http://schemas.openxmlformats.org/officeDocument/2006/relationships/image" Target="../media/image78.png"/><Relationship Id="rId4" Type="http://schemas.openxmlformats.org/officeDocument/2006/relationships/customXml" Target="../ink/ink10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://ru.wikipedia.org/wiki/%D0%A0%D1%91%D0%B1%D0%B5%D1%80%D0%BD%D0%B0%D1%8F_%D1%80%D0%B0%D1%81%D0%BA%D1%80%D0%B0%D1%81%D0%BA%D0%B0" TargetMode="Externa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9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9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emf"/><Relationship Id="rId1" Type="http://schemas.openxmlformats.org/officeDocument/2006/relationships/slideLayout" Target="../slideLayouts/slideLayout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9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9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hyperlink" Target="http://networkx.lanl.gov/" TargetMode="External"/><Relationship Id="rId2" Type="http://schemas.openxmlformats.org/officeDocument/2006/relationships/hyperlink" Target="http://numpy.scipy.org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chitai-gorod.ru/catalog/book/960907/" TargetMode="External"/><Relationship Id="rId5" Type="http://schemas.openxmlformats.org/officeDocument/2006/relationships/hyperlink" Target="http://www.ics.uci.edu/~eppstein/PADS" TargetMode="External"/><Relationship Id="rId4" Type="http://schemas.openxmlformats.org/officeDocument/2006/relationships/hyperlink" Target="https://www.sciencedirect.com/science/article/abs/pii/S0378873306000372" TargetMode="Externa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en.wikipedia.org/wiki/Fuzzy_logic" TargetMode="Externa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3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5.pn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9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9.png"/><Relationship Id="rId4" Type="http://schemas.openxmlformats.org/officeDocument/2006/relationships/customXml" Target="../ink/ink13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9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.png"/><Relationship Id="rId4" Type="http://schemas.openxmlformats.org/officeDocument/2006/relationships/image" Target="../media/image102.png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3.png"/><Relationship Id="rId7" Type="http://schemas.openxmlformats.org/officeDocument/2006/relationships/customXml" Target="../ink/ink16.xm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4.png"/><Relationship Id="rId5" Type="http://schemas.openxmlformats.org/officeDocument/2006/relationships/customXml" Target="../ink/ink15.xml"/><Relationship Id="rId10" Type="http://schemas.openxmlformats.org/officeDocument/2006/relationships/image" Target="../media/image106.png"/><Relationship Id="rId4" Type="http://schemas.openxmlformats.org/officeDocument/2006/relationships/image" Target="../media/image2.png"/><Relationship Id="rId9" Type="http://schemas.openxmlformats.org/officeDocument/2006/relationships/customXml" Target="../ink/ink17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9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9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9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9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hyperlink" Target="https://inosmi.ru/social/20200620/247613100.html" TargetMode="External"/><Relationship Id="rId2" Type="http://schemas.openxmlformats.org/officeDocument/2006/relationships/image" Target="../media/image112.jpg"/><Relationship Id="rId1" Type="http://schemas.openxmlformats.org/officeDocument/2006/relationships/slideLayout" Target="../slideLayouts/slideLayout9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9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9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7.png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9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jpe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ru.wikipedia.org/wiki/%D0%91%D1%80%D0%B0%D1%83%D0%BD,_%D0%A0%D0%BE%D0%B4%D0%B6%D0%B5%D1%80_(%D0%B1%D0%B0%D1%81%D0%BA%D0%B5%D1%82%D0%B1%D0%BE%D0%BB%D0%B8%D1%81%D1%82,_1942)" TargetMode="Externa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ql5.com/ru/code/13697" TargetMode="External"/><Relationship Id="rId1" Type="http://schemas.openxmlformats.org/officeDocument/2006/relationships/slideLayout" Target="../slideLayouts/slideLayout3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hyperlink" Target="mailto:consult@Dintsis.org" TargetMode="External"/><Relationship Id="rId2" Type="http://schemas.openxmlformats.org/officeDocument/2006/relationships/hyperlink" Target="mailto:dinzis@specialist.ru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programforyou.ru/graph-redactor" TargetMode="External"/><Relationship Id="rId5" Type="http://schemas.openxmlformats.org/officeDocument/2006/relationships/hyperlink" Target="https://t.me/pmtips" TargetMode="External"/><Relationship Id="rId4" Type="http://schemas.openxmlformats.org/officeDocument/2006/relationships/hyperlink" Target="http://www.ddintsi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695325" y="2814933"/>
            <a:ext cx="9900000" cy="1099341"/>
          </a:xfrm>
        </p:spPr>
        <p:txBody>
          <a:bodyPr>
            <a:normAutofit/>
          </a:bodyPr>
          <a:lstStyle/>
          <a:p>
            <a:r>
              <a:rPr lang="ru-RU" dirty="0"/>
              <a:t>Основы графов и нечетких логик </a:t>
            </a:r>
            <a:br>
              <a:rPr lang="en-US" dirty="0"/>
            </a:br>
            <a:r>
              <a:rPr lang="ru-RU" dirty="0"/>
              <a:t>для анализа больших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245862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D2E598E8-074B-4A9E-A29A-EFA45BB8378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Преподаватели по курсу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11" name="Объект 10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r>
              <a:rPr lang="ru-RU" dirty="0"/>
              <a:t>Данил Динцис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BBEA77C-6647-48DF-883F-826760B891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555999" y="2727159"/>
            <a:ext cx="6830694" cy="2566736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ru-RU" dirty="0"/>
              <a:t>Доктор техн. наук по системному анализу информационных систем</a:t>
            </a:r>
          </a:p>
          <a:p>
            <a:pPr lvl="0"/>
            <a:r>
              <a:rPr lang="ru-RU" dirty="0"/>
              <a:t>Общий опыт в ИТ отрасли 25+ лет. Управление проектами, программами и портфелями на протяжении свыше 10 лет, включая разработку программного обеспечения</a:t>
            </a:r>
            <a:r>
              <a:rPr lang="en-US" dirty="0"/>
              <a:t> c </a:t>
            </a:r>
            <a:r>
              <a:rPr lang="ru-RU" dirty="0"/>
              <a:t>применением машинного обучения; </a:t>
            </a:r>
            <a:r>
              <a:rPr lang="en-US" dirty="0"/>
              <a:t>ITSM</a:t>
            </a:r>
            <a:r>
              <a:rPr lang="ru-RU" dirty="0"/>
              <a:t> консалтинг и стартапы, связанные в т.ч. с машинным обучением . </a:t>
            </a:r>
          </a:p>
          <a:p>
            <a:pPr lvl="0"/>
            <a:r>
              <a:rPr lang="ru-RU" dirty="0"/>
              <a:t>Профессиональные сертификации</a:t>
            </a:r>
            <a:endParaRPr lang="en-US" dirty="0"/>
          </a:p>
          <a:p>
            <a:pPr lvl="0"/>
            <a:r>
              <a:rPr lang="en-US" dirty="0" err="1"/>
              <a:t>PfMP</a:t>
            </a:r>
            <a:r>
              <a:rPr lang="en-US" dirty="0"/>
              <a:t>, </a:t>
            </a:r>
            <a:r>
              <a:rPr lang="en-US" dirty="0" err="1"/>
              <a:t>PgMP</a:t>
            </a:r>
            <a:r>
              <a:rPr lang="en-US" dirty="0"/>
              <a:t>, PMP, ITIL® MP, DevOps Product Owner</a:t>
            </a:r>
            <a:endParaRPr lang="ru-RU" dirty="0"/>
          </a:p>
          <a:p>
            <a:pPr lvl="0"/>
            <a:r>
              <a:rPr lang="ru-RU" dirty="0"/>
              <a:t>Св. 30 публикаций по тематике курса. Академический редактор книги «</a:t>
            </a:r>
            <a:r>
              <a:rPr lang="en-US" dirty="0"/>
              <a:t>CRM </a:t>
            </a:r>
            <a:r>
              <a:rPr lang="ru-RU" dirty="0"/>
              <a:t>и машинное обучение» (</a:t>
            </a:r>
            <a:r>
              <a:rPr lang="en-US" dirty="0"/>
              <a:t>Intech publishers</a:t>
            </a:r>
            <a:r>
              <a:rPr lang="ru-RU" dirty="0"/>
              <a:t>)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b="19712"/>
          <a:stretch/>
        </p:blipFill>
        <p:spPr>
          <a:xfrm>
            <a:off x="706120" y="1989138"/>
            <a:ext cx="2520000" cy="302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07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 курсе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4164B9-EF39-4D28-9291-00353739866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Цель: Освоить основы применения графов и нечетких логик для построения моделей систем обработки больших данных, машинного обучения и искусственного интеллекта.</a:t>
            </a:r>
          </a:p>
          <a:p>
            <a:r>
              <a:rPr lang="ru-RU" dirty="0">
                <a:solidFill>
                  <a:srgbClr val="002060"/>
                </a:solidFill>
              </a:rPr>
              <a:t>Слушатели познакомятся с основными понятиями </a:t>
            </a:r>
            <a:r>
              <a:rPr lang="ru-RU" dirty="0" err="1">
                <a:solidFill>
                  <a:srgbClr val="002060"/>
                </a:solidFill>
              </a:rPr>
              <a:t>графовых</a:t>
            </a:r>
            <a:r>
              <a:rPr lang="ru-RU" dirty="0">
                <a:solidFill>
                  <a:srgbClr val="002060"/>
                </a:solidFill>
              </a:rPr>
              <a:t> и </a:t>
            </a:r>
            <a:r>
              <a:rPr lang="ru-RU" dirty="0" err="1">
                <a:solidFill>
                  <a:srgbClr val="002060"/>
                </a:solidFill>
              </a:rPr>
              <a:t>нечеткологических</a:t>
            </a:r>
            <a:r>
              <a:rPr lang="ru-RU" dirty="0">
                <a:solidFill>
                  <a:srgbClr val="002060"/>
                </a:solidFill>
              </a:rPr>
              <a:t> моделей; инструментами их обработки и оптимизации; требованиями к входным данным.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1200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187" y="3502135"/>
            <a:ext cx="2848618" cy="260967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Целевая аудитория курса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38F4DC9-A7FF-4141-9CE9-241F6C24B0D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dirty="0"/>
              <a:t>Бизнес- и системные аналитики</a:t>
            </a:r>
          </a:p>
          <a:p>
            <a:r>
              <a:rPr lang="ru-RU" dirty="0"/>
              <a:t>Аналитики данных</a:t>
            </a:r>
          </a:p>
          <a:p>
            <a:r>
              <a:rPr lang="ru-RU" dirty="0"/>
              <a:t>Программисты, работающие в области машинного анализа данных</a:t>
            </a:r>
          </a:p>
          <a:p>
            <a:r>
              <a:rPr lang="ru-RU" dirty="0"/>
              <a:t>Бизнес-руководители, чья деятельность связана с постановкой задач по аналитике данных</a:t>
            </a:r>
          </a:p>
          <a:p>
            <a:r>
              <a:rPr lang="ru-RU" dirty="0"/>
              <a:t>Маркетологи, включая веб-маркетинг</a:t>
            </a:r>
          </a:p>
          <a:p>
            <a:r>
              <a:rPr lang="ru-RU" dirty="0"/>
              <a:t>Другие сотрудники, вовлеченные в аналитическую деятельность компании</a:t>
            </a:r>
          </a:p>
        </p:txBody>
      </p:sp>
    </p:spTree>
    <p:extLst>
      <p:ext uri="{BB962C8B-B14F-4D97-AF65-F5344CB8AC3E}">
        <p14:creationId xmlns:p14="http://schemas.microsoft.com/office/powerpoint/2010/main" val="2626710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Слушатели по окончании курса: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706120" y="1628775"/>
            <a:ext cx="9360000" cy="498885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По окончании курса Вы будете знать:</a:t>
            </a:r>
          </a:p>
          <a:p>
            <a:r>
              <a:rPr lang="ru-RU" dirty="0"/>
              <a:t>1.	Основные понятия теории графов:</a:t>
            </a:r>
          </a:p>
          <a:p>
            <a:pPr lvl="1"/>
            <a:r>
              <a:rPr lang="ru-RU" dirty="0"/>
              <a:t>a.	Вершины и ребра</a:t>
            </a:r>
          </a:p>
          <a:p>
            <a:pPr lvl="1"/>
            <a:r>
              <a:rPr lang="ru-RU" dirty="0"/>
              <a:t>b.	Ориентированные и неориентированные графы</a:t>
            </a:r>
          </a:p>
          <a:p>
            <a:pPr lvl="1"/>
            <a:r>
              <a:rPr lang="ru-RU" dirty="0"/>
              <a:t>c.	Детерминированные и стохастические графы</a:t>
            </a:r>
          </a:p>
          <a:p>
            <a:pPr lvl="1"/>
            <a:r>
              <a:rPr lang="ru-RU" dirty="0"/>
              <a:t>d.	Веса вершин и ребер</a:t>
            </a:r>
          </a:p>
          <a:p>
            <a:r>
              <a:rPr lang="ru-RU" dirty="0"/>
              <a:t>2.	Типовые задачи. Решаемые с применением анализа на графах</a:t>
            </a:r>
          </a:p>
          <a:p>
            <a:pPr lvl="1"/>
            <a:r>
              <a:rPr lang="ru-RU" dirty="0"/>
              <a:t>a.	Нахождение связности в графах социальных сетей</a:t>
            </a:r>
          </a:p>
          <a:p>
            <a:pPr lvl="1"/>
            <a:r>
              <a:rPr lang="ru-RU" dirty="0"/>
              <a:t>b.	Нахождение оптимального маршрута</a:t>
            </a:r>
          </a:p>
          <a:p>
            <a:r>
              <a:rPr lang="ru-RU" dirty="0"/>
              <a:t>3.	Основные понятия нечетких логик</a:t>
            </a:r>
          </a:p>
          <a:p>
            <a:pPr lvl="1"/>
            <a:r>
              <a:rPr lang="ru-RU" dirty="0"/>
              <a:t>a.	Лингвистическая переменная</a:t>
            </a:r>
          </a:p>
          <a:p>
            <a:pPr lvl="1"/>
            <a:r>
              <a:rPr lang="ru-RU" dirty="0"/>
              <a:t>b.	Нечеткое множество</a:t>
            </a:r>
          </a:p>
          <a:p>
            <a:pPr lvl="1"/>
            <a:r>
              <a:rPr lang="ru-RU" dirty="0"/>
              <a:t>c.	Нечеткие отношения</a:t>
            </a:r>
          </a:p>
          <a:p>
            <a:r>
              <a:rPr lang="ru-RU" dirty="0"/>
              <a:t>4.	Порядок формирования нечетких моделей и их преобразования</a:t>
            </a:r>
          </a:p>
          <a:p>
            <a:pPr lvl="1"/>
            <a:r>
              <a:rPr lang="ru-RU" dirty="0"/>
              <a:t>a.	Операции импликации и композиции над нечеткими множествами</a:t>
            </a:r>
          </a:p>
          <a:p>
            <a:pPr lvl="1"/>
            <a:r>
              <a:rPr lang="ru-RU" dirty="0"/>
              <a:t>b.	Построение логико-лингвистической модели</a:t>
            </a:r>
          </a:p>
          <a:p>
            <a:pPr lvl="1"/>
            <a:r>
              <a:rPr lang="ru-RU" dirty="0"/>
              <a:t>c.	Анализ нечеткой модели</a:t>
            </a:r>
          </a:p>
        </p:txBody>
      </p:sp>
    </p:spTree>
    <p:extLst>
      <p:ext uri="{BB962C8B-B14F-4D97-AF65-F5344CB8AC3E}">
        <p14:creationId xmlns:p14="http://schemas.microsoft.com/office/powerpoint/2010/main" val="4048714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6D8145-9E23-4C8D-B2F3-8DDDB0589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Знакомимся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E90811F-C16C-48D8-A7AD-37C43CB7C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BFB51B-F185-454F-B5DD-71F753922D7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dirty="0"/>
              <a:t>Как обращаться</a:t>
            </a:r>
          </a:p>
          <a:p>
            <a:r>
              <a:rPr lang="ru-RU" dirty="0"/>
              <a:t>Ваш опыт в этой области</a:t>
            </a:r>
          </a:p>
          <a:p>
            <a:r>
              <a:rPr lang="ru-RU" dirty="0"/>
              <a:t>Ваш интерес</a:t>
            </a:r>
          </a:p>
        </p:txBody>
      </p:sp>
    </p:spTree>
    <p:extLst>
      <p:ext uri="{BB962C8B-B14F-4D97-AF65-F5344CB8AC3E}">
        <p14:creationId xmlns:p14="http://schemas.microsoft.com/office/powerpoint/2010/main" val="3234311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BBF3B-5B88-4CC9-893B-E33D387D2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 графа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70378-5B97-4679-9DEB-1B6664639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81E30-6105-4242-8393-F3B23E9D74E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442770" y="1628775"/>
            <a:ext cx="7886700" cy="1373187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Графом </a:t>
            </a:r>
            <a:r>
              <a:rPr lang="en-US" dirty="0"/>
              <a:t>G(V,E)</a:t>
            </a:r>
            <a:r>
              <a:rPr lang="ru-RU" dirty="0"/>
              <a:t> называется пара множеств, где</a:t>
            </a:r>
          </a:p>
          <a:p>
            <a:r>
              <a:rPr lang="en-US" dirty="0"/>
              <a:t>V – </a:t>
            </a:r>
            <a:r>
              <a:rPr lang="ru-RU" dirty="0"/>
              <a:t>совокупность объектов, а</a:t>
            </a:r>
          </a:p>
          <a:p>
            <a:r>
              <a:rPr lang="ru-RU" dirty="0"/>
              <a:t>Е – совокупность пар отношений между этими объектами</a:t>
            </a:r>
            <a:endParaRPr lang="en-US" dirty="0"/>
          </a:p>
        </p:txBody>
      </p:sp>
      <p:pic>
        <p:nvPicPr>
          <p:cNvPr id="6" name="Picture 5" descr="A picture containing object, group&#10;&#10;Description automatically generated">
            <a:extLst>
              <a:ext uri="{FF2B5EF4-FFF2-40B4-BE49-F238E27FC236}">
                <a16:creationId xmlns:a16="http://schemas.microsoft.com/office/drawing/2014/main" id="{B8598991-51DD-4ABA-B89E-82C5C723A9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927248" y="4307555"/>
            <a:ext cx="3552743" cy="2241767"/>
          </a:xfrm>
          <a:prstGeom prst="rect">
            <a:avLst/>
          </a:prstGeom>
        </p:spPr>
      </p:pic>
      <p:pic>
        <p:nvPicPr>
          <p:cNvPr id="9" name="Picture 8" descr="A sign in the dark&#10;&#10;Description automatically generated">
            <a:extLst>
              <a:ext uri="{FF2B5EF4-FFF2-40B4-BE49-F238E27FC236}">
                <a16:creationId xmlns:a16="http://schemas.microsoft.com/office/drawing/2014/main" id="{BA3FE73F-690D-4EC8-B571-742BE5D7A8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682464" y="3001962"/>
            <a:ext cx="2383656" cy="2611187"/>
          </a:xfrm>
          <a:prstGeom prst="rect">
            <a:avLst/>
          </a:prstGeom>
        </p:spPr>
      </p:pic>
      <p:pic>
        <p:nvPicPr>
          <p:cNvPr id="12" name="Picture 11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2C0E4D81-01E3-487E-999D-280F94201D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706120" y="3001962"/>
            <a:ext cx="3333750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302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B8F1C-1BD9-4BE0-A121-6D06E3844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Что можно описать с помощью графа</a:t>
            </a:r>
            <a:br>
              <a:rPr lang="ru-RU" sz="3200" dirty="0"/>
            </a:br>
            <a:endParaRPr lang="ru-RU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DCDA4-3D08-490F-93CE-F561BA3DF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8</a:t>
            </a:fld>
            <a:endParaRPr lang="ru-RU" dirty="0"/>
          </a:p>
        </p:txBody>
      </p:sp>
      <p:pic>
        <p:nvPicPr>
          <p:cNvPr id="7" name="Content Placeholder 6" descr="A picture containing text, map&#10;&#10;Description automatically generated">
            <a:extLst>
              <a:ext uri="{FF2B5EF4-FFF2-40B4-BE49-F238E27FC236}">
                <a16:creationId xmlns:a16="http://schemas.microsoft.com/office/drawing/2014/main" id="{B42151F2-E2AD-4043-A43B-5C91EA5F819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95325" y="4173488"/>
            <a:ext cx="3676650" cy="2638425"/>
          </a:xfrm>
        </p:spPr>
      </p:pic>
      <p:pic>
        <p:nvPicPr>
          <p:cNvPr id="13" name="Picture 12" descr="A picture containing grass, photo, plane, sitting&#10;&#10;Description automatically generated">
            <a:extLst>
              <a:ext uri="{FF2B5EF4-FFF2-40B4-BE49-F238E27FC236}">
                <a16:creationId xmlns:a16="http://schemas.microsoft.com/office/drawing/2014/main" id="{DECBA4D0-7F2C-4699-B3C3-542E93536E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5409255" y="4213768"/>
            <a:ext cx="4652746" cy="2618832"/>
          </a:xfrm>
          <a:prstGeom prst="rect">
            <a:avLst/>
          </a:prstGeom>
        </p:spPr>
      </p:pic>
      <p:pic>
        <p:nvPicPr>
          <p:cNvPr id="19" name="Picture 18" descr="A picture containing text, map&#10;&#10;Description automatically generated">
            <a:extLst>
              <a:ext uri="{FF2B5EF4-FFF2-40B4-BE49-F238E27FC236}">
                <a16:creationId xmlns:a16="http://schemas.microsoft.com/office/drawing/2014/main" id="{C9EC3F4C-87DD-4EB3-81E4-C7ED0AB1366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280428" y="1080712"/>
            <a:ext cx="2506444" cy="3007188"/>
          </a:xfrm>
          <a:prstGeom prst="rect">
            <a:avLst/>
          </a:prstGeom>
        </p:spPr>
      </p:pic>
      <p:pic>
        <p:nvPicPr>
          <p:cNvPr id="22" name="Picture 21" descr="A picture containing text, map&#10;&#10;Description automatically generated">
            <a:extLst>
              <a:ext uri="{FF2B5EF4-FFF2-40B4-BE49-F238E27FC236}">
                <a16:creationId xmlns:a16="http://schemas.microsoft.com/office/drawing/2014/main" id="{C82C5BCF-0609-4F89-B4D9-86F971E63A4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4529223" y="995124"/>
            <a:ext cx="5527590" cy="317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503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00285-676D-90B4-C7A7-AF50918BD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ИИ и графы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18294-6400-4481-2AF2-9D88C9989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19AFA1-E01F-4869-9A2C-AE6B64FF5724}" type="slidenum">
              <a:rPr lang="ru-RU">
                <a:solidFill>
                  <a:prstClr val="white"/>
                </a:solidFill>
              </a:rPr>
              <a:pPr>
                <a:defRPr/>
              </a:pPr>
              <a:t>9</a:t>
            </a:fld>
            <a:endParaRPr lang="ru-RU" dirty="0">
              <a:solidFill>
                <a:prstClr val="white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29CA1-9C65-3358-2E96-BCFBBE09DEA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95325" y="1638172"/>
            <a:ext cx="4016375" cy="2259013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Языковые модели (</a:t>
            </a:r>
            <a:r>
              <a:rPr lang="en-US" dirty="0"/>
              <a:t>LM)</a:t>
            </a:r>
            <a:r>
              <a:rPr lang="ru-RU" dirty="0"/>
              <a:t> – это особая разновидность графов</a:t>
            </a:r>
          </a:p>
          <a:p>
            <a:r>
              <a:rPr lang="ru-RU" dirty="0"/>
              <a:t>Нейросеть – это также особый очень упрощенный подвид </a:t>
            </a:r>
            <a:r>
              <a:rPr lang="ru-RU" dirty="0" err="1"/>
              <a:t>графовых</a:t>
            </a:r>
            <a:r>
              <a:rPr lang="ru-RU" dirty="0"/>
              <a:t> моделей</a:t>
            </a:r>
          </a:p>
          <a:p>
            <a:pPr marL="0" indent="0">
              <a:buNone/>
            </a:pPr>
            <a:r>
              <a:rPr lang="en-US" sz="1000" dirty="0">
                <a:hlinkClick r:id="rId2"/>
              </a:rPr>
              <a:t>https://figure.media/polnyj-gid-po-modelyam-llm-v-2025-godu-kakuyu-vybrat-dlya-vashej-zadachi/</a:t>
            </a:r>
            <a:r>
              <a:rPr lang="ru-RU" sz="1000" dirty="0"/>
              <a:t> </a:t>
            </a:r>
            <a:endParaRPr lang="en-US" sz="1000" dirty="0"/>
          </a:p>
        </p:txBody>
      </p:sp>
      <p:pic>
        <p:nvPicPr>
          <p:cNvPr id="9" name="Picture 8" descr="A diagram of a scientific experiment&#10;&#10;AI-generated content may be incorrect.">
            <a:extLst>
              <a:ext uri="{FF2B5EF4-FFF2-40B4-BE49-F238E27FC236}">
                <a16:creationId xmlns:a16="http://schemas.microsoft.com/office/drawing/2014/main" id="{9C2E6A05-808C-02E1-4FD6-A10929AC19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b="20068"/>
          <a:stretch>
            <a:fillRect/>
          </a:stretch>
        </p:blipFill>
        <p:spPr>
          <a:xfrm>
            <a:off x="219842" y="4096872"/>
            <a:ext cx="6203504" cy="2259013"/>
          </a:xfrm>
          <a:prstGeom prst="rect">
            <a:avLst/>
          </a:prstGeom>
        </p:spPr>
      </p:pic>
      <p:pic>
        <p:nvPicPr>
          <p:cNvPr id="15" name="Picture 14" descr="A blue bird with green squares&#10;&#10;AI-generated content may be incorrect.">
            <a:extLst>
              <a:ext uri="{FF2B5EF4-FFF2-40B4-BE49-F238E27FC236}">
                <a16:creationId xmlns:a16="http://schemas.microsoft.com/office/drawing/2014/main" id="{B1073879-C0E5-EE88-F459-0051A222DF2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6423344" y="4083825"/>
            <a:ext cx="3347310" cy="1866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D66923-6826-4A2B-BA0C-B3D0E08A03FD}"/>
              </a:ext>
            </a:extLst>
          </p:cNvPr>
          <p:cNvSpPr txBox="1"/>
          <p:nvPr/>
        </p:nvSpPr>
        <p:spPr>
          <a:xfrm>
            <a:off x="5487036" y="4488335"/>
            <a:ext cx="125730" cy="92333"/>
          </a:xfrm>
          <a:prstGeom prst="rect">
            <a:avLst/>
          </a:prstGeom>
          <a:solidFill>
            <a:srgbClr val="B0E1FA"/>
          </a:solidFill>
        </p:spPr>
        <p:txBody>
          <a:bodyPr wrap="none" lIns="0" tIns="0" rIns="0" bIns="0" rtlCol="0">
            <a:noAutofit/>
          </a:bodyPr>
          <a:lstStyle/>
          <a:p>
            <a:pPr>
              <a:defRPr/>
            </a:pPr>
            <a:r>
              <a:rPr lang="ru-RU" sz="550" dirty="0">
                <a:solidFill>
                  <a:prstClr val="black"/>
                </a:solidFill>
              </a:rPr>
              <a:t>если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E05D87-F90D-438C-BFC8-F8B3813EB6A7}"/>
              </a:ext>
            </a:extLst>
          </p:cNvPr>
          <p:cNvSpPr txBox="1"/>
          <p:nvPr/>
        </p:nvSpPr>
        <p:spPr>
          <a:xfrm>
            <a:off x="5827912" y="4488335"/>
            <a:ext cx="295393" cy="92333"/>
          </a:xfrm>
          <a:prstGeom prst="rect">
            <a:avLst/>
          </a:prstGeom>
          <a:solidFill>
            <a:srgbClr val="B0E1FA"/>
          </a:solidFill>
        </p:spPr>
        <p:txBody>
          <a:bodyPr wrap="none" lIns="0" tIns="0" rIns="0" bIns="0" rtlCol="0">
            <a:noAutofit/>
          </a:bodyPr>
          <a:lstStyle/>
          <a:p>
            <a:pPr algn="ctr">
              <a:defRPr/>
            </a:pPr>
            <a:r>
              <a:rPr lang="ru-RU" sz="550" dirty="0">
                <a:solidFill>
                  <a:prstClr val="black"/>
                </a:solidFill>
              </a:rPr>
              <a:t>значит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22F380-1ACF-4001-BBA3-66FB787BFFEA}"/>
              </a:ext>
            </a:extLst>
          </p:cNvPr>
          <p:cNvSpPr txBox="1"/>
          <p:nvPr/>
        </p:nvSpPr>
        <p:spPr>
          <a:xfrm>
            <a:off x="5530851" y="4771463"/>
            <a:ext cx="205739" cy="92333"/>
          </a:xfrm>
          <a:prstGeom prst="rect">
            <a:avLst/>
          </a:prstGeom>
          <a:solidFill>
            <a:srgbClr val="B0E1FA"/>
          </a:solidFill>
        </p:spPr>
        <p:txBody>
          <a:bodyPr wrap="none" lIns="0" tIns="0" rIns="0" bIns="0" rtlCol="0">
            <a:noAutofit/>
          </a:bodyPr>
          <a:lstStyle/>
          <a:p>
            <a:pPr>
              <a:defRPr/>
            </a:pPr>
            <a:r>
              <a:rPr lang="ru-RU" sz="550" dirty="0">
                <a:solidFill>
                  <a:prstClr val="black"/>
                </a:solidFill>
              </a:rPr>
              <a:t>тогда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BDB902-2F75-4812-BB03-6E2B06A36E2E}"/>
              </a:ext>
            </a:extLst>
          </p:cNvPr>
          <p:cNvSpPr txBox="1"/>
          <p:nvPr/>
        </p:nvSpPr>
        <p:spPr>
          <a:xfrm>
            <a:off x="6010947" y="4771463"/>
            <a:ext cx="112358" cy="92333"/>
          </a:xfrm>
          <a:prstGeom prst="rect">
            <a:avLst/>
          </a:prstGeom>
          <a:solidFill>
            <a:srgbClr val="B0E1FA"/>
          </a:solidFill>
        </p:spPr>
        <p:txBody>
          <a:bodyPr wrap="none" lIns="0" tIns="0" rIns="0" bIns="0" rtlCol="0">
            <a:noAutofit/>
          </a:bodyPr>
          <a:lstStyle/>
          <a:p>
            <a:pPr>
              <a:defRPr/>
            </a:pPr>
            <a:r>
              <a:rPr lang="ru-RU" sz="550" dirty="0">
                <a:solidFill>
                  <a:prstClr val="black"/>
                </a:solidFill>
              </a:rPr>
              <a:t>это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754095-C1D9-4C80-A08C-8C71D4519288}"/>
              </a:ext>
            </a:extLst>
          </p:cNvPr>
          <p:cNvSpPr txBox="1"/>
          <p:nvPr/>
        </p:nvSpPr>
        <p:spPr>
          <a:xfrm>
            <a:off x="4566921" y="4313074"/>
            <a:ext cx="732863" cy="224790"/>
          </a:xfrm>
          <a:custGeom>
            <a:avLst/>
            <a:gdLst>
              <a:gd name="connsiteX0" fmla="*/ 0 w 725806"/>
              <a:gd name="connsiteY0" fmla="*/ 0 h 224790"/>
              <a:gd name="connsiteX1" fmla="*/ 725806 w 725806"/>
              <a:gd name="connsiteY1" fmla="*/ 0 h 224790"/>
              <a:gd name="connsiteX2" fmla="*/ 725806 w 725806"/>
              <a:gd name="connsiteY2" fmla="*/ 224790 h 224790"/>
              <a:gd name="connsiteX3" fmla="*/ 0 w 725806"/>
              <a:gd name="connsiteY3" fmla="*/ 224790 h 224790"/>
              <a:gd name="connsiteX4" fmla="*/ 0 w 725806"/>
              <a:gd name="connsiteY4" fmla="*/ 0 h 224790"/>
              <a:gd name="connsiteX0" fmla="*/ 0 w 725806"/>
              <a:gd name="connsiteY0" fmla="*/ 0 h 224790"/>
              <a:gd name="connsiteX1" fmla="*/ 725806 w 725806"/>
              <a:gd name="connsiteY1" fmla="*/ 0 h 224790"/>
              <a:gd name="connsiteX2" fmla="*/ 725806 w 725806"/>
              <a:gd name="connsiteY2" fmla="*/ 224790 h 224790"/>
              <a:gd name="connsiteX3" fmla="*/ 423546 w 725806"/>
              <a:gd name="connsiteY3" fmla="*/ 224155 h 224790"/>
              <a:gd name="connsiteX4" fmla="*/ 0 w 725806"/>
              <a:gd name="connsiteY4" fmla="*/ 224790 h 224790"/>
              <a:gd name="connsiteX5" fmla="*/ 0 w 725806"/>
              <a:gd name="connsiteY5" fmla="*/ 0 h 224790"/>
              <a:gd name="connsiteX0" fmla="*/ 0 w 725806"/>
              <a:gd name="connsiteY0" fmla="*/ 0 h 224790"/>
              <a:gd name="connsiteX1" fmla="*/ 725806 w 725806"/>
              <a:gd name="connsiteY1" fmla="*/ 0 h 224790"/>
              <a:gd name="connsiteX2" fmla="*/ 723266 w 725806"/>
              <a:gd name="connsiteY2" fmla="*/ 100330 h 224790"/>
              <a:gd name="connsiteX3" fmla="*/ 423546 w 725806"/>
              <a:gd name="connsiteY3" fmla="*/ 224155 h 224790"/>
              <a:gd name="connsiteX4" fmla="*/ 0 w 725806"/>
              <a:gd name="connsiteY4" fmla="*/ 224790 h 224790"/>
              <a:gd name="connsiteX5" fmla="*/ 0 w 725806"/>
              <a:gd name="connsiteY5" fmla="*/ 0 h 224790"/>
              <a:gd name="connsiteX0" fmla="*/ 0 w 725806"/>
              <a:gd name="connsiteY0" fmla="*/ 0 h 224790"/>
              <a:gd name="connsiteX1" fmla="*/ 725806 w 725806"/>
              <a:gd name="connsiteY1" fmla="*/ 0 h 224790"/>
              <a:gd name="connsiteX2" fmla="*/ 723266 w 725806"/>
              <a:gd name="connsiteY2" fmla="*/ 100330 h 224790"/>
              <a:gd name="connsiteX3" fmla="*/ 423546 w 725806"/>
              <a:gd name="connsiteY3" fmla="*/ 224155 h 224790"/>
              <a:gd name="connsiteX4" fmla="*/ 0 w 725806"/>
              <a:gd name="connsiteY4" fmla="*/ 224790 h 224790"/>
              <a:gd name="connsiteX5" fmla="*/ 0 w 725806"/>
              <a:gd name="connsiteY5" fmla="*/ 0 h 224790"/>
              <a:gd name="connsiteX0" fmla="*/ 0 w 725806"/>
              <a:gd name="connsiteY0" fmla="*/ 0 h 224790"/>
              <a:gd name="connsiteX1" fmla="*/ 725806 w 725806"/>
              <a:gd name="connsiteY1" fmla="*/ 0 h 224790"/>
              <a:gd name="connsiteX2" fmla="*/ 723266 w 725806"/>
              <a:gd name="connsiteY2" fmla="*/ 100330 h 224790"/>
              <a:gd name="connsiteX3" fmla="*/ 423546 w 725806"/>
              <a:gd name="connsiteY3" fmla="*/ 224155 h 224790"/>
              <a:gd name="connsiteX4" fmla="*/ 0 w 725806"/>
              <a:gd name="connsiteY4" fmla="*/ 224790 h 224790"/>
              <a:gd name="connsiteX5" fmla="*/ 0 w 725806"/>
              <a:gd name="connsiteY5" fmla="*/ 0 h 224790"/>
              <a:gd name="connsiteX0" fmla="*/ 0 w 725806"/>
              <a:gd name="connsiteY0" fmla="*/ 0 h 224790"/>
              <a:gd name="connsiteX1" fmla="*/ 725806 w 725806"/>
              <a:gd name="connsiteY1" fmla="*/ 0 h 224790"/>
              <a:gd name="connsiteX2" fmla="*/ 723266 w 725806"/>
              <a:gd name="connsiteY2" fmla="*/ 100330 h 224790"/>
              <a:gd name="connsiteX3" fmla="*/ 423546 w 725806"/>
              <a:gd name="connsiteY3" fmla="*/ 224155 h 224790"/>
              <a:gd name="connsiteX4" fmla="*/ 0 w 725806"/>
              <a:gd name="connsiteY4" fmla="*/ 224790 h 224790"/>
              <a:gd name="connsiteX5" fmla="*/ 0 w 725806"/>
              <a:gd name="connsiteY5" fmla="*/ 0 h 224790"/>
              <a:gd name="connsiteX0" fmla="*/ 0 w 728458"/>
              <a:gd name="connsiteY0" fmla="*/ 0 h 224790"/>
              <a:gd name="connsiteX1" fmla="*/ 725806 w 728458"/>
              <a:gd name="connsiteY1" fmla="*/ 0 h 224790"/>
              <a:gd name="connsiteX2" fmla="*/ 728346 w 728458"/>
              <a:gd name="connsiteY2" fmla="*/ 113030 h 224790"/>
              <a:gd name="connsiteX3" fmla="*/ 423546 w 728458"/>
              <a:gd name="connsiteY3" fmla="*/ 224155 h 224790"/>
              <a:gd name="connsiteX4" fmla="*/ 0 w 728458"/>
              <a:gd name="connsiteY4" fmla="*/ 224790 h 224790"/>
              <a:gd name="connsiteX5" fmla="*/ 0 w 728458"/>
              <a:gd name="connsiteY5" fmla="*/ 0 h 224790"/>
              <a:gd name="connsiteX0" fmla="*/ 0 w 728458"/>
              <a:gd name="connsiteY0" fmla="*/ 0 h 224790"/>
              <a:gd name="connsiteX1" fmla="*/ 725806 w 728458"/>
              <a:gd name="connsiteY1" fmla="*/ 0 h 224790"/>
              <a:gd name="connsiteX2" fmla="*/ 728346 w 728458"/>
              <a:gd name="connsiteY2" fmla="*/ 113030 h 224790"/>
              <a:gd name="connsiteX3" fmla="*/ 423546 w 728458"/>
              <a:gd name="connsiteY3" fmla="*/ 224155 h 224790"/>
              <a:gd name="connsiteX4" fmla="*/ 0 w 728458"/>
              <a:gd name="connsiteY4" fmla="*/ 224790 h 224790"/>
              <a:gd name="connsiteX5" fmla="*/ 0 w 728458"/>
              <a:gd name="connsiteY5" fmla="*/ 0 h 224790"/>
              <a:gd name="connsiteX0" fmla="*/ 0 w 728458"/>
              <a:gd name="connsiteY0" fmla="*/ 0 h 224790"/>
              <a:gd name="connsiteX1" fmla="*/ 725806 w 728458"/>
              <a:gd name="connsiteY1" fmla="*/ 0 h 224790"/>
              <a:gd name="connsiteX2" fmla="*/ 728346 w 728458"/>
              <a:gd name="connsiteY2" fmla="*/ 113030 h 224790"/>
              <a:gd name="connsiteX3" fmla="*/ 423546 w 728458"/>
              <a:gd name="connsiteY3" fmla="*/ 224155 h 224790"/>
              <a:gd name="connsiteX4" fmla="*/ 0 w 728458"/>
              <a:gd name="connsiteY4" fmla="*/ 224790 h 224790"/>
              <a:gd name="connsiteX5" fmla="*/ 0 w 728458"/>
              <a:gd name="connsiteY5" fmla="*/ 0 h 224790"/>
              <a:gd name="connsiteX0" fmla="*/ 0 w 728458"/>
              <a:gd name="connsiteY0" fmla="*/ 0 h 224790"/>
              <a:gd name="connsiteX1" fmla="*/ 725806 w 728458"/>
              <a:gd name="connsiteY1" fmla="*/ 0 h 224790"/>
              <a:gd name="connsiteX2" fmla="*/ 728346 w 728458"/>
              <a:gd name="connsiteY2" fmla="*/ 113030 h 224790"/>
              <a:gd name="connsiteX3" fmla="*/ 423546 w 728458"/>
              <a:gd name="connsiteY3" fmla="*/ 224155 h 224790"/>
              <a:gd name="connsiteX4" fmla="*/ 0 w 728458"/>
              <a:gd name="connsiteY4" fmla="*/ 224790 h 224790"/>
              <a:gd name="connsiteX5" fmla="*/ 0 w 728458"/>
              <a:gd name="connsiteY5" fmla="*/ 0 h 224790"/>
              <a:gd name="connsiteX0" fmla="*/ 0 w 730959"/>
              <a:gd name="connsiteY0" fmla="*/ 0 h 224790"/>
              <a:gd name="connsiteX1" fmla="*/ 725806 w 730959"/>
              <a:gd name="connsiteY1" fmla="*/ 0 h 224790"/>
              <a:gd name="connsiteX2" fmla="*/ 730886 w 730959"/>
              <a:gd name="connsiteY2" fmla="*/ 118110 h 224790"/>
              <a:gd name="connsiteX3" fmla="*/ 423546 w 730959"/>
              <a:gd name="connsiteY3" fmla="*/ 224155 h 224790"/>
              <a:gd name="connsiteX4" fmla="*/ 0 w 730959"/>
              <a:gd name="connsiteY4" fmla="*/ 224790 h 224790"/>
              <a:gd name="connsiteX5" fmla="*/ 0 w 730959"/>
              <a:gd name="connsiteY5" fmla="*/ 0 h 224790"/>
              <a:gd name="connsiteX0" fmla="*/ 0 w 730959"/>
              <a:gd name="connsiteY0" fmla="*/ 0 h 224790"/>
              <a:gd name="connsiteX1" fmla="*/ 725806 w 730959"/>
              <a:gd name="connsiteY1" fmla="*/ 0 h 224790"/>
              <a:gd name="connsiteX2" fmla="*/ 730886 w 730959"/>
              <a:gd name="connsiteY2" fmla="*/ 118110 h 224790"/>
              <a:gd name="connsiteX3" fmla="*/ 423546 w 730959"/>
              <a:gd name="connsiteY3" fmla="*/ 224155 h 224790"/>
              <a:gd name="connsiteX4" fmla="*/ 0 w 730959"/>
              <a:gd name="connsiteY4" fmla="*/ 224790 h 224790"/>
              <a:gd name="connsiteX5" fmla="*/ 0 w 730959"/>
              <a:gd name="connsiteY5" fmla="*/ 0 h 224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0959" h="224790">
                <a:moveTo>
                  <a:pt x="0" y="0"/>
                </a:moveTo>
                <a:lnTo>
                  <a:pt x="725806" y="0"/>
                </a:lnTo>
                <a:cubicBezTo>
                  <a:pt x="724959" y="33443"/>
                  <a:pt x="731733" y="84667"/>
                  <a:pt x="730886" y="118110"/>
                </a:cubicBezTo>
                <a:cubicBezTo>
                  <a:pt x="618279" y="98425"/>
                  <a:pt x="399514" y="34290"/>
                  <a:pt x="423546" y="224155"/>
                </a:cubicBezTo>
                <a:lnTo>
                  <a:pt x="0" y="224790"/>
                </a:lnTo>
                <a:lnTo>
                  <a:pt x="0" y="0"/>
                </a:lnTo>
                <a:close/>
              </a:path>
            </a:pathLst>
          </a:custGeom>
          <a:solidFill>
            <a:srgbClr val="B0E1FA"/>
          </a:solidFill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550" dirty="0">
                <a:solidFill>
                  <a:prstClr val="black"/>
                </a:solidFill>
              </a:rPr>
              <a:t>Где я могу получить</a:t>
            </a:r>
          </a:p>
          <a:p>
            <a:pPr>
              <a:spcAft>
                <a:spcPts val="3600"/>
              </a:spcAft>
              <a:defRPr/>
            </a:pPr>
            <a:r>
              <a:rPr lang="ru-RU" sz="550" dirty="0">
                <a:solidFill>
                  <a:prstClr val="black"/>
                </a:solidFill>
              </a:rPr>
              <a:t>образец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90F846-B54A-4A93-9269-97349F3F8012}"/>
              </a:ext>
            </a:extLst>
          </p:cNvPr>
          <p:cNvSpPr txBox="1"/>
          <p:nvPr/>
        </p:nvSpPr>
        <p:spPr>
          <a:xfrm>
            <a:off x="5570487" y="5760875"/>
            <a:ext cx="257425" cy="92333"/>
          </a:xfrm>
          <a:prstGeom prst="rect">
            <a:avLst/>
          </a:prstGeom>
          <a:solidFill>
            <a:srgbClr val="DEE69C"/>
          </a:solidFill>
        </p:spPr>
        <p:txBody>
          <a:bodyPr wrap="none" lIns="0" tIns="0" rIns="0" bIns="0" rtlCol="0">
            <a:noAutofit/>
          </a:bodyPr>
          <a:lstStyle/>
          <a:p>
            <a:pPr algn="ctr">
              <a:defRPr/>
            </a:pPr>
            <a:r>
              <a:rPr lang="ru-RU" sz="550" dirty="0">
                <a:solidFill>
                  <a:prstClr val="black"/>
                </a:solidFill>
              </a:rPr>
              <a:t>Липиды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3FBAF2-4F91-4F94-8456-5E0EB97AE6AE}"/>
              </a:ext>
            </a:extLst>
          </p:cNvPr>
          <p:cNvSpPr txBox="1"/>
          <p:nvPr/>
        </p:nvSpPr>
        <p:spPr>
          <a:xfrm>
            <a:off x="5699198" y="5363083"/>
            <a:ext cx="306130" cy="92333"/>
          </a:xfrm>
          <a:prstGeom prst="rect">
            <a:avLst/>
          </a:prstGeom>
          <a:solidFill>
            <a:srgbClr val="DE8E7D"/>
          </a:solidFill>
        </p:spPr>
        <p:txBody>
          <a:bodyPr wrap="none" lIns="0" tIns="0" rIns="0" bIns="0" rtlCol="0">
            <a:noAutofit/>
          </a:bodyPr>
          <a:lstStyle/>
          <a:p>
            <a:pPr algn="ctr">
              <a:defRPr/>
            </a:pPr>
            <a:r>
              <a:rPr lang="ru-RU" sz="550" dirty="0">
                <a:solidFill>
                  <a:prstClr val="black"/>
                </a:solidFill>
              </a:rPr>
              <a:t>Пептиды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AED1FD-FF64-448D-A0BF-D18CAC603DFC}"/>
              </a:ext>
            </a:extLst>
          </p:cNvPr>
          <p:cNvSpPr txBox="1"/>
          <p:nvPr/>
        </p:nvSpPr>
        <p:spPr>
          <a:xfrm>
            <a:off x="5913334" y="5846877"/>
            <a:ext cx="438031" cy="92333"/>
          </a:xfrm>
          <a:prstGeom prst="rect">
            <a:avLst/>
          </a:prstGeom>
          <a:solidFill>
            <a:srgbClr val="B0E1FA"/>
          </a:solidFill>
        </p:spPr>
        <p:txBody>
          <a:bodyPr wrap="none" lIns="0" tIns="0" rIns="0" bIns="0" rtlCol="0">
            <a:noAutofit/>
          </a:bodyPr>
          <a:lstStyle/>
          <a:p>
            <a:pPr>
              <a:defRPr/>
            </a:pPr>
            <a:r>
              <a:rPr lang="ru-RU" sz="550" dirty="0">
                <a:solidFill>
                  <a:prstClr val="black"/>
                </a:solidFill>
              </a:rPr>
              <a:t>Липопептиды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ADF0C7-784F-4942-B9D5-696D59A36D10}"/>
              </a:ext>
            </a:extLst>
          </p:cNvPr>
          <p:cNvSpPr txBox="1"/>
          <p:nvPr/>
        </p:nvSpPr>
        <p:spPr>
          <a:xfrm>
            <a:off x="7298690" y="4818182"/>
            <a:ext cx="613410" cy="199743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0">
            <a:noAutofit/>
          </a:bodyPr>
          <a:lstStyle/>
          <a:p>
            <a:pPr algn="ctr">
              <a:defRPr/>
            </a:pPr>
            <a:r>
              <a:rPr lang="ru-RU" sz="550" b="1" dirty="0">
                <a:solidFill>
                  <a:prstClr val="black"/>
                </a:solidFill>
              </a:rPr>
              <a:t>Индиго-овсянка</a:t>
            </a:r>
            <a:br>
              <a:rPr lang="en-US" sz="550" b="1" dirty="0">
                <a:solidFill>
                  <a:prstClr val="black"/>
                </a:solidFill>
                <a:latin typeface="Myriad Pro"/>
              </a:rPr>
            </a:br>
            <a:r>
              <a:rPr lang="ru-RU" sz="550" i="1" dirty="0">
                <a:solidFill>
                  <a:prstClr val="black"/>
                </a:solidFill>
              </a:rPr>
              <a:t>Образец изображения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D96CBD-3C46-4FD9-9BAD-765608C691C1}"/>
              </a:ext>
            </a:extLst>
          </p:cNvPr>
          <p:cNvSpPr txBox="1"/>
          <p:nvPr/>
        </p:nvSpPr>
        <p:spPr>
          <a:xfrm rot="1020000">
            <a:off x="8142575" y="4345090"/>
            <a:ext cx="403330" cy="83750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0">
            <a:noAutofit/>
          </a:bodyPr>
          <a:lstStyle/>
          <a:p>
            <a:pPr algn="ctr">
              <a:defRPr/>
            </a:pPr>
            <a:r>
              <a:rPr lang="ru-RU" sz="550" dirty="0" err="1">
                <a:solidFill>
                  <a:prstClr val="black"/>
                </a:solidFill>
              </a:rPr>
              <a:t>естьГолова</a:t>
            </a:r>
            <a:endParaRPr lang="ru-RU" sz="550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B508F6-24D2-4DCA-921B-5D3BF563632D}"/>
              </a:ext>
            </a:extLst>
          </p:cNvPr>
          <p:cNvSpPr txBox="1"/>
          <p:nvPr/>
        </p:nvSpPr>
        <p:spPr>
          <a:xfrm rot="21231738">
            <a:off x="8969344" y="4873053"/>
            <a:ext cx="403330" cy="83750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0">
            <a:noAutofit/>
          </a:bodyPr>
          <a:lstStyle/>
          <a:p>
            <a:pPr algn="ctr">
              <a:defRPr/>
            </a:pPr>
            <a:r>
              <a:rPr lang="ru-RU" sz="550" dirty="0" err="1">
                <a:solidFill>
                  <a:prstClr val="black"/>
                </a:solidFill>
              </a:rPr>
              <a:t>естьГрудь</a:t>
            </a:r>
            <a:endParaRPr lang="ru-RU" sz="550" dirty="0">
              <a:solidFill>
                <a:prstClr val="black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D1B943-902D-4B85-8685-4CEAC698CFE4}"/>
              </a:ext>
            </a:extLst>
          </p:cNvPr>
          <p:cNvSpPr txBox="1"/>
          <p:nvPr/>
        </p:nvSpPr>
        <p:spPr>
          <a:xfrm rot="20519540">
            <a:off x="7609749" y="5536493"/>
            <a:ext cx="350782" cy="83750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0">
            <a:noAutofit/>
          </a:bodyPr>
          <a:lstStyle/>
          <a:p>
            <a:pPr algn="ctr">
              <a:defRPr/>
            </a:pPr>
            <a:r>
              <a:rPr lang="ru-RU" sz="550" dirty="0" err="1">
                <a:solidFill>
                  <a:prstClr val="black"/>
                </a:solidFill>
              </a:rPr>
              <a:t>естьХвост</a:t>
            </a:r>
            <a:endParaRPr lang="ru-RU" sz="550" dirty="0">
              <a:solidFill>
                <a:prstClr val="black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01D508-C995-4C11-AA33-032184EF09F2}"/>
              </a:ext>
            </a:extLst>
          </p:cNvPr>
          <p:cNvSpPr txBox="1"/>
          <p:nvPr/>
        </p:nvSpPr>
        <p:spPr>
          <a:xfrm rot="2221520">
            <a:off x="8130403" y="5333546"/>
            <a:ext cx="393538" cy="83750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0">
            <a:noAutofit/>
          </a:bodyPr>
          <a:lstStyle/>
          <a:p>
            <a:pPr algn="ctr">
              <a:defRPr/>
            </a:pPr>
            <a:r>
              <a:rPr lang="ru-RU" sz="550" dirty="0" err="1">
                <a:solidFill>
                  <a:prstClr val="black"/>
                </a:solidFill>
              </a:rPr>
              <a:t>естьКрылья</a:t>
            </a:r>
            <a:endParaRPr lang="ru-RU" sz="550" dirty="0">
              <a:solidFill>
                <a:prstClr val="black"/>
              </a:solidFill>
            </a:endParaRP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BA3A9A32-C27D-40C4-8F95-B75103F6E54E}"/>
              </a:ext>
            </a:extLst>
          </p:cNvPr>
          <p:cNvSpPr txBox="1">
            <a:spLocks/>
          </p:cNvSpPr>
          <p:nvPr/>
        </p:nvSpPr>
        <p:spPr>
          <a:xfrm>
            <a:off x="6049745" y="1638636"/>
            <a:ext cx="4016375" cy="1383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8775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30000"/>
              <a:buFontTx/>
              <a:buBlip>
                <a:blip r:embed="rId7"/>
              </a:buBlip>
              <a:defRPr lang="ru-RU" sz="2000" b="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2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30000"/>
              <a:buFontTx/>
              <a:buBlip>
                <a:blip r:embed="rId7"/>
              </a:buBlip>
              <a:defRPr lang="ru-RU" sz="16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080000" indent="-3600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30000"/>
              <a:buFontTx/>
              <a:buBlip>
                <a:blip r:embed="rId7"/>
              </a:buBlip>
              <a:defRPr lang="ru-RU" sz="14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440000" indent="-3600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30000"/>
              <a:buFontTx/>
              <a:buBlip>
                <a:blip r:embed="rId7"/>
              </a:buBlip>
              <a:defRPr lang="ru-RU" sz="14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00000" indent="-3600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30000"/>
              <a:buFontTx/>
              <a:buBlip>
                <a:blip r:embed="rId7"/>
              </a:buBlip>
              <a:defRPr lang="ru-RU" sz="14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ИИ строят социальные графы</a:t>
            </a:r>
          </a:p>
          <a:p>
            <a:r>
              <a:rPr lang="ru-RU" dirty="0"/>
              <a:t>ИИ строят графы знаний</a:t>
            </a:r>
          </a:p>
        </p:txBody>
      </p:sp>
    </p:spTree>
    <p:extLst>
      <p:ext uri="{BB962C8B-B14F-4D97-AF65-F5344CB8AC3E}">
        <p14:creationId xmlns:p14="http://schemas.microsoft.com/office/powerpoint/2010/main" val="2459980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BBF3B-5B88-4CC9-893B-E33D387D2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Ориентированные (орграфы) и неориентированные графы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70378-5B97-4679-9DEB-1B6664639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81E30-6105-4242-8393-F3B23E9D74E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Ориентированный граф </a:t>
            </a:r>
            <a:r>
              <a:rPr lang="ru-RU" dirty="0"/>
              <a:t>(кратко орграф) — граф, рёбрам которого присвоено направление. Направленные рёбра именуются также дугами</a:t>
            </a:r>
            <a:endParaRPr lang="en-US" dirty="0"/>
          </a:p>
        </p:txBody>
      </p:sp>
      <p:pic>
        <p:nvPicPr>
          <p:cNvPr id="9" name="Picture 8" descr="A sign in the dark&#10;&#10;Description automatically generated">
            <a:extLst>
              <a:ext uri="{FF2B5EF4-FFF2-40B4-BE49-F238E27FC236}">
                <a16:creationId xmlns:a16="http://schemas.microsoft.com/office/drawing/2014/main" id="{BA3FE73F-690D-4EC8-B571-742BE5D7A8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46755" y="3164370"/>
            <a:ext cx="2383656" cy="2611187"/>
          </a:xfrm>
          <a:prstGeom prst="rect">
            <a:avLst/>
          </a:prstGeom>
        </p:spPr>
      </p:pic>
      <p:pic>
        <p:nvPicPr>
          <p:cNvPr id="12" name="Picture 11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2C0E4D81-01E3-487E-999D-280F94201D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048724" y="3396145"/>
            <a:ext cx="3443315" cy="1879066"/>
          </a:xfrm>
          <a:prstGeom prst="rect">
            <a:avLst/>
          </a:prstGeom>
        </p:spPr>
      </p:pic>
      <p:sp>
        <p:nvSpPr>
          <p:cNvPr id="5" name="Овал 4">
            <a:extLst>
              <a:ext uri="{FF2B5EF4-FFF2-40B4-BE49-F238E27FC236}">
                <a16:creationId xmlns:a16="http://schemas.microsoft.com/office/drawing/2014/main" id="{E84F6719-C5C8-4BCC-94CF-A20294A2926A}"/>
              </a:ext>
            </a:extLst>
          </p:cNvPr>
          <p:cNvSpPr/>
          <p:nvPr/>
        </p:nvSpPr>
        <p:spPr>
          <a:xfrm>
            <a:off x="7465682" y="3336429"/>
            <a:ext cx="813540" cy="8275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Е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99F08C02-0AE1-40DD-B8B2-EC491C888AC1}"/>
              </a:ext>
            </a:extLst>
          </p:cNvPr>
          <p:cNvSpPr/>
          <p:nvPr/>
        </p:nvSpPr>
        <p:spPr>
          <a:xfrm>
            <a:off x="9221172" y="3307318"/>
            <a:ext cx="813540" cy="8275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929B1837-65E6-4DF6-A81F-C69DF0D5ADA3}"/>
              </a:ext>
            </a:extLst>
          </p:cNvPr>
          <p:cNvSpPr/>
          <p:nvPr/>
        </p:nvSpPr>
        <p:spPr>
          <a:xfrm>
            <a:off x="7540287" y="4670612"/>
            <a:ext cx="813540" cy="8275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ВВ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65742BF5-20B0-4AFC-B9A9-AFFAABB885A5}"/>
              </a:ext>
            </a:extLst>
          </p:cNvPr>
          <p:cNvSpPr/>
          <p:nvPr/>
        </p:nvSpPr>
        <p:spPr>
          <a:xfrm>
            <a:off x="9116523" y="4594657"/>
            <a:ext cx="813540" cy="8275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608513F5-EB25-44FC-BD18-96B72C046A5B}"/>
              </a:ext>
            </a:extLst>
          </p:cNvPr>
          <p:cNvSpPr/>
          <p:nvPr/>
        </p:nvSpPr>
        <p:spPr>
          <a:xfrm>
            <a:off x="8243450" y="3955866"/>
            <a:ext cx="813540" cy="8275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ВИ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2CEFD6AB-2E00-4B14-BB41-097A8124529D}"/>
              </a:ext>
            </a:extLst>
          </p:cNvPr>
          <p:cNvCxnSpPr>
            <a:stCxn id="5" idx="6"/>
            <a:endCxn id="8" idx="2"/>
          </p:cNvCxnSpPr>
          <p:nvPr/>
        </p:nvCxnSpPr>
        <p:spPr>
          <a:xfrm flipV="1">
            <a:off x="8279222" y="3721106"/>
            <a:ext cx="941950" cy="291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D60DBC7A-37A6-4BEC-8C5D-4132B1282595}"/>
              </a:ext>
            </a:extLst>
          </p:cNvPr>
          <p:cNvCxnSpPr>
            <a:cxnSpLocks/>
            <a:stCxn id="5" idx="5"/>
            <a:endCxn id="13" idx="1"/>
          </p:cNvCxnSpPr>
          <p:nvPr/>
        </p:nvCxnSpPr>
        <p:spPr>
          <a:xfrm>
            <a:off x="8160082" y="4042808"/>
            <a:ext cx="202508" cy="342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D69D3818-9E54-486C-A77E-463D8C285C39}"/>
              </a:ext>
            </a:extLst>
          </p:cNvPr>
          <p:cNvCxnSpPr>
            <a:cxnSpLocks/>
          </p:cNvCxnSpPr>
          <p:nvPr/>
        </p:nvCxnSpPr>
        <p:spPr>
          <a:xfrm>
            <a:off x="8698122" y="4151928"/>
            <a:ext cx="866972" cy="5131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BF987BB8-4824-4CC7-9E3E-4F6E5E3A32BC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9373572" y="3719044"/>
            <a:ext cx="149721" cy="875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F28F38B1-366C-422B-AE5F-85E4E1B32239}"/>
              </a:ext>
            </a:extLst>
          </p:cNvPr>
          <p:cNvCxnSpPr>
            <a:cxnSpLocks/>
            <a:stCxn id="10" idx="6"/>
            <a:endCxn id="11" idx="2"/>
          </p:cNvCxnSpPr>
          <p:nvPr/>
        </p:nvCxnSpPr>
        <p:spPr>
          <a:xfrm flipV="1">
            <a:off x="8353827" y="5008445"/>
            <a:ext cx="762696" cy="759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2D28BEB7-10F0-47C1-BE4C-7DBA24B40562}"/>
              </a:ext>
            </a:extLst>
          </p:cNvPr>
          <p:cNvCxnSpPr>
            <a:cxnSpLocks/>
            <a:stCxn id="10" idx="0"/>
            <a:endCxn id="5" idx="4"/>
          </p:cNvCxnSpPr>
          <p:nvPr/>
        </p:nvCxnSpPr>
        <p:spPr>
          <a:xfrm flipH="1" flipV="1">
            <a:off x="7872452" y="4164004"/>
            <a:ext cx="74605" cy="5066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7E2C3C3A-FE26-4899-9F37-ACCFFE964D17}"/>
              </a:ext>
            </a:extLst>
          </p:cNvPr>
          <p:cNvCxnSpPr>
            <a:cxnSpLocks/>
            <a:stCxn id="10" idx="7"/>
            <a:endCxn id="13" idx="3"/>
          </p:cNvCxnSpPr>
          <p:nvPr/>
        </p:nvCxnSpPr>
        <p:spPr>
          <a:xfrm flipV="1">
            <a:off x="8234687" y="4662245"/>
            <a:ext cx="127903" cy="129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39F9945E-A186-4574-9750-959E6E2B3903}"/>
              </a:ext>
            </a:extLst>
          </p:cNvPr>
          <p:cNvCxnSpPr>
            <a:cxnSpLocks/>
            <a:stCxn id="13" idx="5"/>
            <a:endCxn id="11" idx="1"/>
          </p:cNvCxnSpPr>
          <p:nvPr/>
        </p:nvCxnSpPr>
        <p:spPr>
          <a:xfrm>
            <a:off x="8937850" y="4662245"/>
            <a:ext cx="297813" cy="536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4DC18A4F-C139-4170-86D5-8C0A4D9C36EF}"/>
              </a:ext>
            </a:extLst>
          </p:cNvPr>
          <p:cNvCxnSpPr>
            <a:cxnSpLocks/>
            <a:stCxn id="5" idx="6"/>
            <a:endCxn id="11" idx="0"/>
          </p:cNvCxnSpPr>
          <p:nvPr/>
        </p:nvCxnSpPr>
        <p:spPr>
          <a:xfrm>
            <a:off x="8279222" y="3750217"/>
            <a:ext cx="1244071" cy="844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14BCDF49-C2BB-4A36-AD6F-7AA796FDDD21}"/>
              </a:ext>
            </a:extLst>
          </p:cNvPr>
          <p:cNvCxnSpPr>
            <a:cxnSpLocks/>
            <a:stCxn id="10" idx="6"/>
            <a:endCxn id="8" idx="4"/>
          </p:cNvCxnSpPr>
          <p:nvPr/>
        </p:nvCxnSpPr>
        <p:spPr>
          <a:xfrm flipV="1">
            <a:off x="8353827" y="4134893"/>
            <a:ext cx="1274115" cy="9495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7BE50954-3309-127C-5ADA-7ED4E622C924}"/>
                  </a:ext>
                </a:extLst>
              </p14:cNvPr>
              <p14:cNvContentPartPr/>
              <p14:nvPr/>
            </p14:nvContentPartPr>
            <p14:xfrm>
              <a:off x="5766859" y="3857842"/>
              <a:ext cx="174960" cy="226440"/>
            </p14:xfrm>
          </p:contentPart>
        </mc:Choice>
        <mc:Fallback xmlns=""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7BE50954-3309-127C-5ADA-7ED4E622C92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57859" y="3804202"/>
                <a:ext cx="192600" cy="33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1462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Смежные вершины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Вершины графа называются смежными, если они соединены хотя бы одним ребром</a:t>
            </a:r>
          </a:p>
          <a:p>
            <a:r>
              <a:rPr lang="ru-RU" dirty="0"/>
              <a:t>Степень вершины – количество связанных (инцидентных) (исходящих в случае орграфа) с ней ребер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460DB2-09AD-4BEC-A5D0-27C175E615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539" t="46055" r="64690" b="26779"/>
          <a:stretch/>
        </p:blipFill>
        <p:spPr>
          <a:xfrm>
            <a:off x="4070153" y="3551823"/>
            <a:ext cx="2631933" cy="23981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2D2E901D-3B14-5EA6-9978-70F8A5E013AB}"/>
                  </a:ext>
                </a:extLst>
              </p14:cNvPr>
              <p14:cNvContentPartPr/>
              <p14:nvPr/>
            </p14:nvContentPartPr>
            <p14:xfrm>
              <a:off x="5269699" y="4211002"/>
              <a:ext cx="360" cy="1800"/>
            </p14:xfrm>
          </p:contentPart>
        </mc:Choice>
        <mc:Fallback xmlns=""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2D2E901D-3B14-5EA6-9978-70F8A5E013A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63579" y="4204882"/>
                <a:ext cx="12600" cy="1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3954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Степень вершины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1625124"/>
            <a:ext cx="9360000" cy="4335712"/>
          </a:xfrm>
        </p:spPr>
        <p:txBody>
          <a:bodyPr>
            <a:normAutofit/>
          </a:bodyPr>
          <a:lstStyle/>
          <a:p>
            <a:r>
              <a:rPr lang="ru-RU" dirty="0"/>
              <a:t>Степень или валентность вершины графа — количество рёбер графа G, инцидентных вершине </a:t>
            </a:r>
            <a:r>
              <a:rPr lang="en-US" dirty="0"/>
              <a:t>v(</a:t>
            </a:r>
            <a:r>
              <a:rPr lang="en-US" dirty="0" err="1"/>
              <a:t>i</a:t>
            </a:r>
            <a:r>
              <a:rPr lang="en-US" dirty="0"/>
              <a:t>)</a:t>
            </a:r>
            <a:r>
              <a:rPr lang="ru-RU" dirty="0"/>
              <a:t> (входящих ребер для орграфа). </a:t>
            </a:r>
          </a:p>
          <a:p>
            <a:r>
              <a:rPr lang="ru-RU" dirty="0"/>
              <a:t>При подсчёте степени неориентированное ребро-петля учитывается дважды</a:t>
            </a:r>
            <a:endParaRPr lang="en-US" dirty="0"/>
          </a:p>
          <a:p>
            <a:r>
              <a:rPr lang="ru-RU" dirty="0"/>
              <a:t>Вершина степени 0 называется </a:t>
            </a:r>
            <a:r>
              <a:rPr lang="ru-RU" b="1" dirty="0"/>
              <a:t>изолированной</a:t>
            </a:r>
            <a:r>
              <a:rPr lang="ru-RU" dirty="0"/>
              <a:t>.</a:t>
            </a:r>
          </a:p>
          <a:p>
            <a:r>
              <a:rPr lang="ru-RU" dirty="0"/>
              <a:t>Вершина степени 1 называется </a:t>
            </a:r>
            <a:r>
              <a:rPr lang="ru-RU" b="1" dirty="0"/>
              <a:t>концевой</a:t>
            </a:r>
            <a:r>
              <a:rPr lang="en-US" b="1" dirty="0"/>
              <a:t>, </a:t>
            </a:r>
            <a:r>
              <a:rPr lang="ru-RU" b="1" dirty="0"/>
              <a:t>висячей или листом графа</a:t>
            </a:r>
            <a:r>
              <a:rPr lang="en-US" dirty="0"/>
              <a:t>. </a:t>
            </a:r>
            <a:r>
              <a:rPr lang="ru-RU" dirty="0"/>
              <a:t>Ребро, инцидентное такой вершине называется </a:t>
            </a:r>
            <a:r>
              <a:rPr lang="ru-RU" b="1" dirty="0"/>
              <a:t>висячим</a:t>
            </a:r>
            <a:r>
              <a:rPr lang="ru-RU" dirty="0"/>
              <a:t> (англ. </a:t>
            </a:r>
            <a:r>
              <a:rPr lang="en-US" dirty="0"/>
              <a:t>terminal (pendant) edge, end-edge)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82551CF-7B74-4393-93EC-AEBA66677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135" y="4264000"/>
            <a:ext cx="4345969" cy="259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5745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83CC5B-85FC-4610-983C-EE40A3A6D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Матрица смежности для неориентированного графа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DC4F276-687A-44C3-B15D-715381724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13</a:t>
            </a:fld>
            <a:endParaRPr lang="ru-RU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85A5E216-BA30-47AD-A57C-E482A2495F5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508011826"/>
              </p:ext>
            </p:extLst>
          </p:nvPr>
        </p:nvGraphicFramePr>
        <p:xfrm>
          <a:off x="706438" y="2000250"/>
          <a:ext cx="935989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291">
                  <a:extLst>
                    <a:ext uri="{9D8B030D-6E8A-4147-A177-3AD203B41FA5}">
                      <a16:colId xmlns:a16="http://schemas.microsoft.com/office/drawing/2014/main" val="4069154910"/>
                    </a:ext>
                  </a:extLst>
                </a:gridCol>
                <a:gridCol w="1757291">
                  <a:extLst>
                    <a:ext uri="{9D8B030D-6E8A-4147-A177-3AD203B41FA5}">
                      <a16:colId xmlns:a16="http://schemas.microsoft.com/office/drawing/2014/main" val="677702121"/>
                    </a:ext>
                  </a:extLst>
                </a:gridCol>
                <a:gridCol w="1462690">
                  <a:extLst>
                    <a:ext uri="{9D8B030D-6E8A-4147-A177-3AD203B41FA5}">
                      <a16:colId xmlns:a16="http://schemas.microsoft.com/office/drawing/2014/main" val="1755947226"/>
                    </a:ext>
                  </a:extLst>
                </a:gridCol>
                <a:gridCol w="1477237">
                  <a:extLst>
                    <a:ext uri="{9D8B030D-6E8A-4147-A177-3AD203B41FA5}">
                      <a16:colId xmlns:a16="http://schemas.microsoft.com/office/drawing/2014/main" val="3232770735"/>
                    </a:ext>
                  </a:extLst>
                </a:gridCol>
                <a:gridCol w="1630345">
                  <a:extLst>
                    <a:ext uri="{9D8B030D-6E8A-4147-A177-3AD203B41FA5}">
                      <a16:colId xmlns:a16="http://schemas.microsoft.com/office/drawing/2014/main" val="2925222410"/>
                    </a:ext>
                  </a:extLst>
                </a:gridCol>
                <a:gridCol w="1275042">
                  <a:extLst>
                    <a:ext uri="{9D8B030D-6E8A-4147-A177-3AD203B41FA5}">
                      <a16:colId xmlns:a16="http://schemas.microsoft.com/office/drawing/2014/main" val="9891030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721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475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939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272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624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162498"/>
                  </a:ext>
                </a:extLst>
              </a:tr>
            </a:tbl>
          </a:graphicData>
        </a:graphic>
      </p:graphicFrame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7D5B244-4EB9-4886-AE2D-B7E92245C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9117" y="4493215"/>
            <a:ext cx="2274005" cy="199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604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BBF3B-5B88-4CC9-893B-E33D387D2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Представление графа как матрицы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70378-5B97-4679-9DEB-1B6664639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14</a:t>
            </a:fld>
            <a:endParaRPr lang="ru-RU" dirty="0"/>
          </a:p>
        </p:txBody>
      </p:sp>
      <p:graphicFrame>
        <p:nvGraphicFramePr>
          <p:cNvPr id="8" name="Table 9">
            <a:extLst>
              <a:ext uri="{FF2B5EF4-FFF2-40B4-BE49-F238E27FC236}">
                <a16:creationId xmlns:a16="http://schemas.microsoft.com/office/drawing/2014/main" id="{10D3B763-0F6A-4E1B-91E5-E76DF72BF3D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371224621"/>
              </p:ext>
            </p:extLst>
          </p:nvPr>
        </p:nvGraphicFramePr>
        <p:xfrm>
          <a:off x="770021" y="1628775"/>
          <a:ext cx="929631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2573">
                  <a:extLst>
                    <a:ext uri="{9D8B030D-6E8A-4147-A177-3AD203B41FA5}">
                      <a16:colId xmlns:a16="http://schemas.microsoft.com/office/drawing/2014/main" val="3035730177"/>
                    </a:ext>
                  </a:extLst>
                </a:gridCol>
                <a:gridCol w="1348957">
                  <a:extLst>
                    <a:ext uri="{9D8B030D-6E8A-4147-A177-3AD203B41FA5}">
                      <a16:colId xmlns:a16="http://schemas.microsoft.com/office/drawing/2014/main" val="3458970231"/>
                    </a:ext>
                  </a:extLst>
                </a:gridCol>
                <a:gridCol w="1348957">
                  <a:extLst>
                    <a:ext uri="{9D8B030D-6E8A-4147-A177-3AD203B41FA5}">
                      <a16:colId xmlns:a16="http://schemas.microsoft.com/office/drawing/2014/main" val="1152229833"/>
                    </a:ext>
                  </a:extLst>
                </a:gridCol>
                <a:gridCol w="1348957">
                  <a:extLst>
                    <a:ext uri="{9D8B030D-6E8A-4147-A177-3AD203B41FA5}">
                      <a16:colId xmlns:a16="http://schemas.microsoft.com/office/drawing/2014/main" val="1748462314"/>
                    </a:ext>
                  </a:extLst>
                </a:gridCol>
                <a:gridCol w="1348957">
                  <a:extLst>
                    <a:ext uri="{9D8B030D-6E8A-4147-A177-3AD203B41FA5}">
                      <a16:colId xmlns:a16="http://schemas.microsoft.com/office/drawing/2014/main" val="1373836654"/>
                    </a:ext>
                  </a:extLst>
                </a:gridCol>
                <a:gridCol w="1348957">
                  <a:extLst>
                    <a:ext uri="{9D8B030D-6E8A-4147-A177-3AD203B41FA5}">
                      <a16:colId xmlns:a16="http://schemas.microsoft.com/office/drawing/2014/main" val="797166712"/>
                    </a:ext>
                  </a:extLst>
                </a:gridCol>
                <a:gridCol w="1348957">
                  <a:extLst>
                    <a:ext uri="{9D8B030D-6E8A-4147-A177-3AD203B41FA5}">
                      <a16:colId xmlns:a16="http://schemas.microsoft.com/office/drawing/2014/main" val="189915241"/>
                    </a:ext>
                  </a:extLst>
                </a:gridCol>
              </a:tblGrid>
              <a:tr h="3034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340836"/>
                  </a:ext>
                </a:extLst>
              </a:tr>
              <a:tr h="303439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256092"/>
                  </a:ext>
                </a:extLst>
              </a:tr>
              <a:tr h="303439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997369"/>
                  </a:ext>
                </a:extLst>
              </a:tr>
              <a:tr h="303439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444926"/>
                  </a:ext>
                </a:extLst>
              </a:tr>
              <a:tr h="303439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181848"/>
                  </a:ext>
                </a:extLst>
              </a:tr>
              <a:tr h="303439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907248"/>
                  </a:ext>
                </a:extLst>
              </a:tr>
              <a:tr h="303439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50410"/>
                  </a:ext>
                </a:extLst>
              </a:tr>
            </a:tbl>
          </a:graphicData>
        </a:graphic>
      </p:graphicFrame>
      <p:pic>
        <p:nvPicPr>
          <p:cNvPr id="12" name="Picture 11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2C0E4D81-01E3-487E-999D-280F94201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719245" y="4319587"/>
            <a:ext cx="3333750" cy="18192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284914-0A39-4C00-BCDB-AF93DB58072E}"/>
              </a:ext>
            </a:extLst>
          </p:cNvPr>
          <p:cNvSpPr txBox="1"/>
          <p:nvPr/>
        </p:nvSpPr>
        <p:spPr>
          <a:xfrm>
            <a:off x="3100120" y="618376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4"/>
              </a:rPr>
              <a:t>https://programforyou.ru/graph-redactor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5698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BBF3B-5B88-4CC9-893B-E33D387D2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Мультиграфы</a:t>
            </a:r>
            <a:r>
              <a:rPr lang="ru-RU" sz="3200" dirty="0"/>
              <a:t> и </a:t>
            </a:r>
            <a:r>
              <a:rPr lang="ru-RU" sz="3200" dirty="0" err="1"/>
              <a:t>Псевдографы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70378-5B97-4679-9DEB-1B6664639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81E30-6105-4242-8393-F3B23E9D74E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err="1"/>
              <a:t>Мультиграф</a:t>
            </a:r>
            <a:r>
              <a:rPr lang="ru-RU" dirty="0"/>
              <a:t> – граф, у которого может быть более одной связи между вершинами (кратные ребра)</a:t>
            </a:r>
          </a:p>
          <a:p>
            <a:pPr marL="0" indent="0">
              <a:buNone/>
            </a:pPr>
            <a:r>
              <a:rPr lang="ru-RU" b="1" dirty="0" err="1"/>
              <a:t>Псевдограф</a:t>
            </a:r>
            <a:r>
              <a:rPr lang="ru-RU" dirty="0"/>
              <a:t> -  Если в </a:t>
            </a:r>
            <a:r>
              <a:rPr lang="ru-RU" dirty="0" err="1"/>
              <a:t>мультиграфе</a:t>
            </a:r>
            <a:r>
              <a:rPr lang="ru-RU" dirty="0"/>
              <a:t> присутствуют петли, то такой граф называют </a:t>
            </a:r>
            <a:r>
              <a:rPr lang="ru-RU" dirty="0" err="1"/>
              <a:t>псевдографом</a:t>
            </a:r>
            <a:r>
              <a:rPr lang="ru-RU" dirty="0"/>
              <a:t> </a:t>
            </a:r>
            <a:endParaRPr lang="en-US" dirty="0"/>
          </a:p>
        </p:txBody>
      </p:sp>
      <p:pic>
        <p:nvPicPr>
          <p:cNvPr id="6" name="Picture 5" descr="A close up of a necklace&#10;&#10;Description automatically generated">
            <a:extLst>
              <a:ext uri="{FF2B5EF4-FFF2-40B4-BE49-F238E27FC236}">
                <a16:creationId xmlns:a16="http://schemas.microsoft.com/office/drawing/2014/main" id="{028ECE11-2674-4DC8-8B1A-4D709AF26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814281" y="3293953"/>
            <a:ext cx="3143677" cy="314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464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Изоморфные графы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dirty="0"/>
              <a:t>Графы </a:t>
            </a:r>
            <a:r>
              <a:rPr lang="en-US" dirty="0"/>
              <a:t>G1, G2</a:t>
            </a:r>
            <a:r>
              <a:rPr lang="ru-RU" dirty="0"/>
              <a:t> являются изоморфными, если существует взаимно-однозначное соответствие между множествами вершин этих графов, сохраняющее отношения смежности.</a:t>
            </a:r>
          </a:p>
          <a:p>
            <a:r>
              <a:rPr lang="ru-RU" dirty="0"/>
              <a:t>Пример: социальные графы, построенные, исходя из разных источников.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460DB2-09AD-4BEC-A5D0-27C175E615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539" t="46055" r="12809" b="26779"/>
          <a:stretch/>
        </p:blipFill>
        <p:spPr>
          <a:xfrm>
            <a:off x="966483" y="3980636"/>
            <a:ext cx="8839273" cy="19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663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43DAF-442A-4766-9F7F-6BC60BEC1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365124"/>
            <a:ext cx="9360000" cy="1078073"/>
          </a:xfrm>
        </p:spPr>
        <p:txBody>
          <a:bodyPr/>
          <a:lstStyle/>
          <a:p>
            <a:r>
              <a:rPr lang="ru-RU" dirty="0"/>
              <a:t>Задачи. </a:t>
            </a:r>
            <a:r>
              <a:rPr lang="en-US" dirty="0"/>
              <a:t>15</a:t>
            </a:r>
            <a:r>
              <a:rPr lang="ru-RU" dirty="0"/>
              <a:t> мин.+1</a:t>
            </a:r>
            <a:r>
              <a:rPr lang="en-US" dirty="0"/>
              <a:t>5</a:t>
            </a:r>
            <a:r>
              <a:rPr lang="ru-RU" dirty="0"/>
              <a:t> мин.-</a:t>
            </a:r>
            <a:r>
              <a:rPr lang="en-US" dirty="0"/>
              <a:t>&gt;</a:t>
            </a:r>
            <a:r>
              <a:rPr lang="ru-RU" dirty="0"/>
              <a:t>1</a:t>
            </a:r>
            <a:r>
              <a:rPr lang="en-US" dirty="0"/>
              <a:t>1</a:t>
            </a:r>
            <a:r>
              <a:rPr lang="ru-RU" dirty="0"/>
              <a:t>-</a:t>
            </a:r>
            <a:r>
              <a:rPr lang="en-US" dirty="0"/>
              <a:t>45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1397E-7C2A-40E1-90CA-5017F582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17</a:t>
            </a:fld>
            <a:endParaRPr lang="ru-RU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2F7A9714-B5CC-40D9-B686-0327B9C951BC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121745891"/>
              </p:ext>
            </p:extLst>
          </p:nvPr>
        </p:nvGraphicFramePr>
        <p:xfrm>
          <a:off x="706120" y="4030807"/>
          <a:ext cx="78867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319027960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5731399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03460382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659869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69888261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3782012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42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107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088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727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247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849999"/>
                  </a:ext>
                </a:extLst>
              </a:tr>
            </a:tbl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08C8F756-7A7E-414D-BC60-9A9EF607D5A4}"/>
              </a:ext>
            </a:extLst>
          </p:cNvPr>
          <p:cNvSpPr/>
          <p:nvPr/>
        </p:nvSpPr>
        <p:spPr>
          <a:xfrm>
            <a:off x="706120" y="2132404"/>
            <a:ext cx="565078" cy="523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AB5D895-8672-45E6-A4FD-8F16846CB874}"/>
              </a:ext>
            </a:extLst>
          </p:cNvPr>
          <p:cNvSpPr/>
          <p:nvPr/>
        </p:nvSpPr>
        <p:spPr>
          <a:xfrm>
            <a:off x="3268666" y="1648885"/>
            <a:ext cx="482885" cy="523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ED4D7DA-B9BF-438D-9623-007AF15824C5}"/>
              </a:ext>
            </a:extLst>
          </p:cNvPr>
          <p:cNvSpPr/>
          <p:nvPr/>
        </p:nvSpPr>
        <p:spPr>
          <a:xfrm>
            <a:off x="1584133" y="1635820"/>
            <a:ext cx="482885" cy="523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5974869-2B53-421B-9F73-9AB510F92961}"/>
              </a:ext>
            </a:extLst>
          </p:cNvPr>
          <p:cNvSpPr/>
          <p:nvPr/>
        </p:nvSpPr>
        <p:spPr>
          <a:xfrm>
            <a:off x="1442006" y="2879421"/>
            <a:ext cx="482885" cy="523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D148CB0-592E-49C9-B327-9FD834EFE5CD}"/>
              </a:ext>
            </a:extLst>
          </p:cNvPr>
          <p:cNvSpPr/>
          <p:nvPr/>
        </p:nvSpPr>
        <p:spPr>
          <a:xfrm>
            <a:off x="2391937" y="2918378"/>
            <a:ext cx="482885" cy="523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V6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B2EB765-F45A-4F31-B7F8-88E1365F38AD}"/>
              </a:ext>
            </a:extLst>
          </p:cNvPr>
          <p:cNvSpPr/>
          <p:nvPr/>
        </p:nvSpPr>
        <p:spPr>
          <a:xfrm>
            <a:off x="2428754" y="1630255"/>
            <a:ext cx="482885" cy="523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907BD26-793E-4A52-9C66-A1BB3AAAE55E}"/>
              </a:ext>
            </a:extLst>
          </p:cNvPr>
          <p:cNvSpPr/>
          <p:nvPr/>
        </p:nvSpPr>
        <p:spPr>
          <a:xfrm>
            <a:off x="3257964" y="2827194"/>
            <a:ext cx="482885" cy="523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091A84F-14E0-4620-B5C2-419E4F8D381B}"/>
              </a:ext>
            </a:extLst>
          </p:cNvPr>
          <p:cNvSpPr/>
          <p:nvPr/>
        </p:nvSpPr>
        <p:spPr>
          <a:xfrm>
            <a:off x="4386838" y="2132404"/>
            <a:ext cx="532975" cy="523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V8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8FCF999-9E67-4940-8056-1384AFB0447C}"/>
              </a:ext>
            </a:extLst>
          </p:cNvPr>
          <p:cNvCxnSpPr>
            <a:cxnSpLocks/>
            <a:stCxn id="8" idx="7"/>
            <a:endCxn id="10" idx="2"/>
          </p:cNvCxnSpPr>
          <p:nvPr/>
        </p:nvCxnSpPr>
        <p:spPr>
          <a:xfrm flipV="1">
            <a:off x="1188444" y="1897811"/>
            <a:ext cx="395688" cy="3113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49B0490-1BA9-4C01-80D3-ECD519240304}"/>
              </a:ext>
            </a:extLst>
          </p:cNvPr>
          <p:cNvCxnSpPr>
            <a:cxnSpLocks/>
            <a:stCxn id="8" idx="6"/>
            <a:endCxn id="13" idx="3"/>
          </p:cNvCxnSpPr>
          <p:nvPr/>
        </p:nvCxnSpPr>
        <p:spPr>
          <a:xfrm flipV="1">
            <a:off x="1271198" y="2077503"/>
            <a:ext cx="1228272" cy="3168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4AE3223-A31C-4EA4-9A37-6AB965452880}"/>
              </a:ext>
            </a:extLst>
          </p:cNvPr>
          <p:cNvCxnSpPr>
            <a:cxnSpLocks/>
            <a:stCxn id="8" idx="5"/>
            <a:endCxn id="11" idx="0"/>
          </p:cNvCxnSpPr>
          <p:nvPr/>
        </p:nvCxnSpPr>
        <p:spPr>
          <a:xfrm>
            <a:off x="1188444" y="2579651"/>
            <a:ext cx="495004" cy="299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2C555F0-6C10-43CD-B834-566AD4CD46E7}"/>
              </a:ext>
            </a:extLst>
          </p:cNvPr>
          <p:cNvCxnSpPr>
            <a:cxnSpLocks/>
            <a:stCxn id="10" idx="6"/>
          </p:cNvCxnSpPr>
          <p:nvPr/>
        </p:nvCxnSpPr>
        <p:spPr>
          <a:xfrm>
            <a:off x="2067017" y="1897811"/>
            <a:ext cx="395688" cy="11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75B0B6C-6D12-4864-9CAA-3D89ECCF7FBF}"/>
              </a:ext>
            </a:extLst>
          </p:cNvPr>
          <p:cNvCxnSpPr>
            <a:cxnSpLocks/>
            <a:stCxn id="10" idx="5"/>
            <a:endCxn id="12" idx="0"/>
          </p:cNvCxnSpPr>
          <p:nvPr/>
        </p:nvCxnSpPr>
        <p:spPr>
          <a:xfrm>
            <a:off x="1996301" y="2083068"/>
            <a:ext cx="637079" cy="8353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EB717EA-CB8B-4B96-9C50-0ADD1D1B2AB3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2889587" y="3089185"/>
            <a:ext cx="368376" cy="693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AC71F45-1C46-445E-A09D-A6E32E125F4F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2812322" y="2088336"/>
            <a:ext cx="687084" cy="738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9BAF6F5-2766-477A-83C6-B49B24347494}"/>
              </a:ext>
            </a:extLst>
          </p:cNvPr>
          <p:cNvCxnSpPr>
            <a:cxnSpLocks/>
            <a:endCxn id="9" idx="4"/>
          </p:cNvCxnSpPr>
          <p:nvPr/>
        </p:nvCxnSpPr>
        <p:spPr>
          <a:xfrm flipV="1">
            <a:off x="3492982" y="2172867"/>
            <a:ext cx="17127" cy="6543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D9C8FF-904D-44E7-810C-42942EE3B7E2}"/>
              </a:ext>
            </a:extLst>
          </p:cNvPr>
          <p:cNvCxnSpPr>
            <a:cxnSpLocks/>
          </p:cNvCxnSpPr>
          <p:nvPr/>
        </p:nvCxnSpPr>
        <p:spPr>
          <a:xfrm>
            <a:off x="3734424" y="1991134"/>
            <a:ext cx="760292" cy="3446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D013E18-4B3C-4BC2-904E-841276DDCE03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3740849" y="2579651"/>
            <a:ext cx="724041" cy="474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90FE593-AB9F-40DA-A4AE-0F12651916B6}"/>
              </a:ext>
            </a:extLst>
          </p:cNvPr>
          <p:cNvSpPr txBox="1"/>
          <p:nvPr/>
        </p:nvSpPr>
        <p:spPr>
          <a:xfrm>
            <a:off x="6303265" y="1993124"/>
            <a:ext cx="37535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/>
              <a:t>Представить граф в виде матрицы</a:t>
            </a:r>
          </a:p>
          <a:p>
            <a:pPr marL="342900" indent="-342900">
              <a:buAutoNum type="arabicPeriod"/>
            </a:pPr>
            <a:r>
              <a:rPr lang="ru-RU" dirty="0"/>
              <a:t>На основе матрицы смежности</a:t>
            </a:r>
            <a:r>
              <a:rPr lang="en-US" dirty="0"/>
              <a:t> </a:t>
            </a:r>
            <a:r>
              <a:rPr lang="ru-RU" dirty="0"/>
              <a:t>представить граф в графическом</a:t>
            </a:r>
            <a:r>
              <a:rPr lang="en-US" dirty="0"/>
              <a:t> </a:t>
            </a:r>
            <a:r>
              <a:rPr lang="ru-RU" dirty="0"/>
              <a:t>виде.</a:t>
            </a:r>
          </a:p>
        </p:txBody>
      </p:sp>
    </p:spTree>
    <p:extLst>
      <p:ext uri="{BB962C8B-B14F-4D97-AF65-F5344CB8AC3E}">
        <p14:creationId xmlns:p14="http://schemas.microsoft.com/office/powerpoint/2010/main" val="9474125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Подграф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ru-RU" dirty="0"/>
              <a:t>Граф </a:t>
            </a:r>
            <a:r>
              <a:rPr lang="en-US" dirty="0"/>
              <a:t>G’(V’,U’) </a:t>
            </a:r>
            <a:r>
              <a:rPr lang="ru-RU" dirty="0"/>
              <a:t>называется подграфом графа </a:t>
            </a:r>
            <a:r>
              <a:rPr lang="en-US" dirty="0"/>
              <a:t>G(V,U)</a:t>
            </a:r>
            <a:r>
              <a:rPr lang="ru-RU" dirty="0"/>
              <a:t>, если подмножество вершин </a:t>
            </a:r>
            <a:r>
              <a:rPr lang="en-US" dirty="0"/>
              <a:t>V’</a:t>
            </a:r>
            <a:r>
              <a:rPr lang="en-US" i="1" dirty="0"/>
              <a:t> </a:t>
            </a:r>
            <a:r>
              <a:rPr lang="en-US" dirty="0"/>
              <a:t>€ V </a:t>
            </a:r>
            <a:r>
              <a:rPr lang="ru-RU" dirty="0"/>
              <a:t>и </a:t>
            </a:r>
            <a:r>
              <a:rPr lang="en-US" dirty="0"/>
              <a:t>U’ € U </a:t>
            </a:r>
            <a:r>
              <a:rPr lang="ru-RU" dirty="0"/>
              <a:t>причем любое ребро</a:t>
            </a:r>
            <a:r>
              <a:rPr lang="en-US" dirty="0"/>
              <a:t> {</a:t>
            </a:r>
            <a:r>
              <a:rPr lang="en-US" dirty="0" err="1"/>
              <a:t>vi,vj</a:t>
            </a:r>
            <a:r>
              <a:rPr lang="en-US" dirty="0"/>
              <a:t>} </a:t>
            </a:r>
            <a:r>
              <a:rPr lang="ru-RU" dirty="0"/>
              <a:t>включает вершины, принадлежащие </a:t>
            </a:r>
            <a:r>
              <a:rPr lang="en-US" dirty="0"/>
              <a:t>V’</a:t>
            </a:r>
          </a:p>
          <a:p>
            <a:r>
              <a:rPr lang="ru-RU" dirty="0"/>
              <a:t>Подграф называется порожденным или индуцированным, если в нем сохранены все ребра исходного графа </a:t>
            </a:r>
            <a:r>
              <a:rPr lang="en-US" dirty="0"/>
              <a:t>V</a:t>
            </a:r>
            <a:r>
              <a:rPr lang="ru-RU" dirty="0"/>
              <a:t>, сопоставленные входящим в </a:t>
            </a:r>
            <a:r>
              <a:rPr lang="en-US" dirty="0"/>
              <a:t>V’</a:t>
            </a:r>
            <a:r>
              <a:rPr lang="ru-RU" dirty="0"/>
              <a:t> вершинам.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460DB2-09AD-4BEC-A5D0-27C175E615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539" t="46055" r="64690" b="26779"/>
          <a:stretch/>
        </p:blipFill>
        <p:spPr>
          <a:xfrm>
            <a:off x="4070153" y="3937609"/>
            <a:ext cx="2631933" cy="2398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667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Подграф. Примеры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011613" y="1628775"/>
            <a:ext cx="4973637" cy="771525"/>
          </a:xfrm>
        </p:spPr>
        <p:txBody>
          <a:bodyPr>
            <a:normAutofit fontScale="55000" lnSpcReduction="20000"/>
          </a:bodyPr>
          <a:lstStyle/>
          <a:p>
            <a:endParaRPr lang="en-US" dirty="0"/>
          </a:p>
          <a:p>
            <a:r>
              <a:rPr lang="ru-RU" sz="3500" dirty="0"/>
              <a:t>Индуцированный подграф </a:t>
            </a:r>
            <a:r>
              <a:rPr lang="en-US" sz="3500" dirty="0"/>
              <a:t>V1-V2-V3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460DB2-09AD-4BEC-A5D0-27C175E615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539" t="46055" r="64690" b="26779"/>
          <a:stretch/>
        </p:blipFill>
        <p:spPr>
          <a:xfrm>
            <a:off x="1055281" y="2711135"/>
            <a:ext cx="2631933" cy="2398127"/>
          </a:xfrm>
          <a:prstGeom prst="rect">
            <a:avLst/>
          </a:prstGeom>
        </p:spPr>
      </p:pic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153C5109-5E9F-412A-985E-8697DFFC4F22}"/>
              </a:ext>
            </a:extLst>
          </p:cNvPr>
          <p:cNvSpPr/>
          <p:nvPr/>
        </p:nvSpPr>
        <p:spPr>
          <a:xfrm>
            <a:off x="5424453" y="2317338"/>
            <a:ext cx="421240" cy="44141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v1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3EDD9E9E-0DD0-4BA3-9D18-98EA6B372A59}"/>
              </a:ext>
            </a:extLst>
          </p:cNvPr>
          <p:cNvSpPr/>
          <p:nvPr/>
        </p:nvSpPr>
        <p:spPr>
          <a:xfrm>
            <a:off x="5424453" y="3295503"/>
            <a:ext cx="421240" cy="44141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v3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1CC57925-F089-44EC-B531-86ACEF63D12F}"/>
              </a:ext>
            </a:extLst>
          </p:cNvPr>
          <p:cNvSpPr/>
          <p:nvPr/>
        </p:nvSpPr>
        <p:spPr>
          <a:xfrm>
            <a:off x="6441595" y="2758750"/>
            <a:ext cx="421240" cy="44141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v2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B646A898-DA9A-47A1-AA92-1E58D1AB629B}"/>
              </a:ext>
            </a:extLst>
          </p:cNvPr>
          <p:cNvSpPr/>
          <p:nvPr/>
        </p:nvSpPr>
        <p:spPr>
          <a:xfrm>
            <a:off x="8709681" y="3480402"/>
            <a:ext cx="421240" cy="44141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v1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07FAE815-A90B-463F-9013-B00A1A10F42F}"/>
              </a:ext>
            </a:extLst>
          </p:cNvPr>
          <p:cNvSpPr/>
          <p:nvPr/>
        </p:nvSpPr>
        <p:spPr>
          <a:xfrm>
            <a:off x="8709681" y="5030655"/>
            <a:ext cx="421240" cy="44141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v2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5D8FF6F-F3A9-47A1-9324-C88AB32125E6}"/>
              </a:ext>
            </a:extLst>
          </p:cNvPr>
          <p:cNvCxnSpPr>
            <a:cxnSpLocks/>
          </p:cNvCxnSpPr>
          <p:nvPr/>
        </p:nvCxnSpPr>
        <p:spPr>
          <a:xfrm>
            <a:off x="5626835" y="2758751"/>
            <a:ext cx="0" cy="536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A1161A0-FE67-4FEA-8531-E126429618BA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5845694" y="2538045"/>
            <a:ext cx="657591" cy="2853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77A7152-C4F8-4CBF-A065-E4393C0AF161}"/>
              </a:ext>
            </a:extLst>
          </p:cNvPr>
          <p:cNvCxnSpPr>
            <a:cxnSpLocks/>
            <a:stCxn id="9" idx="3"/>
          </p:cNvCxnSpPr>
          <p:nvPr/>
        </p:nvCxnSpPr>
        <p:spPr>
          <a:xfrm flipH="1">
            <a:off x="5787474" y="3135519"/>
            <a:ext cx="715810" cy="312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4CBC10D-0301-4844-8627-94A16FAD5FE4}"/>
              </a:ext>
            </a:extLst>
          </p:cNvPr>
          <p:cNvCxnSpPr>
            <a:cxnSpLocks/>
            <a:stCxn id="10" idx="4"/>
            <a:endCxn id="11" idx="0"/>
          </p:cNvCxnSpPr>
          <p:nvPr/>
        </p:nvCxnSpPr>
        <p:spPr>
          <a:xfrm>
            <a:off x="8920301" y="3921815"/>
            <a:ext cx="0" cy="11088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21F85144-5BCB-4FB4-B0EE-1EDDA717A742}"/>
              </a:ext>
            </a:extLst>
          </p:cNvPr>
          <p:cNvSpPr/>
          <p:nvPr/>
        </p:nvSpPr>
        <p:spPr>
          <a:xfrm>
            <a:off x="7479260" y="4277448"/>
            <a:ext cx="421240" cy="44141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v3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B058AB6-B904-4876-9860-C51014455D58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7838811" y="3833195"/>
            <a:ext cx="912046" cy="5088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137634A-69F5-4D5F-941F-61FD06B5F788}"/>
              </a:ext>
            </a:extLst>
          </p:cNvPr>
          <p:cNvSpPr txBox="1">
            <a:spLocks/>
          </p:cNvSpPr>
          <p:nvPr/>
        </p:nvSpPr>
        <p:spPr>
          <a:xfrm>
            <a:off x="4412599" y="5602809"/>
            <a:ext cx="5201301" cy="771525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58775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30000"/>
              <a:buFontTx/>
              <a:buBlip>
                <a:blip r:embed="rId4"/>
              </a:buBlip>
              <a:defRPr lang="ru-RU" sz="2000" b="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2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30000"/>
              <a:buFontTx/>
              <a:buBlip>
                <a:blip r:embed="rId4"/>
              </a:buBlip>
              <a:defRPr lang="ru-RU" sz="16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080000" indent="-3600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30000"/>
              <a:buFontTx/>
              <a:buBlip>
                <a:blip r:embed="rId4"/>
              </a:buBlip>
              <a:defRPr lang="ru-RU" sz="14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440000" indent="-3600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30000"/>
              <a:buFontTx/>
              <a:buBlip>
                <a:blip r:embed="rId4"/>
              </a:buBlip>
              <a:defRPr lang="ru-RU" sz="14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00000" indent="-3600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30000"/>
              <a:buFontTx/>
              <a:buBlip>
                <a:blip r:embed="rId4"/>
              </a:buBlip>
              <a:defRPr lang="ru-RU" sz="14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  <a:p>
            <a:r>
              <a:rPr lang="ru-RU" sz="3500" dirty="0" err="1"/>
              <a:t>Неиндуцированный</a:t>
            </a:r>
            <a:r>
              <a:rPr lang="ru-RU" sz="3500" dirty="0"/>
              <a:t> подграф </a:t>
            </a:r>
            <a:r>
              <a:rPr lang="en-US" sz="3500" dirty="0"/>
              <a:t>V1-V2-V3</a:t>
            </a:r>
          </a:p>
        </p:txBody>
      </p:sp>
    </p:spTree>
    <p:extLst>
      <p:ext uri="{BB962C8B-B14F-4D97-AF65-F5344CB8AC3E}">
        <p14:creationId xmlns:p14="http://schemas.microsoft.com/office/powerpoint/2010/main" val="30175290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Понятие дерева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ru-RU" dirty="0"/>
              <a:t>Деревом называется связный ацикличный граф</a:t>
            </a:r>
            <a:r>
              <a:rPr lang="en-US" dirty="0"/>
              <a:t> </a:t>
            </a:r>
            <a:r>
              <a:rPr lang="ru-RU" dirty="0"/>
              <a:t>или</a:t>
            </a:r>
          </a:p>
          <a:p>
            <a:r>
              <a:rPr lang="ru-RU" dirty="0"/>
              <a:t>Граф, в котором между любыми двумя вершинами графа G есть</a:t>
            </a:r>
            <a:r>
              <a:rPr lang="en-US" dirty="0"/>
              <a:t> </a:t>
            </a:r>
            <a:r>
              <a:rPr lang="ru-RU" dirty="0"/>
              <a:t>единственная простая цепь</a:t>
            </a:r>
            <a:endParaRPr lang="en-US" dirty="0"/>
          </a:p>
        </p:txBody>
      </p:sp>
      <p:pic>
        <p:nvPicPr>
          <p:cNvPr id="6" name="Picture 5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F36ED630-AE2B-4945-9735-CD3E771E9F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768229" y="3548909"/>
            <a:ext cx="7235781" cy="241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3918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76366"/>
            <a:ext cx="9360000" cy="830013"/>
          </a:xfrm>
        </p:spPr>
        <p:txBody>
          <a:bodyPr>
            <a:normAutofit/>
          </a:bodyPr>
          <a:lstStyle/>
          <a:p>
            <a:r>
              <a:rPr lang="ru-RU" dirty="0"/>
              <a:t>Задача о кенигсбергских мостах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906379"/>
            <a:ext cx="9360000" cy="1658963"/>
          </a:xfrm>
        </p:spPr>
        <p:txBody>
          <a:bodyPr>
            <a:normAutofit fontScale="92500"/>
          </a:bodyPr>
          <a:lstStyle/>
          <a:p>
            <a:r>
              <a:rPr lang="ru-RU" dirty="0"/>
              <a:t>Можно ли посетить все части города, не проходя дважды по одному и тому же мосту?</a:t>
            </a:r>
          </a:p>
          <a:p>
            <a:r>
              <a:rPr lang="ru-RU" b="1" dirty="0"/>
              <a:t>Основная проблема</a:t>
            </a:r>
            <a:r>
              <a:rPr lang="ru-RU" dirty="0"/>
              <a:t> заключалась в поиске маршрута прогулки, который позволял бы пересечь каждый из семи мостов ровно один раз. Местные жители долгое время пытались найти такой путь, но безуспешно.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D14765-8BDB-4DC0-B325-4DD66FD086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528" t="33312" r="33820" b="15793"/>
          <a:stretch/>
        </p:blipFill>
        <p:spPr>
          <a:xfrm>
            <a:off x="3076682" y="3016542"/>
            <a:ext cx="4618876" cy="342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490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Граф кенигсбергских мостов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22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7889" y="1759392"/>
            <a:ext cx="9360000" cy="3960812"/>
          </a:xfrm>
        </p:spPr>
        <p:txBody>
          <a:bodyPr/>
          <a:lstStyle/>
          <a:p>
            <a:r>
              <a:rPr lang="ru-RU" dirty="0"/>
              <a:t>Это </a:t>
            </a:r>
            <a:r>
              <a:rPr lang="ru-RU" dirty="0" err="1"/>
              <a:t>мультиграф</a:t>
            </a:r>
            <a:r>
              <a:rPr lang="ru-RU" dirty="0"/>
              <a:t>, т.к. большой остров соединен с берегами двумя мостами и по ним можно двигаться в любом направлении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1C7284-811A-454F-95BA-8EDC34BB63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708" t="24282" r="29375" b="13396"/>
          <a:stretch/>
        </p:blipFill>
        <p:spPr>
          <a:xfrm>
            <a:off x="2925459" y="2655276"/>
            <a:ext cx="4921322" cy="3677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5924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D1773-8200-4CE2-BD84-97465119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365124"/>
            <a:ext cx="3922027" cy="701676"/>
          </a:xfrm>
        </p:spPr>
        <p:txBody>
          <a:bodyPr/>
          <a:lstStyle/>
          <a:p>
            <a:r>
              <a:rPr lang="ru-RU" dirty="0"/>
              <a:t>Решение Эйлера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A5E7D-B26A-4E7E-B426-1422B5545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23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45C2D-421F-495B-8B11-CC03B353D68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1727308"/>
            <a:ext cx="9360000" cy="3960812"/>
          </a:xfrm>
        </p:spPr>
        <p:txBody>
          <a:bodyPr>
            <a:normAutofit fontScale="92500"/>
          </a:bodyPr>
          <a:lstStyle/>
          <a:p>
            <a:r>
              <a:rPr lang="ru-RU" dirty="0"/>
              <a:t>Число нечётных вершин (вершин, к которым ведёт нечётное число рёбер) графа должно быть чётно. Не может существовать граф, который имел бы нечётное число нечётных вершин.</a:t>
            </a:r>
          </a:p>
          <a:p>
            <a:r>
              <a:rPr lang="ru-RU" dirty="0"/>
              <a:t>Если все вершины графа чётные, то можно начертить этот граф без отрыва карандаша от бумаги, при этом можно начинать с любой вершины графа и завершить его в той же вершине.</a:t>
            </a:r>
          </a:p>
          <a:p>
            <a:r>
              <a:rPr lang="ru-RU" dirty="0"/>
              <a:t>Если ровно две вершины графа нечётные, то можно начертить этот граф без отрыва карандаша от бумаги, при этом нужно начинать с одной из нечётных вершин и завершить его в другой нечётной вершине.</a:t>
            </a:r>
          </a:p>
          <a:p>
            <a:pPr lvl="1"/>
            <a:r>
              <a:rPr lang="ru-RU" dirty="0"/>
              <a:t>если будет больше чем две области (вершины графа), к которым ведет нечетное количество мостов (ребер), тогда желательный переход вообще не может быть совершен.</a:t>
            </a:r>
          </a:p>
          <a:p>
            <a:r>
              <a:rPr lang="ru-RU" dirty="0"/>
              <a:t>Граф с более чем двумя нечётными вершинами невозможно начертить одним росчерком.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161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54207-189C-4477-A5CF-646905EC9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3FE77-2E5C-4187-ACD1-D7F22D172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24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D469E-93C4-4011-89B2-66BFB44FD08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2000024"/>
            <a:ext cx="9360000" cy="590776"/>
          </a:xfrm>
        </p:spPr>
        <p:txBody>
          <a:bodyPr/>
          <a:lstStyle/>
          <a:p>
            <a:r>
              <a:rPr lang="ru-RU" dirty="0"/>
              <a:t>Решить задачу о мостах для данного графа. Обосновать решение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19F6EF-7740-4B26-BD04-E8B290277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574" y="2812887"/>
            <a:ext cx="5817092" cy="313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1083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CCCAF-3061-46B0-BCE2-CB5FCD6FD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365124"/>
            <a:ext cx="9360000" cy="789908"/>
          </a:xfrm>
        </p:spPr>
        <p:txBody>
          <a:bodyPr/>
          <a:lstStyle/>
          <a:p>
            <a:r>
              <a:rPr lang="ru-RU" dirty="0"/>
              <a:t>12-</a:t>
            </a:r>
            <a:r>
              <a:rPr lang="en-US" dirty="0"/>
              <a:t>2</a:t>
            </a:r>
            <a:r>
              <a:rPr lang="ru-RU" dirty="0"/>
              <a:t>0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FAE2E-6913-4872-A89E-146A119B2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25</a:t>
            </a:fld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5F2339-9BDD-42B4-BB09-25073FC3B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214" y="1275968"/>
            <a:ext cx="4911812" cy="491181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24312B1-A8D7-4427-A57F-1C2B322488A7}"/>
              </a:ext>
            </a:extLst>
          </p:cNvPr>
          <p:cNvSpPr/>
          <p:nvPr/>
        </p:nvSpPr>
        <p:spPr>
          <a:xfrm>
            <a:off x="4403640" y="5132173"/>
            <a:ext cx="955589" cy="8320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78B65391-4F1B-6894-B490-44AB9A4A037F}"/>
                  </a:ext>
                </a:extLst>
              </p14:cNvPr>
              <p14:cNvContentPartPr/>
              <p14:nvPr/>
            </p14:nvContentPartPr>
            <p14:xfrm>
              <a:off x="1443619" y="4547602"/>
              <a:ext cx="360" cy="360"/>
            </p14:xfrm>
          </p:contentPart>
        </mc:Choice>
        <mc:Fallback xmlns=""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78B65391-4F1B-6894-B490-44AB9A4A03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7499" y="454148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Рукописный ввод 14">
                <a:extLst>
                  <a:ext uri="{FF2B5EF4-FFF2-40B4-BE49-F238E27FC236}">
                    <a16:creationId xmlns:a16="http://schemas.microsoft.com/office/drawing/2014/main" id="{714C5530-39F2-4EE6-BADA-F40AC757D3A1}"/>
                  </a:ext>
                </a:extLst>
              </p14:cNvPr>
              <p14:cNvContentPartPr/>
              <p14:nvPr/>
            </p14:nvContentPartPr>
            <p14:xfrm>
              <a:off x="3152179" y="4363225"/>
              <a:ext cx="360" cy="360"/>
            </p14:xfrm>
          </p:contentPart>
        </mc:Choice>
        <mc:Fallback xmlns="">
          <p:pic>
            <p:nvPicPr>
              <p:cNvPr id="15" name="Рукописный ввод 14">
                <a:extLst>
                  <a:ext uri="{FF2B5EF4-FFF2-40B4-BE49-F238E27FC236}">
                    <a16:creationId xmlns:a16="http://schemas.microsoft.com/office/drawing/2014/main" id="{714C5530-39F2-4EE6-BADA-F40AC757D3A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46059" y="4357105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6760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Граф Интернета или веб-граф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26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2000024"/>
            <a:ext cx="9360000" cy="2588018"/>
          </a:xfrm>
        </p:spPr>
        <p:txBody>
          <a:bodyPr/>
          <a:lstStyle/>
          <a:p>
            <a:r>
              <a:rPr lang="ru-RU" dirty="0"/>
              <a:t>Вершины графа (множество </a:t>
            </a:r>
            <a:r>
              <a:rPr lang="en-US" dirty="0"/>
              <a:t>V) – </a:t>
            </a:r>
            <a:r>
              <a:rPr lang="ru-RU" dirty="0"/>
              <a:t>это страницы в сети. Ребра графа – это ссылки (множество </a:t>
            </a:r>
            <a:r>
              <a:rPr lang="en-US" dirty="0"/>
              <a:t>U)</a:t>
            </a:r>
          </a:p>
          <a:p>
            <a:r>
              <a:rPr lang="ru-RU" dirty="0"/>
              <a:t>Веб-граф является орграфом</a:t>
            </a:r>
          </a:p>
          <a:p>
            <a:r>
              <a:rPr lang="ru-RU" dirty="0"/>
              <a:t>Веб-граф может являться </a:t>
            </a:r>
            <a:r>
              <a:rPr lang="ru-RU" dirty="0" err="1"/>
              <a:t>мультиграфом</a:t>
            </a:r>
            <a:r>
              <a:rPr lang="ru-RU" dirty="0"/>
              <a:t> (например, кратные ребра ссылок с одной страницы на другую)</a:t>
            </a:r>
          </a:p>
          <a:p>
            <a:r>
              <a:rPr lang="ru-RU" dirty="0"/>
              <a:t>Веб-граф может содержать петли (т.е. являться </a:t>
            </a:r>
            <a:r>
              <a:rPr lang="ru-RU" dirty="0" err="1"/>
              <a:t>псевдографом</a:t>
            </a:r>
            <a:r>
              <a:rPr lang="ru-RU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3674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Социальный граф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27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ru-RU" b="1" dirty="0" err="1"/>
              <a:t>Социа́льный</a:t>
            </a:r>
            <a:r>
              <a:rPr lang="ru-RU" b="1" dirty="0"/>
              <a:t> граф </a:t>
            </a:r>
            <a:r>
              <a:rPr lang="ru-RU" dirty="0"/>
              <a:t>— граф, узлы которого представлены социальными объектами, такими как пользовательские профили с различными атрибутами (например: имя, день рождения, родной город), сообщества, медиаконтента и так далее, а рёбра — социальными связями между ними.</a:t>
            </a:r>
          </a:p>
          <a:p>
            <a:endParaRPr lang="ru-RU" dirty="0"/>
          </a:p>
          <a:p>
            <a:r>
              <a:rPr lang="ru-RU" b="1" dirty="0"/>
              <a:t>Неявный </a:t>
            </a:r>
            <a:r>
              <a:rPr lang="ru-RU" b="1" dirty="0" err="1"/>
              <a:t>социа́льный</a:t>
            </a:r>
            <a:r>
              <a:rPr lang="ru-RU" b="1" dirty="0"/>
              <a:t> граф </a:t>
            </a:r>
            <a:r>
              <a:rPr lang="ru-RU" dirty="0"/>
              <a:t>— это такой граф, который можно сформировать (вывести, вычислить) на основе взаимодействий пользователя со своими «друзьями» и группами «друзей» в социальной сети. В этом </a:t>
            </a:r>
            <a:r>
              <a:rPr lang="ru-RU" dirty="0" err="1"/>
              <a:t>гра́фе</a:t>
            </a:r>
            <a:r>
              <a:rPr lang="ru-RU" dirty="0"/>
              <a:t> в отличие от обычного социального графа нет явного указания «друзей», то есть нет явных социальных связей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3505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92E9A-8DFE-4D8B-A94C-FA66C9B3A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Социальный граф сообществ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DAFA8-D124-42BA-ADAC-86D012437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28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381F1-CB61-44FC-BD53-09DD6B8DA84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95325" y="1989138"/>
            <a:ext cx="3341688" cy="204470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Содержит объекты разного уровня, например:</a:t>
            </a:r>
          </a:p>
          <a:p>
            <a:r>
              <a:rPr lang="ru-RU" dirty="0"/>
              <a:t>Отдельных людей</a:t>
            </a:r>
          </a:p>
          <a:p>
            <a:r>
              <a:rPr lang="ru-RU" dirty="0"/>
              <a:t>Группы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B237FC-F356-4B06-A0E6-1A7070732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6120" y="1360235"/>
            <a:ext cx="4015360" cy="489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5670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CAC0D-4855-445C-99A1-A0D3A6A43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</a:t>
            </a:r>
            <a:r>
              <a:rPr lang="ru-RU" dirty="0" err="1"/>
              <a:t>кластеризованного</a:t>
            </a:r>
            <a:r>
              <a:rPr lang="ru-RU" dirty="0"/>
              <a:t> социального графа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70B33-2473-4BAE-AB3E-0620E594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29</a:t>
            </a:fld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76BAA7-522A-45F6-8B03-603B76FC6D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236" t="32472" r="45393" b="33171"/>
          <a:stretch/>
        </p:blipFill>
        <p:spPr>
          <a:xfrm>
            <a:off x="1224649" y="1989138"/>
            <a:ext cx="3604305" cy="29804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058A00-389F-41D2-8CCD-BBC5F6ACFE8B}"/>
              </a:ext>
            </a:extLst>
          </p:cNvPr>
          <p:cNvSpPr txBox="1"/>
          <p:nvPr/>
        </p:nvSpPr>
        <p:spPr>
          <a:xfrm>
            <a:off x="5177975" y="2170573"/>
            <a:ext cx="44999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Полное количество связей в кластере:</a:t>
            </a:r>
          </a:p>
          <a:p>
            <a:r>
              <a:rPr lang="en-US" dirty="0"/>
              <a:t>S = N*(N-1)/2</a:t>
            </a:r>
          </a:p>
          <a:p>
            <a:r>
              <a:rPr lang="en-US" dirty="0"/>
              <a:t>S=N*(N-1)</a:t>
            </a:r>
          </a:p>
          <a:p>
            <a:r>
              <a:rPr lang="ru-RU" dirty="0"/>
              <a:t>Кластеризация:</a:t>
            </a:r>
          </a:p>
          <a:p>
            <a:r>
              <a:rPr lang="en-US" dirty="0"/>
              <a:t>1&gt;</a:t>
            </a:r>
            <a:r>
              <a:rPr lang="ru-RU" dirty="0"/>
              <a:t>К </a:t>
            </a:r>
            <a:r>
              <a:rPr lang="en-US" dirty="0"/>
              <a:t>&gt;1</a:t>
            </a: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030387B5-6242-4FA8-8BE7-AC7DB967E851}"/>
              </a:ext>
            </a:extLst>
          </p:cNvPr>
          <p:cNvSpPr/>
          <p:nvPr/>
        </p:nvSpPr>
        <p:spPr>
          <a:xfrm>
            <a:off x="6364992" y="3953406"/>
            <a:ext cx="486862" cy="4645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Е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71A69A0F-2361-4EFE-B11F-6DF3D54C8EC7}"/>
              </a:ext>
            </a:extLst>
          </p:cNvPr>
          <p:cNvSpPr/>
          <p:nvPr/>
        </p:nvSpPr>
        <p:spPr>
          <a:xfrm>
            <a:off x="7318721" y="4530011"/>
            <a:ext cx="602987" cy="5456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r>
              <a:rPr lang="ru-RU" dirty="0"/>
              <a:t>2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9E8CEF80-D765-49C9-96AB-BA99F79F2C0E}"/>
              </a:ext>
            </a:extLst>
          </p:cNvPr>
          <p:cNvSpPr/>
          <p:nvPr/>
        </p:nvSpPr>
        <p:spPr>
          <a:xfrm>
            <a:off x="7318721" y="3650831"/>
            <a:ext cx="510964" cy="4645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А1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40B666BD-5475-47F1-BC45-ADB87F735706}"/>
              </a:ext>
            </a:extLst>
          </p:cNvPr>
          <p:cNvCxnSpPr>
            <a:cxnSpLocks/>
            <a:stCxn id="3" idx="7"/>
            <a:endCxn id="9" idx="2"/>
          </p:cNvCxnSpPr>
          <p:nvPr/>
        </p:nvCxnSpPr>
        <p:spPr>
          <a:xfrm flipV="1">
            <a:off x="6780555" y="3883119"/>
            <a:ext cx="538166" cy="138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A226719D-FDE3-42BB-82D1-31F74FCFC17E}"/>
              </a:ext>
            </a:extLst>
          </p:cNvPr>
          <p:cNvCxnSpPr>
            <a:cxnSpLocks/>
            <a:stCxn id="3" idx="5"/>
            <a:endCxn id="8" idx="1"/>
          </p:cNvCxnSpPr>
          <p:nvPr/>
        </p:nvCxnSpPr>
        <p:spPr>
          <a:xfrm>
            <a:off x="6780555" y="4349946"/>
            <a:ext cx="626470" cy="259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B52D1EA3-D0FD-43A2-B870-351D0872843A}"/>
              </a:ext>
            </a:extLst>
          </p:cNvPr>
          <p:cNvCxnSpPr>
            <a:cxnSpLocks/>
            <a:stCxn id="8" idx="4"/>
            <a:endCxn id="3" idx="4"/>
          </p:cNvCxnSpPr>
          <p:nvPr/>
        </p:nvCxnSpPr>
        <p:spPr>
          <a:xfrm flipH="1" flipV="1">
            <a:off x="6608424" y="4417981"/>
            <a:ext cx="1011791" cy="657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E2D9375B-DFAE-4F59-B424-9457E7AFA581}"/>
              </a:ext>
            </a:extLst>
          </p:cNvPr>
          <p:cNvCxnSpPr>
            <a:cxnSpLocks/>
            <a:endCxn id="9" idx="4"/>
          </p:cNvCxnSpPr>
          <p:nvPr/>
        </p:nvCxnSpPr>
        <p:spPr>
          <a:xfrm flipV="1">
            <a:off x="7574203" y="4115405"/>
            <a:ext cx="0" cy="358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BF5FCD4-44A4-4FF4-A035-5232D5ADC950}"/>
              </a:ext>
            </a:extLst>
          </p:cNvPr>
          <p:cNvSpPr txBox="1"/>
          <p:nvPr/>
        </p:nvSpPr>
        <p:spPr>
          <a:xfrm>
            <a:off x="6780555" y="357047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5135C0-0FBF-4568-8A64-6895BE72193A}"/>
              </a:ext>
            </a:extLst>
          </p:cNvPr>
          <p:cNvSpPr txBox="1"/>
          <p:nvPr/>
        </p:nvSpPr>
        <p:spPr>
          <a:xfrm>
            <a:off x="6930437" y="413935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5FB341-EBDD-467D-9B88-FBB68418B2BE}"/>
              </a:ext>
            </a:extLst>
          </p:cNvPr>
          <p:cNvSpPr txBox="1"/>
          <p:nvPr/>
        </p:nvSpPr>
        <p:spPr>
          <a:xfrm>
            <a:off x="6634143" y="470628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9997A2-3B18-496C-8877-D013DB34B82C}"/>
              </a:ext>
            </a:extLst>
          </p:cNvPr>
          <p:cNvSpPr txBox="1"/>
          <p:nvPr/>
        </p:nvSpPr>
        <p:spPr>
          <a:xfrm>
            <a:off x="7762751" y="408842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689419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Основные параметры социального графа (2)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30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 err="1"/>
              <a:t>Гомофилия</a:t>
            </a:r>
            <a:r>
              <a:rPr lang="ru-RU" dirty="0"/>
              <a:t> — степень, в которой пользователь образует связи с подобными. Сходство может быть определено по полу, возрасту, общественному положению, образовательному уровню и т.д.</a:t>
            </a:r>
          </a:p>
          <a:p>
            <a:r>
              <a:rPr lang="ru-RU" b="1" dirty="0"/>
              <a:t>Множественность</a:t>
            </a:r>
            <a:r>
              <a:rPr lang="ru-RU" dirty="0"/>
              <a:t> (или сила связи) — число «множественных» связей, в которых находятся пользователи. Например, два пользователя, которые дружат и работают вместе, будут иметь «множественность», равную 2.</a:t>
            </a:r>
          </a:p>
          <a:p>
            <a:r>
              <a:rPr lang="ru-RU" b="1" dirty="0"/>
              <a:t>Взаимность</a:t>
            </a:r>
            <a:r>
              <a:rPr lang="ru-RU" dirty="0"/>
              <a:t> — степень, в которой пользователи взаимодействуют между собой, отвечают взаимностью на действия друг друга. </a:t>
            </a:r>
          </a:p>
          <a:p>
            <a:r>
              <a:rPr lang="ru-RU" b="1" dirty="0"/>
              <a:t>Сетевая закрытость или Кластеризация (сплоченность) </a:t>
            </a:r>
            <a:r>
              <a:rPr lang="ru-RU" dirty="0"/>
              <a:t>— степень, в которой друзья пользователя являются друзьями друг другу (Коэффициент кластеризации показывает, насколько сильно вершины склонны образовывать группы (или сообщества), которые характеризуются тем, что вершины, входящие в одну группу, соединены между собой гораздо плотнее, чем со всем остальным графом).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8263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>
            <a:extLst>
              <a:ext uri="{FF2B5EF4-FFF2-40B4-BE49-F238E27FC236}">
                <a16:creationId xmlns:a16="http://schemas.microsoft.com/office/drawing/2014/main" id="{D76C9EFE-A5CB-41DE-8733-0ACE49E12821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2228089" y="4302948"/>
          <a:ext cx="2364481" cy="8478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Овал 3">
            <a:extLst>
              <a:ext uri="{FF2B5EF4-FFF2-40B4-BE49-F238E27FC236}">
                <a16:creationId xmlns:a16="http://schemas.microsoft.com/office/drawing/2014/main" id="{4374F90C-DFE3-4119-8242-2EAD56602324}"/>
              </a:ext>
            </a:extLst>
          </p:cNvPr>
          <p:cNvSpPr/>
          <p:nvPr/>
        </p:nvSpPr>
        <p:spPr bwMode="auto">
          <a:xfrm>
            <a:off x="4110431" y="2648619"/>
            <a:ext cx="482139" cy="47382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>
                <a:solidFill>
                  <a:schemeClr val="bg1"/>
                </a:solidFill>
                <a:latin typeface="Arial" charset="0"/>
              </a:rPr>
              <a:t>1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65BF6A67-A35E-47D5-9203-0D6AA528A334}"/>
              </a:ext>
            </a:extLst>
          </p:cNvPr>
          <p:cNvSpPr/>
          <p:nvPr/>
        </p:nvSpPr>
        <p:spPr bwMode="auto">
          <a:xfrm>
            <a:off x="4865994" y="1880747"/>
            <a:ext cx="482139" cy="47382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>
                <a:solidFill>
                  <a:schemeClr val="bg1"/>
                </a:solidFill>
                <a:latin typeface="Arial" charset="0"/>
              </a:rPr>
              <a:t>2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0006ABFE-2DEE-4AA4-9EF6-60714EBEF85E}"/>
              </a:ext>
            </a:extLst>
          </p:cNvPr>
          <p:cNvSpPr/>
          <p:nvPr/>
        </p:nvSpPr>
        <p:spPr bwMode="auto">
          <a:xfrm>
            <a:off x="4769013" y="3769122"/>
            <a:ext cx="482139" cy="47382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>
                <a:solidFill>
                  <a:schemeClr val="bg1"/>
                </a:solidFill>
                <a:latin typeface="Arial" charset="0"/>
              </a:rPr>
              <a:t>6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514C740D-22F6-4446-889B-72169BBA2855}"/>
              </a:ext>
            </a:extLst>
          </p:cNvPr>
          <p:cNvSpPr/>
          <p:nvPr/>
        </p:nvSpPr>
        <p:spPr bwMode="auto">
          <a:xfrm>
            <a:off x="5935565" y="3576291"/>
            <a:ext cx="482139" cy="47382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>
                <a:solidFill>
                  <a:schemeClr val="bg1"/>
                </a:solidFill>
                <a:latin typeface="Arial" charset="0"/>
              </a:rPr>
              <a:t>5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6B1E90EB-57CF-4884-AD03-049B99B3DAD3}"/>
              </a:ext>
            </a:extLst>
          </p:cNvPr>
          <p:cNvSpPr/>
          <p:nvPr/>
        </p:nvSpPr>
        <p:spPr bwMode="auto">
          <a:xfrm>
            <a:off x="6798039" y="2710634"/>
            <a:ext cx="482139" cy="47382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>
                <a:solidFill>
                  <a:schemeClr val="bg1"/>
                </a:solidFill>
                <a:latin typeface="Arial" charset="0"/>
              </a:rPr>
              <a:t>4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2781D507-1801-406A-9E73-28196469B3B3}"/>
              </a:ext>
            </a:extLst>
          </p:cNvPr>
          <p:cNvSpPr/>
          <p:nvPr/>
        </p:nvSpPr>
        <p:spPr bwMode="auto">
          <a:xfrm>
            <a:off x="6006173" y="1749718"/>
            <a:ext cx="482139" cy="47382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>
                <a:solidFill>
                  <a:schemeClr val="bg1"/>
                </a:solidFill>
                <a:latin typeface="Arial" charset="0"/>
              </a:rPr>
              <a:t>3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B7A76E9F-E270-4534-B259-EFE5ABD32941}"/>
              </a:ext>
            </a:extLst>
          </p:cNvPr>
          <p:cNvCxnSpPr>
            <a:stCxn id="4" idx="7"/>
            <a:endCxn id="5" idx="3"/>
          </p:cNvCxnSpPr>
          <p:nvPr/>
        </p:nvCxnSpPr>
        <p:spPr bwMode="auto">
          <a:xfrm flipV="1">
            <a:off x="4521961" y="2285183"/>
            <a:ext cx="414640" cy="43282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2D44C01-60F6-44FF-8C90-410DAB53FC20}"/>
              </a:ext>
            </a:extLst>
          </p:cNvPr>
          <p:cNvCxnSpPr>
            <a:cxnSpLocks/>
            <a:stCxn id="4" idx="5"/>
            <a:endCxn id="6" idx="0"/>
          </p:cNvCxnSpPr>
          <p:nvPr/>
        </p:nvCxnSpPr>
        <p:spPr bwMode="auto">
          <a:xfrm>
            <a:off x="4521962" y="3053056"/>
            <a:ext cx="488121" cy="71606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11C48C1-A82C-42EA-B1E6-D6C49C1557CA}"/>
              </a:ext>
            </a:extLst>
          </p:cNvPr>
          <p:cNvCxnSpPr>
            <a:cxnSpLocks/>
          </p:cNvCxnSpPr>
          <p:nvPr/>
        </p:nvCxnSpPr>
        <p:spPr bwMode="auto">
          <a:xfrm flipV="1">
            <a:off x="5010083" y="2345781"/>
            <a:ext cx="96981" cy="141454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E368856-2AB1-485D-B3FD-3B8A599FAA5E}"/>
              </a:ext>
            </a:extLst>
          </p:cNvPr>
          <p:cNvCxnSpPr>
            <a:cxnSpLocks/>
            <a:endCxn id="9" idx="2"/>
          </p:cNvCxnSpPr>
          <p:nvPr/>
        </p:nvCxnSpPr>
        <p:spPr bwMode="auto">
          <a:xfrm flipV="1">
            <a:off x="5306568" y="1986631"/>
            <a:ext cx="699604" cy="10390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BC34189B-BC15-40E0-90C6-E5E2C626C3EF}"/>
              </a:ext>
            </a:extLst>
          </p:cNvPr>
          <p:cNvCxnSpPr>
            <a:cxnSpLocks/>
            <a:stCxn id="7" idx="1"/>
            <a:endCxn id="5" idx="5"/>
          </p:cNvCxnSpPr>
          <p:nvPr/>
        </p:nvCxnSpPr>
        <p:spPr bwMode="auto">
          <a:xfrm flipH="1" flipV="1">
            <a:off x="5277524" y="2285183"/>
            <a:ext cx="728648" cy="136049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244E1A09-B411-4460-9341-20AB33C403E3}"/>
              </a:ext>
            </a:extLst>
          </p:cNvPr>
          <p:cNvCxnSpPr>
            <a:cxnSpLocks/>
            <a:stCxn id="7" idx="7"/>
          </p:cNvCxnSpPr>
          <p:nvPr/>
        </p:nvCxnSpPr>
        <p:spPr bwMode="auto">
          <a:xfrm flipV="1">
            <a:off x="6347096" y="3194675"/>
            <a:ext cx="572041" cy="45100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313FFEAB-1D88-4D6C-AA89-761ECF1298FF}"/>
              </a:ext>
            </a:extLst>
          </p:cNvPr>
          <p:cNvCxnSpPr>
            <a:cxnSpLocks/>
          </p:cNvCxnSpPr>
          <p:nvPr/>
        </p:nvCxnSpPr>
        <p:spPr bwMode="auto">
          <a:xfrm>
            <a:off x="6384552" y="2187801"/>
            <a:ext cx="534584" cy="51261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81E2E192-E9BC-4FD9-B7C5-86C0FDA66BF7}"/>
              </a:ext>
            </a:extLst>
          </p:cNvPr>
          <p:cNvCxnSpPr>
            <a:cxnSpLocks/>
            <a:stCxn id="4" idx="6"/>
          </p:cNvCxnSpPr>
          <p:nvPr/>
        </p:nvCxnSpPr>
        <p:spPr bwMode="auto">
          <a:xfrm flipV="1">
            <a:off x="4592570" y="2827802"/>
            <a:ext cx="2380209" cy="577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CE05D6C3-211D-415D-9483-4A81754D9C6E}"/>
              </a:ext>
            </a:extLst>
          </p:cNvPr>
          <p:cNvCxnSpPr>
            <a:cxnSpLocks/>
            <a:stCxn id="4" idx="1"/>
            <a:endCxn id="41" idx="5"/>
          </p:cNvCxnSpPr>
          <p:nvPr/>
        </p:nvCxnSpPr>
        <p:spPr bwMode="auto">
          <a:xfrm flipH="1" flipV="1">
            <a:off x="3219460" y="2215793"/>
            <a:ext cx="961578" cy="50221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0776A679-13AF-4714-BBCE-1F40B52F362F}"/>
              </a:ext>
            </a:extLst>
          </p:cNvPr>
          <p:cNvCxnSpPr>
            <a:cxnSpLocks/>
            <a:stCxn id="9" idx="7"/>
          </p:cNvCxnSpPr>
          <p:nvPr/>
        </p:nvCxnSpPr>
        <p:spPr bwMode="auto">
          <a:xfrm flipV="1">
            <a:off x="6417703" y="1322420"/>
            <a:ext cx="942558" cy="4966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16FE53BE-A256-41B9-BF38-C2D5EBBC7E2B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913096" y="949852"/>
            <a:ext cx="390698" cy="79986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" name="Овал 40">
            <a:extLst>
              <a:ext uri="{FF2B5EF4-FFF2-40B4-BE49-F238E27FC236}">
                <a16:creationId xmlns:a16="http://schemas.microsoft.com/office/drawing/2014/main" id="{8DC96C70-21D8-44AC-8549-0CBF9C5F3662}"/>
              </a:ext>
            </a:extLst>
          </p:cNvPr>
          <p:cNvSpPr/>
          <p:nvPr/>
        </p:nvSpPr>
        <p:spPr bwMode="auto">
          <a:xfrm>
            <a:off x="2807930" y="1811357"/>
            <a:ext cx="482139" cy="47382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 sz="2000">
              <a:latin typeface="Arial" charset="0"/>
            </a:endParaRPr>
          </a:p>
        </p:txBody>
      </p:sp>
      <p:sp>
        <p:nvSpPr>
          <p:cNvPr id="42" name="Овал 41">
            <a:extLst>
              <a:ext uri="{FF2B5EF4-FFF2-40B4-BE49-F238E27FC236}">
                <a16:creationId xmlns:a16="http://schemas.microsoft.com/office/drawing/2014/main" id="{6BBF8EF6-F191-411A-BBCB-09596EF40539}"/>
              </a:ext>
            </a:extLst>
          </p:cNvPr>
          <p:cNvSpPr/>
          <p:nvPr/>
        </p:nvSpPr>
        <p:spPr bwMode="auto">
          <a:xfrm>
            <a:off x="5671607" y="579934"/>
            <a:ext cx="482139" cy="47382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 sz="2000">
              <a:latin typeface="Arial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750ED9-A4B9-4C12-A25C-0BA0B5A91560}"/>
              </a:ext>
            </a:extLst>
          </p:cNvPr>
          <p:cNvSpPr txBox="1"/>
          <p:nvPr/>
        </p:nvSpPr>
        <p:spPr>
          <a:xfrm>
            <a:off x="4847122" y="1533978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4/4</a:t>
            </a:r>
            <a:endParaRPr lang="ru-RU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A6795D-2C74-41EF-9F95-5855F9282544}"/>
              </a:ext>
            </a:extLst>
          </p:cNvPr>
          <p:cNvSpPr txBox="1"/>
          <p:nvPr/>
        </p:nvSpPr>
        <p:spPr>
          <a:xfrm>
            <a:off x="3814173" y="2224341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3|4</a:t>
            </a:r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B918C0-B824-4584-9FB4-0E169826ACAC}"/>
              </a:ext>
            </a:extLst>
          </p:cNvPr>
          <p:cNvSpPr txBox="1"/>
          <p:nvPr/>
        </p:nvSpPr>
        <p:spPr>
          <a:xfrm>
            <a:off x="6147436" y="4200276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2/2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35228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372" y="0"/>
            <a:ext cx="9360000" cy="597402"/>
          </a:xfrm>
        </p:spPr>
        <p:txBody>
          <a:bodyPr>
            <a:normAutofit/>
          </a:bodyPr>
          <a:lstStyle/>
          <a:p>
            <a:r>
              <a:rPr lang="ru-RU" dirty="0"/>
              <a:t>ПО визуализации графов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32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2372" y="1058778"/>
            <a:ext cx="9360000" cy="5694947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Вручную </a:t>
            </a:r>
            <a:r>
              <a:rPr lang="ru-RU" dirty="0"/>
              <a:t>—</a:t>
            </a:r>
          </a:p>
          <a:p>
            <a:pPr lvl="1"/>
            <a:r>
              <a:rPr lang="en-US" dirty="0"/>
              <a:t>MS Visio</a:t>
            </a:r>
          </a:p>
          <a:p>
            <a:pPr lvl="1"/>
            <a:r>
              <a:rPr lang="en-US" dirty="0" err="1"/>
              <a:t>uDraw</a:t>
            </a:r>
            <a:r>
              <a:rPr lang="en-US" dirty="0"/>
              <a:t> Graph</a:t>
            </a:r>
            <a:r>
              <a:rPr lang="ru-RU" dirty="0"/>
              <a:t>.</a:t>
            </a:r>
          </a:p>
          <a:p>
            <a:r>
              <a:rPr lang="ru-RU" b="1" dirty="0"/>
              <a:t>Автоматизированные </a:t>
            </a:r>
            <a:r>
              <a:rPr lang="ru-RU" dirty="0"/>
              <a:t>— </a:t>
            </a:r>
          </a:p>
          <a:p>
            <a:pPr lvl="1"/>
            <a:r>
              <a:rPr lang="ru-RU" b="1" dirty="0" err="1"/>
              <a:t>Gephi</a:t>
            </a:r>
            <a:r>
              <a:rPr lang="ru-RU" dirty="0"/>
              <a:t> </a:t>
            </a:r>
            <a:r>
              <a:rPr lang="en-US" dirty="0"/>
              <a:t>(gephi.org) </a:t>
            </a:r>
            <a:r>
              <a:rPr lang="ru-RU" dirty="0"/>
              <a:t>– ПО с открытым кодом, служащее для визуализации социальных графов всех типов и способное реализовать построение графов, содержащих миллионы узлов. Кроме того, </a:t>
            </a:r>
            <a:r>
              <a:rPr lang="ru-RU" dirty="0" err="1"/>
              <a:t>Gephi</a:t>
            </a:r>
            <a:r>
              <a:rPr lang="ru-RU" dirty="0"/>
              <a:t> поддерживает все основные метрики и успешно используется в целях анализа.</a:t>
            </a:r>
          </a:p>
          <a:p>
            <a:pPr lvl="1"/>
            <a:r>
              <a:rPr lang="ru-RU" b="1" dirty="0" err="1"/>
              <a:t>GraphInsight</a:t>
            </a:r>
            <a:r>
              <a:rPr lang="ru-RU" dirty="0"/>
              <a:t> – инструмент, отличающийся великолепной масштабируемостью: с его помощью можно построить граф, состоящий из 5 миллионов вершин и 4 миллионов ребер.</a:t>
            </a:r>
          </a:p>
          <a:p>
            <a:pPr lvl="1"/>
            <a:r>
              <a:rPr lang="ru-RU" b="1" dirty="0" err="1"/>
              <a:t>Social</a:t>
            </a:r>
            <a:r>
              <a:rPr lang="ru-RU" b="1" dirty="0"/>
              <a:t> </a:t>
            </a:r>
            <a:r>
              <a:rPr lang="ru-RU" b="1" dirty="0" err="1"/>
              <a:t>Networks</a:t>
            </a:r>
            <a:r>
              <a:rPr lang="ru-RU" b="1" dirty="0"/>
              <a:t> </a:t>
            </a:r>
            <a:r>
              <a:rPr lang="ru-RU" b="1" dirty="0" err="1"/>
              <a:t>Visualizer</a:t>
            </a:r>
            <a:r>
              <a:rPr lang="ru-RU" b="1" dirty="0"/>
              <a:t> </a:t>
            </a:r>
            <a:r>
              <a:rPr lang="en-US" b="1" dirty="0"/>
              <a:t>(</a:t>
            </a:r>
            <a:r>
              <a:rPr lang="en-US" dirty="0">
                <a:hlinkClick r:id="rId3"/>
              </a:rPr>
              <a:t>https://socnetv.org/</a:t>
            </a:r>
            <a:r>
              <a:rPr lang="en-US" dirty="0"/>
              <a:t>) </a:t>
            </a:r>
            <a:r>
              <a:rPr lang="ru-RU" dirty="0"/>
              <a:t>–позволяет не только автоматизировать визуализацию, но и изучить социальные и математические параметры графа, а также модифицировать его внешний вид под собственные нужды</a:t>
            </a:r>
            <a:endParaRPr lang="en-US" dirty="0"/>
          </a:p>
          <a:p>
            <a:pPr lvl="1"/>
            <a:r>
              <a:rPr lang="ru-RU" b="1" dirty="0" err="1"/>
              <a:t>Cytoscape</a:t>
            </a:r>
            <a:r>
              <a:rPr lang="ru-RU" dirty="0"/>
              <a:t> – разносторонний инструмент, служащий не только для визуализации, но и для всего комплекса работ с социальными сетями, включая интеграцию данных и анализ самой сети.</a:t>
            </a:r>
          </a:p>
          <a:p>
            <a:pPr lvl="1"/>
            <a:r>
              <a:rPr lang="en-US" b="1" dirty="0"/>
              <a:t>Boost</a:t>
            </a:r>
            <a:r>
              <a:rPr lang="en-US" dirty="0"/>
              <a:t> – </a:t>
            </a:r>
            <a:r>
              <a:rPr lang="ru-RU" dirty="0"/>
              <a:t>библиотеки </a:t>
            </a:r>
            <a:r>
              <a:rPr lang="en-US" b="1" dirty="0"/>
              <a:t>Graph</a:t>
            </a:r>
          </a:p>
          <a:p>
            <a:r>
              <a:rPr lang="ru-RU" b="1" dirty="0"/>
              <a:t>Библиотеки </a:t>
            </a:r>
            <a:r>
              <a:rPr lang="en-US" b="1" dirty="0"/>
              <a:t>Python</a:t>
            </a:r>
          </a:p>
          <a:p>
            <a:pPr lvl="1"/>
            <a:r>
              <a:rPr lang="en-US" dirty="0" err="1"/>
              <a:t>PyBrain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2654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Важные типы графов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33</a:t>
            </a:fld>
            <a:endParaRPr lang="ru-R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A219B3-E612-40CD-954B-7E6979393B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955" t="37665" r="15843" b="32911"/>
          <a:stretch/>
        </p:blipFill>
        <p:spPr>
          <a:xfrm>
            <a:off x="410601" y="2178932"/>
            <a:ext cx="11187400" cy="271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3759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Маршрут в графе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34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1628775"/>
            <a:ext cx="9360000" cy="4332061"/>
          </a:xfrm>
        </p:spPr>
        <p:txBody>
          <a:bodyPr>
            <a:normAutofit/>
          </a:bodyPr>
          <a:lstStyle/>
          <a:p>
            <a:r>
              <a:rPr lang="ru-RU" sz="1800" b="1" dirty="0"/>
              <a:t>Маршрут в графе — </a:t>
            </a:r>
            <a:r>
              <a:rPr lang="ru-RU" sz="1800" dirty="0"/>
              <a:t>чередующаяся последовательность вершин и рёбер</a:t>
            </a:r>
            <a:r>
              <a:rPr lang="en-US" sz="1800" dirty="0"/>
              <a:t>: v1-u1-v2-u2-v3-…</a:t>
            </a:r>
            <a:r>
              <a:rPr lang="en-US" sz="1800" dirty="0" err="1"/>
              <a:t>vN</a:t>
            </a:r>
            <a:r>
              <a:rPr lang="en-US" sz="1800" dirty="0"/>
              <a:t>, </a:t>
            </a:r>
            <a:r>
              <a:rPr lang="ru-RU" sz="1800" dirty="0"/>
              <a:t>в которой любые два соседних элемента инцидентны. </a:t>
            </a:r>
          </a:p>
          <a:p>
            <a:r>
              <a:rPr lang="ru-RU" sz="1800" b="1" dirty="0"/>
              <a:t>Путь</a:t>
            </a:r>
            <a:r>
              <a:rPr lang="ru-RU" sz="1800" dirty="0"/>
              <a:t> в </a:t>
            </a:r>
            <a:r>
              <a:rPr lang="ru-RU" sz="1800" b="1" dirty="0"/>
              <a:t>графе</a:t>
            </a:r>
            <a:r>
              <a:rPr lang="ru-RU" sz="1800" dirty="0"/>
              <a:t> — последовательность вершин, в которой каждая вершина соединена со следующей ребром</a:t>
            </a:r>
            <a:endParaRPr lang="en-US" sz="1800" dirty="0"/>
          </a:p>
          <a:p>
            <a:r>
              <a:rPr lang="ru-RU" sz="1800" dirty="0"/>
              <a:t>Если</a:t>
            </a:r>
            <a:r>
              <a:rPr lang="ru-RU" sz="1800" b="1" dirty="0"/>
              <a:t> </a:t>
            </a:r>
            <a:r>
              <a:rPr lang="en-US" sz="1800" dirty="0"/>
              <a:t>v0=</a:t>
            </a:r>
            <a:r>
              <a:rPr lang="en-US" sz="1800" dirty="0" err="1"/>
              <a:t>vN</a:t>
            </a:r>
            <a:r>
              <a:rPr lang="en-US" sz="1800" b="1" dirty="0"/>
              <a:t>, </a:t>
            </a:r>
            <a:r>
              <a:rPr lang="ru-RU" sz="1800" b="1" dirty="0"/>
              <a:t>то маршрут замкнут, иначе открыт.</a:t>
            </a:r>
          </a:p>
          <a:p>
            <a:r>
              <a:rPr lang="ru-RU" sz="1800" dirty="0"/>
              <a:t>Маршрут, в котором все рёбра попарно различны, называется</a:t>
            </a:r>
            <a:r>
              <a:rPr lang="ru-RU" sz="1800" b="1" dirty="0"/>
              <a:t> цепью. </a:t>
            </a:r>
            <a:r>
              <a:rPr lang="ru-RU" sz="1800" dirty="0"/>
              <a:t>Замкнутый маршрут, являющийся цепью, называется </a:t>
            </a:r>
            <a:r>
              <a:rPr lang="ru-RU" sz="1800" b="1" dirty="0"/>
              <a:t>циклом.</a:t>
            </a: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161B1E-4FF3-45A8-8AD0-B6794D29F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30" y="4002219"/>
            <a:ext cx="7059780" cy="261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7086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Связность графа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35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ru-RU" dirty="0"/>
              <a:t>Граф называется связным, если между любыми двумя его вершинами существует маршрут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A48816-454E-402E-A3A4-1605DBB5E6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7963"/>
          <a:stretch/>
        </p:blipFill>
        <p:spPr>
          <a:xfrm>
            <a:off x="1361822" y="3280349"/>
            <a:ext cx="3673728" cy="2615411"/>
          </a:xfrm>
          <a:prstGeom prst="rect">
            <a:avLst/>
          </a:prstGeom>
        </p:spPr>
      </p:pic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C4065F89-5D25-4921-883B-3217F5A07A3A}"/>
              </a:ext>
            </a:extLst>
          </p:cNvPr>
          <p:cNvSpPr/>
          <p:nvPr/>
        </p:nvSpPr>
        <p:spPr>
          <a:xfrm>
            <a:off x="6124611" y="3609888"/>
            <a:ext cx="421240" cy="44141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64BD6451-275A-46D8-B2AB-F5C3B1B01BBF}"/>
              </a:ext>
            </a:extLst>
          </p:cNvPr>
          <p:cNvSpPr/>
          <p:nvPr/>
        </p:nvSpPr>
        <p:spPr>
          <a:xfrm>
            <a:off x="6124611" y="4588053"/>
            <a:ext cx="421240" cy="44141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EAEB78AE-5361-44AE-8943-250AAC61F565}"/>
              </a:ext>
            </a:extLst>
          </p:cNvPr>
          <p:cNvSpPr/>
          <p:nvPr/>
        </p:nvSpPr>
        <p:spPr>
          <a:xfrm>
            <a:off x="7141753" y="4051300"/>
            <a:ext cx="421240" cy="44141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6A7F6FFC-C363-430A-A41D-739E146E7FAF}"/>
              </a:ext>
            </a:extLst>
          </p:cNvPr>
          <p:cNvSpPr/>
          <p:nvPr/>
        </p:nvSpPr>
        <p:spPr>
          <a:xfrm>
            <a:off x="8158895" y="3258506"/>
            <a:ext cx="421240" cy="44141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6518D8F9-490F-485A-B60D-EADD8CD42F9F}"/>
              </a:ext>
            </a:extLst>
          </p:cNvPr>
          <p:cNvSpPr/>
          <p:nvPr/>
        </p:nvSpPr>
        <p:spPr>
          <a:xfrm>
            <a:off x="8158895" y="4808759"/>
            <a:ext cx="421240" cy="44141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5026DE-CF37-428F-BD74-93E53CB6C386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6335231" y="4051301"/>
            <a:ext cx="0" cy="536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27F3C77-24A1-4FE3-AC44-B314585585FB}"/>
              </a:ext>
            </a:extLst>
          </p:cNvPr>
          <p:cNvCxnSpPr>
            <a:cxnSpLocks/>
            <a:stCxn id="6" idx="6"/>
            <a:endCxn id="8" idx="1"/>
          </p:cNvCxnSpPr>
          <p:nvPr/>
        </p:nvCxnSpPr>
        <p:spPr>
          <a:xfrm>
            <a:off x="6545852" y="3830595"/>
            <a:ext cx="657591" cy="2853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8F7984D-5CA3-4915-8DCD-5ACDF0A71015}"/>
              </a:ext>
            </a:extLst>
          </p:cNvPr>
          <p:cNvCxnSpPr>
            <a:cxnSpLocks/>
            <a:stCxn id="8" idx="3"/>
          </p:cNvCxnSpPr>
          <p:nvPr/>
        </p:nvCxnSpPr>
        <p:spPr>
          <a:xfrm flipH="1">
            <a:off x="6487632" y="4428069"/>
            <a:ext cx="715810" cy="312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014F343-C3EB-4891-ADEC-89EC65BE724A}"/>
              </a:ext>
            </a:extLst>
          </p:cNvPr>
          <p:cNvCxnSpPr>
            <a:cxnSpLocks/>
            <a:stCxn id="9" idx="4"/>
            <a:endCxn id="10" idx="0"/>
          </p:cNvCxnSpPr>
          <p:nvPr/>
        </p:nvCxnSpPr>
        <p:spPr>
          <a:xfrm>
            <a:off x="8369515" y="3699919"/>
            <a:ext cx="0" cy="11088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Рукописный ввод 27">
                <a:extLst>
                  <a:ext uri="{FF2B5EF4-FFF2-40B4-BE49-F238E27FC236}">
                    <a16:creationId xmlns:a16="http://schemas.microsoft.com/office/drawing/2014/main" id="{29D78952-F954-00CB-8679-5C2149CF570D}"/>
                  </a:ext>
                </a:extLst>
              </p14:cNvPr>
              <p14:cNvContentPartPr/>
              <p14:nvPr/>
            </p14:nvContentPartPr>
            <p14:xfrm>
              <a:off x="1748179" y="4592242"/>
              <a:ext cx="54000" cy="76320"/>
            </p14:xfrm>
          </p:contentPart>
        </mc:Choice>
        <mc:Fallback xmlns="">
          <p:pic>
            <p:nvPicPr>
              <p:cNvPr id="28" name="Рукописный ввод 27">
                <a:extLst>
                  <a:ext uri="{FF2B5EF4-FFF2-40B4-BE49-F238E27FC236}">
                    <a16:creationId xmlns:a16="http://schemas.microsoft.com/office/drawing/2014/main" id="{29D78952-F954-00CB-8679-5C2149CF57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42059" y="4586122"/>
                <a:ext cx="6624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9" name="Рукописный ввод 28">
                <a:extLst>
                  <a:ext uri="{FF2B5EF4-FFF2-40B4-BE49-F238E27FC236}">
                    <a16:creationId xmlns:a16="http://schemas.microsoft.com/office/drawing/2014/main" id="{D9665910-52F0-FB0C-C513-D0753DE4A82B}"/>
                  </a:ext>
                </a:extLst>
              </p14:cNvPr>
              <p14:cNvContentPartPr/>
              <p14:nvPr/>
            </p14:nvContentPartPr>
            <p14:xfrm>
              <a:off x="4471579" y="4425562"/>
              <a:ext cx="149040" cy="60120"/>
            </p14:xfrm>
          </p:contentPart>
        </mc:Choice>
        <mc:Fallback xmlns="">
          <p:pic>
            <p:nvPicPr>
              <p:cNvPr id="29" name="Рукописный ввод 28">
                <a:extLst>
                  <a:ext uri="{FF2B5EF4-FFF2-40B4-BE49-F238E27FC236}">
                    <a16:creationId xmlns:a16="http://schemas.microsoft.com/office/drawing/2014/main" id="{D9665910-52F0-FB0C-C513-D0753DE4A82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65459" y="4419442"/>
                <a:ext cx="161280" cy="7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71350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196850"/>
            <a:ext cx="7194617" cy="1260000"/>
          </a:xfrm>
        </p:spPr>
        <p:txBody>
          <a:bodyPr>
            <a:normAutofit/>
          </a:bodyPr>
          <a:lstStyle/>
          <a:p>
            <a:r>
              <a:rPr lang="ru-RU" dirty="0"/>
              <a:t>Простой алгоритм определения связности графа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1625124"/>
            <a:ext cx="9360000" cy="5036026"/>
          </a:xfrm>
        </p:spPr>
        <p:txBody>
          <a:bodyPr>
            <a:noAutofit/>
          </a:bodyPr>
          <a:lstStyle/>
          <a:p>
            <a:r>
              <a:rPr lang="ru-RU" sz="1200" dirty="0"/>
              <a:t>Разделим все вершины графа на три разновидности:</a:t>
            </a:r>
          </a:p>
          <a:p>
            <a:pPr marL="457200" lvl="1" indent="0">
              <a:buNone/>
            </a:pPr>
            <a:r>
              <a:rPr lang="ru-RU" sz="1200" dirty="0"/>
              <a:t>1 - Вершины, про которые ничего не известно; </a:t>
            </a:r>
          </a:p>
          <a:p>
            <a:pPr marL="457200" lvl="1" indent="0">
              <a:buNone/>
            </a:pPr>
            <a:r>
              <a:rPr lang="ru-RU" sz="1200" dirty="0"/>
              <a:t>2 - Вершины, про которые известно, что они могут быть достигнуты из начальной вершины и которые не были обработаны. </a:t>
            </a:r>
          </a:p>
          <a:p>
            <a:pPr marL="457200" lvl="1" indent="0">
              <a:buNone/>
            </a:pPr>
            <a:r>
              <a:rPr lang="ru-RU" sz="1200" dirty="0"/>
              <a:t>3 - Вершины, про которые известно, что они могут быть достигнуты из начальной вершины и которые были обработаны.</a:t>
            </a:r>
          </a:p>
          <a:p>
            <a:pPr marL="0" lvl="1" indent="0">
              <a:buNone/>
            </a:pPr>
            <a:r>
              <a:rPr lang="ru-RU" sz="1200" b="1" dirty="0"/>
              <a:t>1. Первоначальная разметка</a:t>
            </a:r>
          </a:p>
          <a:p>
            <a:pPr marL="0" lvl="1" indent="0">
              <a:buNone/>
            </a:pPr>
            <a:r>
              <a:rPr lang="ru-RU" sz="1200" dirty="0"/>
              <a:t>Пометим все вершины первым маркером - нам про них ничего не известно</a:t>
            </a:r>
          </a:p>
          <a:p>
            <a:pPr marL="0" lvl="1" indent="0">
              <a:buNone/>
            </a:pPr>
            <a:r>
              <a:rPr lang="ru-RU" sz="1200" dirty="0"/>
              <a:t>Выберем любую вершину (например первую (или нулевую)), пометим ее вторым маркером, ведь она может быть достигнута сама из себя.</a:t>
            </a:r>
          </a:p>
          <a:p>
            <a:pPr marL="0" lvl="1" indent="0">
              <a:buNone/>
            </a:pPr>
            <a:r>
              <a:rPr lang="ru-RU" sz="1200" b="1" dirty="0"/>
              <a:t> 2. Разметка соседних вершин</a:t>
            </a:r>
          </a:p>
          <a:p>
            <a:pPr marL="0" lvl="1" indent="0">
              <a:buNone/>
            </a:pPr>
            <a:r>
              <a:rPr lang="ru-RU" sz="1200" dirty="0"/>
              <a:t>Выберем любую вершину, помеченную вторым маркером. Пометим ее третьим маркером. Все вершины, соседние с данной и помеченные первым маркером, пометим вторым маркером. Повторим этот пункт с начала.</a:t>
            </a:r>
          </a:p>
          <a:p>
            <a:pPr marL="0" lvl="1" indent="0">
              <a:buNone/>
            </a:pPr>
            <a:r>
              <a:rPr lang="ru-RU" sz="1200" b="1" dirty="0"/>
              <a:t>3. Завершение работы</a:t>
            </a:r>
          </a:p>
          <a:p>
            <a:pPr marL="0" lvl="1" indent="0">
              <a:buNone/>
            </a:pPr>
            <a:r>
              <a:rPr lang="ru-RU" sz="1200" dirty="0"/>
              <a:t>Если нужно получить список вершин, не входящих ни в одну компоненту связности с заданной вершиной, то выбираем вершины, помеченные первым маркером в отдельный массив и возвращаем полученный массив.</a:t>
            </a:r>
          </a:p>
          <a:p>
            <a:pPr marL="0" lvl="1" indent="0">
              <a:buNone/>
            </a:pPr>
            <a:endParaRPr lang="ru-RU" sz="1200" dirty="0"/>
          </a:p>
          <a:p>
            <a:pPr marL="0" lvl="1" indent="0">
              <a:buNone/>
            </a:pPr>
            <a:r>
              <a:rPr lang="ru-RU" sz="1200" dirty="0"/>
              <a:t>Если нужно просто проверить граф на связность, то считаем вершины, помеченные первым маркером, и сравниваем получившееся число с нулем. Если число вершин, помеченные первым маркером, равно нулю, то граф связный.</a:t>
            </a:r>
          </a:p>
        </p:txBody>
      </p:sp>
    </p:spTree>
    <p:extLst>
      <p:ext uri="{BB962C8B-B14F-4D97-AF65-F5344CB8AC3E}">
        <p14:creationId xmlns:p14="http://schemas.microsoft.com/office/powerpoint/2010/main" val="26403862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4671E-A52D-49D1-95C0-C0916B42D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954BF-A661-4CD8-91E1-9C56F3EEB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37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BEEAA-31A8-4A39-B9E5-B189B9855D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2000024"/>
            <a:ext cx="6837680" cy="3960812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Всем вершинам присвоим маркер 1</a:t>
            </a:r>
          </a:p>
          <a:p>
            <a:r>
              <a:rPr lang="ru-RU" dirty="0"/>
              <a:t>Выберем вершину 2 и пометим ее маркером 2</a:t>
            </a:r>
          </a:p>
          <a:p>
            <a:r>
              <a:rPr lang="ru-RU" dirty="0"/>
              <a:t>Пометим вершину 2 маркером 3, т.к. она связана с другими вершинами</a:t>
            </a:r>
          </a:p>
          <a:p>
            <a:r>
              <a:rPr lang="ru-RU" dirty="0"/>
              <a:t>Пометим вершины 1,3,5 маркером 2</a:t>
            </a:r>
          </a:p>
          <a:p>
            <a:r>
              <a:rPr lang="ru-RU" dirty="0"/>
              <a:t>Выберем вершину 1 и пометим ее маркером 3</a:t>
            </a:r>
          </a:p>
          <a:p>
            <a:r>
              <a:rPr lang="ru-RU" dirty="0"/>
              <a:t>Выберем вершину 5 и пометим ее маркером 3. Связанную с ней вершину 4 пометим маркером 2</a:t>
            </a:r>
          </a:p>
          <a:p>
            <a:r>
              <a:rPr lang="ru-RU" dirty="0"/>
              <a:t>Выберем вершину 3 и пометим ее маркером 3</a:t>
            </a:r>
          </a:p>
          <a:p>
            <a:r>
              <a:rPr lang="ru-RU" dirty="0"/>
              <a:t>Выберем вершину 4 и пометим ее маркером 3. Вершину 6 пометим маркером 2</a:t>
            </a:r>
          </a:p>
          <a:p>
            <a:endParaRPr lang="ru-RU" dirty="0"/>
          </a:p>
          <a:p>
            <a:endParaRPr lang="ru-RU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DBE473-AABB-49C7-A36E-49F6E0D33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572"/>
          <a:stretch/>
        </p:blipFill>
        <p:spPr>
          <a:xfrm>
            <a:off x="7635565" y="2000024"/>
            <a:ext cx="2430555" cy="261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7453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D16D4-9DF9-490E-B912-80CBE0BA7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365124"/>
            <a:ext cx="9360000" cy="678544"/>
          </a:xfrm>
        </p:spPr>
        <p:txBody>
          <a:bodyPr>
            <a:normAutofit/>
          </a:bodyPr>
          <a:lstStyle/>
          <a:p>
            <a:r>
              <a:rPr lang="ru-RU" dirty="0"/>
              <a:t>Задача. Определить связность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EC55C-6DEB-4BD9-AAE4-20074E123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38</a:t>
            </a:fld>
            <a:endParaRPr lang="ru-RU" dirty="0"/>
          </a:p>
        </p:txBody>
      </p:sp>
      <p:pic>
        <p:nvPicPr>
          <p:cNvPr id="5" name="Picture 4" descr="A picture containing indoor, laptop, computer, looking&#10;&#10;Description automatically generated">
            <a:extLst>
              <a:ext uri="{FF2B5EF4-FFF2-40B4-BE49-F238E27FC236}">
                <a16:creationId xmlns:a16="http://schemas.microsoft.com/office/drawing/2014/main" id="{8A509773-EAB5-444B-84B6-3C76A4657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50623" y="927345"/>
            <a:ext cx="4201570" cy="226601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38D0BBD-2B31-4B6C-8BEA-5A45CB389D1D}"/>
              </a:ext>
            </a:extLst>
          </p:cNvPr>
          <p:cNvCxnSpPr>
            <a:cxnSpLocks/>
          </p:cNvCxnSpPr>
          <p:nvPr/>
        </p:nvCxnSpPr>
        <p:spPr>
          <a:xfrm flipV="1">
            <a:off x="540664" y="1743502"/>
            <a:ext cx="518983" cy="12027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12571E8-216C-4AAD-BE10-054479B0F545}"/>
              </a:ext>
            </a:extLst>
          </p:cNvPr>
          <p:cNvCxnSpPr>
            <a:cxnSpLocks/>
          </p:cNvCxnSpPr>
          <p:nvPr/>
        </p:nvCxnSpPr>
        <p:spPr>
          <a:xfrm flipV="1">
            <a:off x="1154383" y="1133902"/>
            <a:ext cx="1215081" cy="4983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FD70033-1746-4A7E-AEBC-9EDE7452512A}"/>
              </a:ext>
            </a:extLst>
          </p:cNvPr>
          <p:cNvCxnSpPr>
            <a:cxnSpLocks/>
          </p:cNvCxnSpPr>
          <p:nvPr/>
        </p:nvCxnSpPr>
        <p:spPr>
          <a:xfrm>
            <a:off x="1154383" y="1743503"/>
            <a:ext cx="671383" cy="6755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123B3CA-303A-40EE-8A0E-5A5F0EB49D26}"/>
              </a:ext>
            </a:extLst>
          </p:cNvPr>
          <p:cNvCxnSpPr>
            <a:cxnSpLocks/>
          </p:cNvCxnSpPr>
          <p:nvPr/>
        </p:nvCxnSpPr>
        <p:spPr>
          <a:xfrm flipV="1">
            <a:off x="1920501" y="1273945"/>
            <a:ext cx="448962" cy="10709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1C5E510-A019-4553-B32F-DE1E5BD996E1}"/>
              </a:ext>
            </a:extLst>
          </p:cNvPr>
          <p:cNvCxnSpPr>
            <a:cxnSpLocks/>
          </p:cNvCxnSpPr>
          <p:nvPr/>
        </p:nvCxnSpPr>
        <p:spPr>
          <a:xfrm flipH="1">
            <a:off x="664231" y="2456078"/>
            <a:ext cx="1161535" cy="4901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85336F-2865-426B-A0CE-96EDDDE9C8D5}"/>
              </a:ext>
            </a:extLst>
          </p:cNvPr>
          <p:cNvCxnSpPr>
            <a:cxnSpLocks/>
          </p:cNvCxnSpPr>
          <p:nvPr/>
        </p:nvCxnSpPr>
        <p:spPr>
          <a:xfrm flipH="1" flipV="1">
            <a:off x="664232" y="2999774"/>
            <a:ext cx="3657599" cy="144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7A3C121-958C-431F-BE52-67307D3B8ED2}"/>
              </a:ext>
            </a:extLst>
          </p:cNvPr>
          <p:cNvCxnSpPr>
            <a:cxnSpLocks/>
          </p:cNvCxnSpPr>
          <p:nvPr/>
        </p:nvCxnSpPr>
        <p:spPr>
          <a:xfrm>
            <a:off x="2523923" y="1133903"/>
            <a:ext cx="1155357" cy="4911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F616D9D-EF94-41FC-A5A3-CA94142F0A58}"/>
              </a:ext>
            </a:extLst>
          </p:cNvPr>
          <p:cNvCxnSpPr>
            <a:cxnSpLocks/>
          </p:cNvCxnSpPr>
          <p:nvPr/>
        </p:nvCxnSpPr>
        <p:spPr>
          <a:xfrm flipH="1">
            <a:off x="3101601" y="1753494"/>
            <a:ext cx="577679" cy="5913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0CBD7A5-F74D-4161-8476-05C5D5ECA911}"/>
              </a:ext>
            </a:extLst>
          </p:cNvPr>
          <p:cNvCxnSpPr>
            <a:cxnSpLocks/>
          </p:cNvCxnSpPr>
          <p:nvPr/>
        </p:nvCxnSpPr>
        <p:spPr>
          <a:xfrm>
            <a:off x="2493030" y="1213916"/>
            <a:ext cx="494270" cy="11309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F269BFB-76F9-4688-A5B9-1ECDA6FE5A3C}"/>
              </a:ext>
            </a:extLst>
          </p:cNvPr>
          <p:cNvCxnSpPr>
            <a:cxnSpLocks/>
          </p:cNvCxnSpPr>
          <p:nvPr/>
        </p:nvCxnSpPr>
        <p:spPr>
          <a:xfrm>
            <a:off x="3101600" y="2509618"/>
            <a:ext cx="1129614" cy="4366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59BF99E-7A66-4651-B2C1-AC66B6E44DAF}"/>
              </a:ext>
            </a:extLst>
          </p:cNvPr>
          <p:cNvCxnSpPr>
            <a:cxnSpLocks/>
          </p:cNvCxnSpPr>
          <p:nvPr/>
        </p:nvCxnSpPr>
        <p:spPr>
          <a:xfrm flipH="1" flipV="1">
            <a:off x="3876988" y="1809405"/>
            <a:ext cx="444843" cy="10935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EE12C5A-2891-473A-8887-8241050113AD}"/>
              </a:ext>
            </a:extLst>
          </p:cNvPr>
          <p:cNvSpPr txBox="1"/>
          <p:nvPr/>
        </p:nvSpPr>
        <p:spPr>
          <a:xfrm>
            <a:off x="169677" y="3014188"/>
            <a:ext cx="337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endParaRPr lang="ru-RU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1C790B8-0601-427D-9121-B5A471E0AAB5}"/>
              </a:ext>
            </a:extLst>
          </p:cNvPr>
          <p:cNvSpPr txBox="1"/>
          <p:nvPr/>
        </p:nvSpPr>
        <p:spPr>
          <a:xfrm>
            <a:off x="649355" y="1374170"/>
            <a:ext cx="42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endParaRPr lang="ru-RU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280FB0B-7133-477A-B738-A31106878C11}"/>
              </a:ext>
            </a:extLst>
          </p:cNvPr>
          <p:cNvSpPr txBox="1"/>
          <p:nvPr/>
        </p:nvSpPr>
        <p:spPr>
          <a:xfrm>
            <a:off x="1793845" y="2509618"/>
            <a:ext cx="337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  <a:endParaRPr lang="ru-RU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5A5CAD8-3230-48BE-B6AF-EAA729DDA2E6}"/>
              </a:ext>
            </a:extLst>
          </p:cNvPr>
          <p:cNvSpPr txBox="1"/>
          <p:nvPr/>
        </p:nvSpPr>
        <p:spPr>
          <a:xfrm>
            <a:off x="2200588" y="659536"/>
            <a:ext cx="337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  <a:endParaRPr lang="ru-RU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02EC37E-8AEB-4349-9830-F594436B8223}"/>
              </a:ext>
            </a:extLst>
          </p:cNvPr>
          <p:cNvSpPr txBox="1"/>
          <p:nvPr/>
        </p:nvSpPr>
        <p:spPr>
          <a:xfrm>
            <a:off x="3833224" y="1269825"/>
            <a:ext cx="337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  <a:endParaRPr lang="ru-RU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197ECD4-F5C7-43A3-A3C0-C93BA7E026CF}"/>
              </a:ext>
            </a:extLst>
          </p:cNvPr>
          <p:cNvSpPr txBox="1"/>
          <p:nvPr/>
        </p:nvSpPr>
        <p:spPr>
          <a:xfrm>
            <a:off x="2696918" y="2496537"/>
            <a:ext cx="337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  <a:endParaRPr lang="ru-RU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4F1430A-79D9-4DDA-AF01-FDB7439BC9DE}"/>
              </a:ext>
            </a:extLst>
          </p:cNvPr>
          <p:cNvSpPr txBox="1"/>
          <p:nvPr/>
        </p:nvSpPr>
        <p:spPr>
          <a:xfrm>
            <a:off x="4353753" y="3103775"/>
            <a:ext cx="337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DBD9BA-EBE2-E839-B3E8-2DFB0EF16301}"/>
              </a:ext>
            </a:extLst>
          </p:cNvPr>
          <p:cNvSpPr txBox="1"/>
          <p:nvPr/>
        </p:nvSpPr>
        <p:spPr>
          <a:xfrm>
            <a:off x="8979340" y="3928525"/>
            <a:ext cx="217355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A,b,c,d,e,f,g</a:t>
            </a:r>
            <a:r>
              <a:rPr lang="en-US" dirty="0"/>
              <a:t> =1</a:t>
            </a:r>
          </a:p>
          <a:p>
            <a:r>
              <a:rPr lang="en-US" dirty="0"/>
              <a:t>B=2, </a:t>
            </a:r>
            <a:r>
              <a:rPr lang="ru-RU" dirty="0"/>
              <a:t>ост.=1</a:t>
            </a:r>
          </a:p>
          <a:p>
            <a:r>
              <a:rPr lang="ru-RU" dirty="0"/>
              <a:t>С=2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/>
              <a:t>b</a:t>
            </a:r>
            <a:r>
              <a:rPr lang="ru-RU" dirty="0"/>
              <a:t>=3</a:t>
            </a:r>
            <a:endParaRPr lang="en-US" dirty="0"/>
          </a:p>
          <a:p>
            <a:r>
              <a:rPr lang="en-US" dirty="0"/>
              <a:t>A=2, </a:t>
            </a:r>
            <a:r>
              <a:rPr lang="en-US" dirty="0" err="1"/>
              <a:t>b,c</a:t>
            </a:r>
            <a:r>
              <a:rPr lang="en-US" dirty="0"/>
              <a:t>=3</a:t>
            </a:r>
          </a:p>
          <a:p>
            <a:r>
              <a:rPr lang="en-US" dirty="0"/>
              <a:t>D=2, </a:t>
            </a:r>
          </a:p>
          <a:p>
            <a:r>
              <a:rPr lang="en-US" dirty="0"/>
              <a:t>A=3, </a:t>
            </a:r>
            <a:r>
              <a:rPr lang="en-US" dirty="0" err="1"/>
              <a:t>a,b,c</a:t>
            </a:r>
            <a:r>
              <a:rPr lang="en-US" dirty="0"/>
              <a:t>=3</a:t>
            </a:r>
          </a:p>
          <a:p>
            <a:r>
              <a:rPr lang="en-US" dirty="0"/>
              <a:t>D=2, </a:t>
            </a:r>
            <a:r>
              <a:rPr lang="en-US" dirty="0" err="1"/>
              <a:t>a,b,c</a:t>
            </a:r>
            <a:r>
              <a:rPr lang="en-US" dirty="0"/>
              <a:t>=3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7DC17B71-80E5-4452-76F9-E5DB2B0E1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032768"/>
              </p:ext>
            </p:extLst>
          </p:nvPr>
        </p:nvGraphicFramePr>
        <p:xfrm>
          <a:off x="800155" y="3547128"/>
          <a:ext cx="8128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41650574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86938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50741649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02911171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308457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5121944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9309565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519814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0712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8775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100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978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402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993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017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822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04211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72C4F-E4A7-424D-A39E-615D09611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967" y="365124"/>
            <a:ext cx="10307053" cy="1260000"/>
          </a:xfrm>
        </p:spPr>
        <p:txBody>
          <a:bodyPr>
            <a:normAutofit fontScale="90000"/>
          </a:bodyPr>
          <a:lstStyle/>
          <a:p>
            <a:r>
              <a:rPr lang="ru-RU" dirty="0"/>
              <a:t>Дополнительная задача.</a:t>
            </a:r>
            <a:br>
              <a:rPr lang="ru-RU" dirty="0"/>
            </a:br>
            <a:r>
              <a:rPr lang="ru-RU" dirty="0"/>
              <a:t>Определить связность орграфа</a:t>
            </a:r>
            <a:r>
              <a:rPr lang="en-US" dirty="0"/>
              <a:t> – </a:t>
            </a:r>
            <a:br>
              <a:rPr lang="en-US" dirty="0"/>
            </a:br>
            <a:r>
              <a:rPr lang="ru-RU" dirty="0"/>
              <a:t>до</a:t>
            </a:r>
            <a:r>
              <a:rPr lang="en-US" dirty="0"/>
              <a:t> 14-30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0DEC1-5E88-4241-9253-1C5210A66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39</a:t>
            </a:fld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623F32-5C41-48B8-B447-F19F08425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818" y="2046036"/>
            <a:ext cx="4211594" cy="421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6680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365124"/>
            <a:ext cx="9360000" cy="781887"/>
          </a:xfrm>
        </p:spPr>
        <p:txBody>
          <a:bodyPr rIns="0">
            <a:normAutofit/>
          </a:bodyPr>
          <a:lstStyle/>
          <a:p>
            <a:r>
              <a:rPr lang="ru-RU" dirty="0"/>
              <a:t>Задача поиска кратчайшего пути на графе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40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84" y="1752692"/>
            <a:ext cx="9576836" cy="1303329"/>
          </a:xfrm>
        </p:spPr>
        <p:txBody>
          <a:bodyPr>
            <a:normAutofit/>
          </a:bodyPr>
          <a:lstStyle/>
          <a:p>
            <a:r>
              <a:rPr lang="ru-RU" u="sng" dirty="0" err="1"/>
              <a:t>Зада́ча</a:t>
            </a:r>
            <a:r>
              <a:rPr lang="ru-RU" u="sng" dirty="0"/>
              <a:t> о </a:t>
            </a:r>
            <a:r>
              <a:rPr lang="ru-RU" u="sng" dirty="0" err="1"/>
              <a:t>кратча́йшем</a:t>
            </a:r>
            <a:r>
              <a:rPr lang="ru-RU" u="sng" dirty="0"/>
              <a:t> пути́ </a:t>
            </a:r>
            <a:r>
              <a:rPr lang="ru-RU" dirty="0"/>
              <a:t>— задача поиска самого короткого пути (цепи) между двумя точками (вершинами) на графе, в которой минимизируется сумма весов рёбер, составляющих путь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1555C9-9707-42EA-8DB5-832FF4CDCB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1310"/>
          <a:stretch/>
        </p:blipFill>
        <p:spPr>
          <a:xfrm>
            <a:off x="3556648" y="3140260"/>
            <a:ext cx="3707070" cy="282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2652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Разновидности задачи поиска кратчайшего пути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41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Задача о кратчайшем пути в заданный пункт назначения. Требуется найти кратчайший путь в заданную вершину назначения t, который начинается в каждой из вершин графа (кроме t). Поменяв направление каждого принадлежащего графу ребра, эту задачу можно свести к задаче о единой исходной вершине (в которой осуществляется поиск кратчайшего пути из заданной вершины во все остальные).</a:t>
            </a:r>
          </a:p>
          <a:p>
            <a:r>
              <a:rPr lang="ru-RU" dirty="0"/>
              <a:t>Задача о кратчайшем пути между заданной парой вершин. Требуется найти кратчайший путь из заданной вершины u в заданную вершину v.</a:t>
            </a:r>
          </a:p>
          <a:p>
            <a:r>
              <a:rPr lang="ru-RU" dirty="0"/>
              <a:t>Задача о кратчайшем пути между всеми парами вершин. Требуется найти кратчайший путь из каждой вершины u в каждую вершину v. Эту задачу тоже можно решить с помощью алгоритма, предназначенного для решения задачи об одной исходной вершине, однако обычно она решается быстрее.</a:t>
            </a:r>
          </a:p>
          <a:p>
            <a:r>
              <a:rPr lang="ru-RU" dirty="0"/>
              <a:t>Задача поиска максимально длинного пути (например, критического пути на сетевой диаграмме проекта). Задача аналогична поиску кратчайшего пути, если инвертировать веса дуг (длительности задач)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6312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365124"/>
            <a:ext cx="9360000" cy="796735"/>
          </a:xfrm>
        </p:spPr>
        <p:txBody>
          <a:bodyPr>
            <a:normAutofit/>
          </a:bodyPr>
          <a:lstStyle/>
          <a:p>
            <a:r>
              <a:rPr lang="ru-RU" dirty="0"/>
              <a:t>Общий обзор алгоритмов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42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1475874"/>
            <a:ext cx="9360000" cy="4220267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Алгоритм Ли (волновой алгоритм) - </a:t>
            </a:r>
            <a:r>
              <a:rPr lang="ru-RU" dirty="0"/>
              <a:t>находит путь между вершинами s и t графа (s не совпадает с t), содержащий минимальное количество промежуточных вершин (рёбер). Основное применение — трассировки электрических соединений на кристаллах микросхем и на печатных платах. Также используется для поиска кратчайшего расстояния на карте в стратегических играх</a:t>
            </a:r>
            <a:endParaRPr lang="en-US" dirty="0"/>
          </a:p>
          <a:p>
            <a:r>
              <a:rPr lang="ru-RU" b="1" dirty="0"/>
              <a:t>Алгоритм </a:t>
            </a:r>
            <a:r>
              <a:rPr lang="ru-RU" b="1" dirty="0" err="1"/>
              <a:t>Дейкстры</a:t>
            </a:r>
            <a:r>
              <a:rPr lang="ru-RU" b="1" dirty="0"/>
              <a:t> </a:t>
            </a:r>
            <a:r>
              <a:rPr lang="ru-RU" dirty="0"/>
              <a:t>находит кратчайший путь от одной из вершин графа до всех остальных. Алгоритм работает только для графов без рёбер отрицательного веса.</a:t>
            </a:r>
          </a:p>
          <a:p>
            <a:r>
              <a:rPr lang="ru-RU" b="1" dirty="0"/>
              <a:t>Алгоритм Беллмана — Форда </a:t>
            </a:r>
            <a:r>
              <a:rPr lang="ru-RU" dirty="0"/>
              <a:t>находит кратчайшие пути от одной вершины графа до всех остальных во взвешенном графе. Вес рёбер может быть отрицательным.</a:t>
            </a:r>
          </a:p>
          <a:p>
            <a:r>
              <a:rPr lang="ru-RU" b="1" dirty="0"/>
              <a:t>Алгоритм поиска A* </a:t>
            </a:r>
            <a:r>
              <a:rPr lang="ru-RU" dirty="0"/>
              <a:t>находит маршрут с наименьшей стоимостью от одной вершины (начальной) к другой (целевой, конечной), используя алгоритм поиска по первому наилучшему совпадению на графе.</a:t>
            </a:r>
          </a:p>
          <a:p>
            <a:r>
              <a:rPr lang="ru-RU" b="1" dirty="0"/>
              <a:t>Алгоритм Флойда — </a:t>
            </a:r>
            <a:r>
              <a:rPr lang="ru-RU" b="1" dirty="0" err="1"/>
              <a:t>Уоршелла</a:t>
            </a:r>
            <a:r>
              <a:rPr lang="ru-RU" b="1" dirty="0"/>
              <a:t> </a:t>
            </a:r>
            <a:r>
              <a:rPr lang="ru-RU" dirty="0"/>
              <a:t>находит кратчайшие пути между всеми вершинами взвешенного ориентированного графа.</a:t>
            </a:r>
          </a:p>
          <a:p>
            <a:r>
              <a:rPr lang="ru-RU" b="1" dirty="0"/>
              <a:t>Алгоритм Джонсона </a:t>
            </a:r>
            <a:r>
              <a:rPr lang="ru-RU" dirty="0"/>
              <a:t>находит кратчайшие пути между всеми парами вершин взвешенного ориентированного графа.</a:t>
            </a:r>
          </a:p>
        </p:txBody>
      </p:sp>
    </p:spTree>
    <p:extLst>
      <p:ext uri="{BB962C8B-B14F-4D97-AF65-F5344CB8AC3E}">
        <p14:creationId xmlns:p14="http://schemas.microsoft.com/office/powerpoint/2010/main" val="23474550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Алгоритм </a:t>
            </a:r>
            <a:r>
              <a:rPr lang="ru-RU" dirty="0" err="1"/>
              <a:t>Дейкстры</a:t>
            </a:r>
            <a:r>
              <a:rPr lang="en-US" dirty="0"/>
              <a:t> (Dijkstra)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43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Присвоить начальной вершине вес 0</a:t>
            </a:r>
          </a:p>
          <a:p>
            <a:r>
              <a:rPr lang="ru-RU" dirty="0"/>
              <a:t>Присвоить всем остальным вершинам заведомо максимальный вес (в пределе – бесконечность)</a:t>
            </a:r>
          </a:p>
          <a:p>
            <a:r>
              <a:rPr lang="ru-RU" dirty="0"/>
              <a:t>Начиная от стартовой вершины провести перебор всех инцидентных ей вершин и присвоить путям веса, равные весу соответствующего ребра</a:t>
            </a:r>
          </a:p>
          <a:p>
            <a:r>
              <a:rPr lang="ru-RU" dirty="0"/>
              <a:t>От каждой не стартовой вершины последовательно строить путь к каждой из инцидентных вершин, присваивая значения, как на шаге 3.</a:t>
            </a:r>
          </a:p>
          <a:p>
            <a:r>
              <a:rPr lang="ru-RU" dirty="0"/>
              <a:t>Суммировать вес пути с предыдущими ребрами</a:t>
            </a:r>
          </a:p>
          <a:p>
            <a:r>
              <a:rPr lang="ru-RU" dirty="0"/>
              <a:t>Повторять шаги 4-5, пока не будут перебраны все ребра графа, ведущие к искомой вершине</a:t>
            </a:r>
          </a:p>
          <a:p>
            <a:r>
              <a:rPr lang="ru-RU" dirty="0"/>
              <a:t>Выбрать путь с наименьшим суммарным весом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1234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Алгоритм </a:t>
            </a:r>
            <a:r>
              <a:rPr lang="ru-RU" dirty="0" err="1"/>
              <a:t>Дейкстры</a:t>
            </a:r>
            <a:r>
              <a:rPr lang="ru-RU" dirty="0"/>
              <a:t>. Пример (1)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44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06120" y="5300663"/>
            <a:ext cx="9360000" cy="849312"/>
          </a:xfrm>
        </p:spPr>
        <p:txBody>
          <a:bodyPr>
            <a:normAutofit/>
          </a:bodyPr>
          <a:lstStyle/>
          <a:p>
            <a:r>
              <a:rPr lang="ru-RU" dirty="0"/>
              <a:t>Присвоим вершине 1 вес 0</a:t>
            </a:r>
          </a:p>
          <a:p>
            <a:r>
              <a:rPr lang="ru-RU" dirty="0"/>
              <a:t>Остальным вершинам – заведомо большое число, например, 10000</a:t>
            </a:r>
            <a:endParaRPr lang="en-US" dirty="0"/>
          </a:p>
        </p:txBody>
      </p:sp>
      <p:pic>
        <p:nvPicPr>
          <p:cNvPr id="1026" name="Picture 2" descr="Инициализация">
            <a:extLst>
              <a:ext uri="{FF2B5EF4-FFF2-40B4-BE49-F238E27FC236}">
                <a16:creationId xmlns:a16="http://schemas.microsoft.com/office/drawing/2014/main" id="{B0A0E019-76AD-4DDC-8402-39C787E27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9825" y="1637824"/>
            <a:ext cx="4459889" cy="3188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7234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Алгоритм </a:t>
            </a:r>
            <a:r>
              <a:rPr lang="ru-RU" dirty="0" err="1"/>
              <a:t>Дейкстры</a:t>
            </a:r>
            <a:r>
              <a:rPr lang="ru-RU" dirty="0"/>
              <a:t>. Пример (2)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45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06120" y="5100638"/>
            <a:ext cx="9350693" cy="849312"/>
          </a:xfrm>
        </p:spPr>
        <p:txBody>
          <a:bodyPr>
            <a:normAutofit/>
          </a:bodyPr>
          <a:lstStyle/>
          <a:p>
            <a:r>
              <a:rPr lang="ru-RU" dirty="0"/>
              <a:t>Обходим смежные с </a:t>
            </a:r>
            <a:r>
              <a:rPr lang="en-US" dirty="0"/>
              <a:t>v1</a:t>
            </a:r>
            <a:r>
              <a:rPr lang="ru-RU" dirty="0"/>
              <a:t> вершины по очереди. Если вес ребра меньше существующего веса вершины, то присваиваем вершине вес ребра</a:t>
            </a:r>
            <a:endParaRPr lang="en-US" dirty="0"/>
          </a:p>
        </p:txBody>
      </p:sp>
      <p:pic>
        <p:nvPicPr>
          <p:cNvPr id="2050" name="Picture 2" descr="Шаг 1">
            <a:extLst>
              <a:ext uri="{FF2B5EF4-FFF2-40B4-BE49-F238E27FC236}">
                <a16:creationId xmlns:a16="http://schemas.microsoft.com/office/drawing/2014/main" id="{0D96922E-C31B-487F-AC7B-976282F54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8270" y="1635125"/>
            <a:ext cx="4386391" cy="3135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88808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Алгоритм </a:t>
            </a:r>
            <a:r>
              <a:rPr lang="ru-RU" dirty="0" err="1"/>
              <a:t>Дейкстры</a:t>
            </a:r>
            <a:r>
              <a:rPr lang="ru-RU" dirty="0"/>
              <a:t>. Пример (3)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46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06120" y="4953000"/>
            <a:ext cx="9359999" cy="1773238"/>
          </a:xfrm>
        </p:spPr>
        <p:txBody>
          <a:bodyPr>
            <a:normAutofit/>
          </a:bodyPr>
          <a:lstStyle/>
          <a:p>
            <a:r>
              <a:rPr lang="ru-RU" dirty="0"/>
              <a:t>Если все смежные с </a:t>
            </a:r>
            <a:r>
              <a:rPr lang="en-US" dirty="0"/>
              <a:t>v1</a:t>
            </a:r>
            <a:r>
              <a:rPr lang="ru-RU" dirty="0"/>
              <a:t> вершины посещены, переходим к ближайшей </a:t>
            </a:r>
            <a:r>
              <a:rPr lang="ru-RU" dirty="0" err="1"/>
              <a:t>непосещенной</a:t>
            </a:r>
            <a:r>
              <a:rPr lang="ru-RU" dirty="0"/>
              <a:t> вершине с наименьшим весом – </a:t>
            </a:r>
            <a:r>
              <a:rPr lang="en-US" dirty="0"/>
              <a:t>v2</a:t>
            </a:r>
          </a:p>
          <a:p>
            <a:r>
              <a:rPr lang="ru-RU" dirty="0"/>
              <a:t>Повторяем шаг (2) для этой вершины. Если суммарный вес ребер для смежной вершины будет меньше ранее присвоенного, то </a:t>
            </a:r>
            <a:r>
              <a:rPr lang="ru-RU" dirty="0" err="1"/>
              <a:t>переприсваиваем</a:t>
            </a:r>
            <a:r>
              <a:rPr lang="ru-RU" dirty="0"/>
              <a:t> его. Для вершины </a:t>
            </a:r>
            <a:r>
              <a:rPr lang="en-US" dirty="0"/>
              <a:t>v2</a:t>
            </a:r>
            <a:r>
              <a:rPr lang="ru-RU" dirty="0"/>
              <a:t> такой является только </a:t>
            </a:r>
            <a:r>
              <a:rPr lang="en-US" dirty="0"/>
              <a:t>v4</a:t>
            </a:r>
          </a:p>
        </p:txBody>
      </p:sp>
      <p:pic>
        <p:nvPicPr>
          <p:cNvPr id="3074" name="Picture 2" descr="Шаг 2">
            <a:extLst>
              <a:ext uri="{FF2B5EF4-FFF2-40B4-BE49-F238E27FC236}">
                <a16:creationId xmlns:a16="http://schemas.microsoft.com/office/drawing/2014/main" id="{9376D3B8-C3BE-445E-9D8B-F7C3D5560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0758" y="1637824"/>
            <a:ext cx="4485322" cy="321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2843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Алгоритм </a:t>
            </a:r>
            <a:r>
              <a:rPr lang="ru-RU" dirty="0" err="1"/>
              <a:t>Дейкстры</a:t>
            </a:r>
            <a:r>
              <a:rPr lang="ru-RU" dirty="0"/>
              <a:t>. Пример (3)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47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01675" y="5274397"/>
            <a:ext cx="9355138" cy="677862"/>
          </a:xfrm>
        </p:spPr>
        <p:txBody>
          <a:bodyPr>
            <a:normAutofit/>
          </a:bodyPr>
          <a:lstStyle/>
          <a:p>
            <a:r>
              <a:rPr lang="ru-RU" dirty="0"/>
              <a:t>Для вершины </a:t>
            </a:r>
            <a:r>
              <a:rPr lang="en-US" dirty="0"/>
              <a:t>v</a:t>
            </a:r>
            <a:r>
              <a:rPr lang="ru-RU" dirty="0"/>
              <a:t>3 вес будет </a:t>
            </a:r>
            <a:r>
              <a:rPr lang="ru-RU" dirty="0" err="1"/>
              <a:t>переприсвоен</a:t>
            </a:r>
            <a:r>
              <a:rPr lang="ru-RU" dirty="0"/>
              <a:t> через путь </a:t>
            </a:r>
            <a:r>
              <a:rPr lang="en-US" dirty="0"/>
              <a:t>v1-v3 = </a:t>
            </a:r>
            <a:r>
              <a:rPr lang="ru-RU" dirty="0"/>
              <a:t>9</a:t>
            </a:r>
            <a:endParaRPr lang="en-US" dirty="0"/>
          </a:p>
        </p:txBody>
      </p:sp>
      <p:pic>
        <p:nvPicPr>
          <p:cNvPr id="4098" name="Picture 2" descr="Шаг 3">
            <a:extLst>
              <a:ext uri="{FF2B5EF4-FFF2-40B4-BE49-F238E27FC236}">
                <a16:creationId xmlns:a16="http://schemas.microsoft.com/office/drawing/2014/main" id="{20A44071-0F99-446D-9C1D-8A9C5A821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8862" y="1635125"/>
            <a:ext cx="4400763" cy="3146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8948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Алгоритм </a:t>
            </a:r>
            <a:r>
              <a:rPr lang="ru-RU" dirty="0" err="1"/>
              <a:t>Дейкстры</a:t>
            </a:r>
            <a:r>
              <a:rPr lang="ru-RU" dirty="0"/>
              <a:t>. Пример (</a:t>
            </a:r>
            <a:r>
              <a:rPr lang="en-US" dirty="0"/>
              <a:t>4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48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06120" y="5473700"/>
            <a:ext cx="9360000" cy="476250"/>
          </a:xfrm>
        </p:spPr>
        <p:txBody>
          <a:bodyPr>
            <a:normAutofit/>
          </a:bodyPr>
          <a:lstStyle/>
          <a:p>
            <a:r>
              <a:rPr lang="ru-RU" dirty="0"/>
              <a:t>Для вершины </a:t>
            </a:r>
            <a:r>
              <a:rPr lang="en-US" dirty="0"/>
              <a:t>v6</a:t>
            </a:r>
            <a:r>
              <a:rPr lang="ru-RU" dirty="0"/>
              <a:t> вес будет </a:t>
            </a:r>
            <a:r>
              <a:rPr lang="ru-RU" dirty="0" err="1"/>
              <a:t>переприсвоен</a:t>
            </a:r>
            <a:r>
              <a:rPr lang="ru-RU" dirty="0"/>
              <a:t> через путь </a:t>
            </a:r>
            <a:r>
              <a:rPr lang="en-US" dirty="0"/>
              <a:t>v1-v3-v6 = 11</a:t>
            </a:r>
          </a:p>
        </p:txBody>
      </p:sp>
      <p:pic>
        <p:nvPicPr>
          <p:cNvPr id="5122" name="Picture 2" descr="Шаг 6">
            <a:extLst>
              <a:ext uri="{FF2B5EF4-FFF2-40B4-BE49-F238E27FC236}">
                <a16:creationId xmlns:a16="http://schemas.microsoft.com/office/drawing/2014/main" id="{C15FA2DC-749C-411B-AC57-E9C72CF0F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6045" y="1635125"/>
            <a:ext cx="5047450" cy="3608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873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365124"/>
            <a:ext cx="9360000" cy="1008604"/>
          </a:xfrm>
        </p:spPr>
        <p:txBody>
          <a:bodyPr>
            <a:normAutofit/>
          </a:bodyPr>
          <a:lstStyle/>
          <a:p>
            <a:r>
              <a:rPr lang="ru-RU" dirty="0"/>
              <a:t>Задача</a:t>
            </a:r>
            <a:r>
              <a:rPr lang="en-US" dirty="0"/>
              <a:t> 20-25 </a:t>
            </a:r>
            <a:r>
              <a:rPr lang="ru-RU" dirty="0"/>
              <a:t>мин.= 15-20</a:t>
            </a:r>
            <a:r>
              <a:rPr lang="en-US" dirty="0"/>
              <a:t> – 15-35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49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06120" y="4926839"/>
            <a:ext cx="4641850" cy="747712"/>
          </a:xfrm>
        </p:spPr>
        <p:txBody>
          <a:bodyPr>
            <a:normAutofit/>
          </a:bodyPr>
          <a:lstStyle/>
          <a:p>
            <a:r>
              <a:rPr lang="ru-RU" dirty="0"/>
              <a:t>Найти кратчайший путь из вершины 1 в вершину 4</a:t>
            </a:r>
            <a:endParaRPr lang="en-US" dirty="0"/>
          </a:p>
        </p:txBody>
      </p:sp>
      <p:pic>
        <p:nvPicPr>
          <p:cNvPr id="7170" name="Picture 2" descr="image">
            <a:extLst>
              <a:ext uri="{FF2B5EF4-FFF2-40B4-BE49-F238E27FC236}">
                <a16:creationId xmlns:a16="http://schemas.microsoft.com/office/drawing/2014/main" id="{07FC6E4C-C383-48AE-B632-DA295B433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1625124"/>
            <a:ext cx="3267575" cy="326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14EB46-F72B-416B-8396-8A61F792BBD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8636"/>
          <a:stretch/>
        </p:blipFill>
        <p:spPr>
          <a:xfrm>
            <a:off x="4825822" y="1966124"/>
            <a:ext cx="5458537" cy="196243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70CB27D-101C-44E6-B35D-68D9794C42EB}"/>
              </a:ext>
            </a:extLst>
          </p:cNvPr>
          <p:cNvSpPr txBox="1">
            <a:spLocks/>
          </p:cNvSpPr>
          <p:nvPr/>
        </p:nvSpPr>
        <p:spPr>
          <a:xfrm>
            <a:off x="5507613" y="4053840"/>
            <a:ext cx="4641850" cy="747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8775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30000"/>
              <a:buFontTx/>
              <a:buBlip>
                <a:blip r:embed="rId5"/>
              </a:buBlip>
              <a:defRPr lang="ru-RU" sz="2000" b="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2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30000"/>
              <a:buFontTx/>
              <a:buBlip>
                <a:blip r:embed="rId5"/>
              </a:buBlip>
              <a:defRPr lang="ru-RU" sz="16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080000" indent="-3600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30000"/>
              <a:buFontTx/>
              <a:buBlip>
                <a:blip r:embed="rId5"/>
              </a:buBlip>
              <a:defRPr lang="ru-RU" sz="14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440000" indent="-3600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30000"/>
              <a:buFontTx/>
              <a:buBlip>
                <a:blip r:embed="rId5"/>
              </a:buBlip>
              <a:defRPr lang="ru-RU" sz="14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00000" indent="-3600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30000"/>
              <a:buFontTx/>
              <a:buBlip>
                <a:blip r:embed="rId5"/>
              </a:buBlip>
              <a:defRPr lang="ru-RU" sz="14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Найти кратчайший путь из вершины С в вершину F</a:t>
            </a:r>
          </a:p>
        </p:txBody>
      </p:sp>
    </p:spTree>
    <p:extLst>
      <p:ext uri="{BB962C8B-B14F-4D97-AF65-F5344CB8AC3E}">
        <p14:creationId xmlns:p14="http://schemas.microsoft.com/office/powerpoint/2010/main" val="22586136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64D2711E-C1FD-4DFA-90DA-F1439AB10068}"/>
              </a:ext>
            </a:extLst>
          </p:cNvPr>
          <p:cNvSpPr/>
          <p:nvPr/>
        </p:nvSpPr>
        <p:spPr>
          <a:xfrm>
            <a:off x="6161905" y="2811162"/>
            <a:ext cx="230659" cy="2800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40AA48-4C98-4163-9997-BD3A23764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Дополнительно. А*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C9E66-42E1-40F0-ABDC-0205A9B16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50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B3978-E181-40F1-B814-F5FF5BCC7DF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95324" y="4253737"/>
            <a:ext cx="9370795" cy="2192766"/>
          </a:xfrm>
        </p:spPr>
        <p:txBody>
          <a:bodyPr>
            <a:normAutofit/>
          </a:bodyPr>
          <a:lstStyle/>
          <a:p>
            <a:r>
              <a:rPr lang="ru-RU" sz="1800" dirty="0"/>
              <a:t>Шаги 1-2 аналогичны </a:t>
            </a:r>
            <a:r>
              <a:rPr lang="ru-RU" sz="1800" dirty="0" err="1"/>
              <a:t>Дейкстре</a:t>
            </a:r>
            <a:endParaRPr lang="ru-RU" sz="1800" dirty="0"/>
          </a:p>
          <a:p>
            <a:r>
              <a:rPr lang="ru-RU" sz="1800" dirty="0"/>
              <a:t>Шаг 3: ищем вершины, инцидентные вершине с минимальным весом (2)</a:t>
            </a:r>
          </a:p>
          <a:p>
            <a:pPr lvl="1"/>
            <a:r>
              <a:rPr lang="ru-RU" dirty="0"/>
              <a:t>(3)=9; (4)=22</a:t>
            </a:r>
          </a:p>
          <a:p>
            <a:r>
              <a:rPr lang="ru-RU" sz="1800" dirty="0"/>
              <a:t>Шаг 4. Наименьший вес у (3)</a:t>
            </a:r>
          </a:p>
          <a:p>
            <a:pPr lvl="1"/>
            <a:r>
              <a:rPr lang="ru-RU" dirty="0"/>
              <a:t>(6)=11; (4)=20</a:t>
            </a:r>
          </a:p>
          <a:p>
            <a:r>
              <a:rPr lang="ru-RU" sz="1800" dirty="0"/>
              <a:t>Шаг 5. Наименьший вес из оставшихся у (6). (5)=20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A9E22D-D9B0-4A9C-A36F-D68CEC651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754" y="1637841"/>
            <a:ext cx="3001404" cy="21491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7E5461-5597-4B44-8276-FE3479AEC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601" y="1559980"/>
            <a:ext cx="3001404" cy="2149103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394CDFB6-989F-403E-9930-08251E3E3E1F}"/>
              </a:ext>
            </a:extLst>
          </p:cNvPr>
          <p:cNvSpPr/>
          <p:nvPr/>
        </p:nvSpPr>
        <p:spPr>
          <a:xfrm>
            <a:off x="7434651" y="2539111"/>
            <a:ext cx="230659" cy="2800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B28BC3-D421-4AE3-9BC0-C369685A390C}"/>
              </a:ext>
            </a:extLst>
          </p:cNvPr>
          <p:cNvSpPr txBox="1"/>
          <p:nvPr/>
        </p:nvSpPr>
        <p:spPr>
          <a:xfrm>
            <a:off x="7665310" y="2045592"/>
            <a:ext cx="523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A5C513-9AD7-4951-AC51-C93A8D213D27}"/>
              </a:ext>
            </a:extLst>
          </p:cNvPr>
          <p:cNvSpPr txBox="1"/>
          <p:nvPr/>
        </p:nvSpPr>
        <p:spPr>
          <a:xfrm>
            <a:off x="4889158" y="1985112"/>
            <a:ext cx="523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81E573-207B-801E-842C-6277FBB43213}"/>
              </a:ext>
            </a:extLst>
          </p:cNvPr>
          <p:cNvSpPr txBox="1"/>
          <p:nvPr/>
        </p:nvSpPr>
        <p:spPr>
          <a:xfrm>
            <a:off x="6130846" y="1262151"/>
            <a:ext cx="523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6846132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Алгоритм </a:t>
            </a:r>
            <a:r>
              <a:rPr lang="ru-RU" dirty="0" err="1"/>
              <a:t>Дейкстры</a:t>
            </a:r>
            <a:r>
              <a:rPr lang="ru-RU" dirty="0"/>
              <a:t>. </a:t>
            </a:r>
            <a:br>
              <a:rPr lang="en-US" dirty="0"/>
            </a:br>
            <a:r>
              <a:rPr lang="ru-RU" dirty="0"/>
              <a:t>Пример</a:t>
            </a:r>
            <a:r>
              <a:rPr lang="en-US" dirty="0"/>
              <a:t> </a:t>
            </a:r>
            <a:r>
              <a:rPr lang="ru-RU" dirty="0"/>
              <a:t>программной реализации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51</a:t>
            </a:fld>
            <a:endParaRPr lang="ru-RU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2CADB57-0007-4065-B569-EFA0A42BAF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817396"/>
              </p:ext>
            </p:extLst>
          </p:nvPr>
        </p:nvGraphicFramePr>
        <p:xfrm>
          <a:off x="1442771" y="1989138"/>
          <a:ext cx="7886697" cy="2970777"/>
        </p:xfrm>
        <a:graphic>
          <a:graphicData uri="http://schemas.openxmlformats.org/drawingml/2006/table">
            <a:tbl>
              <a:tblPr/>
              <a:tblGrid>
                <a:gridCol w="1126671">
                  <a:extLst>
                    <a:ext uri="{9D8B030D-6E8A-4147-A177-3AD203B41FA5}">
                      <a16:colId xmlns:a16="http://schemas.microsoft.com/office/drawing/2014/main" val="3711567216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1581257894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2069811644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2816461242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3714372345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213937077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3315536868"/>
                    </a:ext>
                  </a:extLst>
                </a:gridCol>
              </a:tblGrid>
              <a:tr h="668523">
                <a:tc>
                  <a:txBody>
                    <a:bodyPr/>
                    <a:lstStyle/>
                    <a:p>
                      <a:pPr algn="ctr" fontAlgn="ctr"/>
                      <a:endParaRPr lang="en-US" sz="1600" b="1" dirty="0">
                        <a:solidFill>
                          <a:srgbClr val="800000"/>
                        </a:solidFill>
                        <a:effectLst/>
                      </a:endParaRP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BB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dirty="0">
                          <a:solidFill>
                            <a:srgbClr val="800000"/>
                          </a:solidFill>
                          <a:effectLst/>
                        </a:rPr>
                        <a:t>1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BB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dirty="0">
                          <a:solidFill>
                            <a:srgbClr val="800000"/>
                          </a:solidFill>
                          <a:effectLst/>
                        </a:rPr>
                        <a:t>2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BB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dirty="0">
                          <a:solidFill>
                            <a:srgbClr val="800000"/>
                          </a:solidFill>
                          <a:effectLst/>
                        </a:rPr>
                        <a:t>3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BB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dirty="0">
                          <a:solidFill>
                            <a:srgbClr val="800000"/>
                          </a:solidFill>
                          <a:effectLst/>
                        </a:rPr>
                        <a:t>4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BB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dirty="0">
                          <a:solidFill>
                            <a:srgbClr val="800000"/>
                          </a:solidFill>
                          <a:effectLst/>
                        </a:rPr>
                        <a:t>5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BB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dirty="0">
                          <a:solidFill>
                            <a:srgbClr val="800000"/>
                          </a:solidFill>
                          <a:effectLst/>
                        </a:rPr>
                        <a:t>6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8161613"/>
                  </a:ext>
                </a:extLst>
              </a:tr>
              <a:tr h="3837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dirty="0">
                          <a:solidFill>
                            <a:srgbClr val="800000"/>
                          </a:solidFill>
                          <a:effectLst/>
                        </a:rPr>
                        <a:t>1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BB99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7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9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14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980601"/>
                  </a:ext>
                </a:extLst>
              </a:tr>
              <a:tr h="3837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dirty="0">
                          <a:solidFill>
                            <a:srgbClr val="800000"/>
                          </a:solidFill>
                          <a:effectLst/>
                        </a:rPr>
                        <a:t>2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BB99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7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10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15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981481"/>
                  </a:ext>
                </a:extLst>
              </a:tr>
              <a:tr h="3837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dirty="0">
                          <a:solidFill>
                            <a:srgbClr val="800000"/>
                          </a:solidFill>
                          <a:effectLst/>
                        </a:rPr>
                        <a:t>3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BB99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9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10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1</a:t>
                      </a:r>
                      <a:r>
                        <a:rPr lang="ru-RU" sz="1600" dirty="0">
                          <a:effectLst/>
                        </a:rPr>
                        <a:t>0</a:t>
                      </a:r>
                      <a:endParaRPr lang="en-US" sz="1600" dirty="0">
                        <a:effectLst/>
                      </a:endParaRP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2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155963"/>
                  </a:ext>
                </a:extLst>
              </a:tr>
              <a:tr h="3837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>
                          <a:solidFill>
                            <a:srgbClr val="800000"/>
                          </a:solidFill>
                          <a:effectLst/>
                        </a:rPr>
                        <a:t>4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BB99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15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11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6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071568"/>
                  </a:ext>
                </a:extLst>
              </a:tr>
              <a:tr h="3837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>
                          <a:solidFill>
                            <a:srgbClr val="800000"/>
                          </a:solidFill>
                          <a:effectLst/>
                        </a:rPr>
                        <a:t>5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BB99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6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9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386469"/>
                  </a:ext>
                </a:extLst>
              </a:tr>
              <a:tr h="3837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>
                          <a:solidFill>
                            <a:srgbClr val="800000"/>
                          </a:solidFill>
                          <a:effectLst/>
                        </a:rPr>
                        <a:t>6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BB99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14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2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9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90659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03CC27B-6644-49C4-8B6C-89CAF3B1CD30}"/>
              </a:ext>
            </a:extLst>
          </p:cNvPr>
          <p:cNvSpPr txBox="1"/>
          <p:nvPr/>
        </p:nvSpPr>
        <p:spPr>
          <a:xfrm>
            <a:off x="1442771" y="5323929"/>
            <a:ext cx="5267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Пример кода в файле «</a:t>
            </a:r>
            <a:r>
              <a:rPr lang="ru-RU" dirty="0" err="1"/>
              <a:t>АлгоритмДейкстрыС</a:t>
            </a:r>
            <a:r>
              <a:rPr lang="ru-RU" dirty="0"/>
              <a:t>++»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1905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C0FD82-CEC5-ADAD-6361-49AE9B711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365124"/>
            <a:ext cx="9360000" cy="1174918"/>
          </a:xfrm>
        </p:spPr>
        <p:txBody>
          <a:bodyPr/>
          <a:lstStyle/>
          <a:p>
            <a:r>
              <a:rPr lang="ru-RU" dirty="0"/>
              <a:t>Применить частичный алгоритм А* для графа путь из В </a:t>
            </a:r>
            <a:r>
              <a:rPr lang="ru-RU" dirty="0" err="1"/>
              <a:t>в</a:t>
            </a:r>
            <a:r>
              <a:rPr lang="ru-RU" dirty="0"/>
              <a:t> Е = 16-05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ED23BA9-35A2-DF68-9180-E1E4AAAB3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CABD1-9010-4322-9305-0AF1AA8E7C96}" type="slidenum">
              <a:rPr lang="ru-RU" smtClean="0"/>
              <a:t>52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3D83D95-303A-F4CE-A7E4-2D28CC7E3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246" y="2663156"/>
            <a:ext cx="5456393" cy="195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3339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55338-716D-4030-B02A-97BCD6DFF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частных прикладных задач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1CAD7-7502-4DEE-A0A3-52BFDE3AA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53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9BF4D-0514-4E0E-9146-00B9A4A1EDE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dirty="0"/>
              <a:t>Задача коммивояжера/ранца</a:t>
            </a:r>
          </a:p>
          <a:p>
            <a:r>
              <a:rPr lang="ru-RU" dirty="0"/>
              <a:t>Задача поиска в социальных сетях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8247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55338-716D-4030-B02A-97BCD6DFF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365124"/>
            <a:ext cx="9360000" cy="773865"/>
          </a:xfrm>
        </p:spPr>
        <p:txBody>
          <a:bodyPr/>
          <a:lstStyle/>
          <a:p>
            <a:r>
              <a:rPr lang="ru-RU" dirty="0"/>
              <a:t>Задача коммивояжера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1CAD7-7502-4DEE-A0A3-52BFDE3AA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54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9BF4D-0514-4E0E-9146-00B9A4A1ED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1647098"/>
            <a:ext cx="9360000" cy="3960812"/>
          </a:xfrm>
        </p:spPr>
        <p:txBody>
          <a:bodyPr>
            <a:normAutofit lnSpcReduction="10000"/>
          </a:bodyPr>
          <a:lstStyle/>
          <a:p>
            <a:r>
              <a:rPr lang="ru-RU" dirty="0" err="1"/>
              <a:t>Eсть</a:t>
            </a:r>
            <a:r>
              <a:rPr lang="ru-RU" dirty="0"/>
              <a:t> N городов, соединённых между собой дорогами. Необходимо проложить между ними кратчайший замкнутый маршрут, проходящий через каждый город только один раз.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Симметричная проблема коммивояжёра (TSP = </a:t>
            </a:r>
            <a:r>
              <a:rPr lang="ru-RU" dirty="0" err="1"/>
              <a:t>traveling</a:t>
            </a:r>
            <a:r>
              <a:rPr lang="ru-RU" dirty="0"/>
              <a:t> </a:t>
            </a:r>
            <a:r>
              <a:rPr lang="ru-RU" dirty="0" err="1"/>
              <a:t>salesman</a:t>
            </a:r>
            <a:r>
              <a:rPr lang="ru-RU" dirty="0"/>
              <a:t> </a:t>
            </a:r>
            <a:r>
              <a:rPr lang="ru-RU" dirty="0" err="1"/>
              <a:t>problem</a:t>
            </a:r>
            <a:r>
              <a:rPr lang="ru-RU" dirty="0"/>
              <a:t>) в которой расстояния заданы между любыми двумя городами и матрица расстояний симметрична: </a:t>
            </a:r>
            <a:r>
              <a:rPr lang="ru-RU" dirty="0" err="1"/>
              <a:t>Dji</a:t>
            </a:r>
            <a:r>
              <a:rPr lang="ru-RU" dirty="0"/>
              <a:t> = </a:t>
            </a:r>
            <a:r>
              <a:rPr lang="ru-RU" dirty="0" err="1"/>
              <a:t>Dij</a:t>
            </a:r>
            <a:r>
              <a:rPr lang="ru-RU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Асимметричная проблема коммивояжёра (ATSP) допускает несимметричность матрицы </a:t>
            </a:r>
            <a:r>
              <a:rPr lang="ru-RU" dirty="0" err="1"/>
              <a:t>Dji</a:t>
            </a:r>
            <a:r>
              <a:rPr lang="ru-RU" dirty="0"/>
              <a:t> ≠ </a:t>
            </a:r>
            <a:r>
              <a:rPr lang="ru-RU" dirty="0" err="1"/>
              <a:t>Dij</a:t>
            </a:r>
            <a:r>
              <a:rPr lang="ru-RU" dirty="0"/>
              <a:t>. В ещё более общем случае, пути между некоторыми городами могут отсутствовать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Задача с частичным упорядочиванием (SOP = </a:t>
            </a:r>
            <a:r>
              <a:rPr lang="ru-RU" dirty="0" err="1"/>
              <a:t>sequential</a:t>
            </a:r>
            <a:r>
              <a:rPr lang="ru-RU" dirty="0"/>
              <a:t> </a:t>
            </a:r>
            <a:r>
              <a:rPr lang="ru-RU" dirty="0" err="1"/>
              <a:t>ordering</a:t>
            </a:r>
            <a:r>
              <a:rPr lang="ru-RU" dirty="0"/>
              <a:t> </a:t>
            </a:r>
            <a:r>
              <a:rPr lang="ru-RU" dirty="0" err="1"/>
              <a:t>problem</a:t>
            </a:r>
            <a:r>
              <a:rPr lang="ru-RU" dirty="0"/>
              <a:t>) требующая, чтобы определённый город i был посещён до города j (таких условий может быть несколько).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Поиск цикла Гамильтона (HCP = </a:t>
            </a:r>
            <a:r>
              <a:rPr lang="ru-RU" dirty="0" err="1"/>
              <a:t>нamiltonian</a:t>
            </a:r>
            <a:r>
              <a:rPr lang="ru-RU" dirty="0"/>
              <a:t> </a:t>
            </a:r>
            <a:r>
              <a:rPr lang="ru-RU" dirty="0" err="1"/>
              <a:t>cycle</a:t>
            </a:r>
            <a:r>
              <a:rPr lang="ru-RU" dirty="0"/>
              <a:t> </a:t>
            </a:r>
            <a:r>
              <a:rPr lang="ru-RU" dirty="0" err="1"/>
              <a:t>problem</a:t>
            </a:r>
            <a:r>
              <a:rPr lang="ru-RU" dirty="0"/>
              <a:t>) - обнаружение в произвольном графе замкнутых путей, проходящих через каждую вершину в точности один раз.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2397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55338-716D-4030-B02A-97BCD6DFF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365124"/>
            <a:ext cx="3761606" cy="701676"/>
          </a:xfrm>
        </p:spPr>
        <p:txBody>
          <a:bodyPr anchor="ctr">
            <a:normAutofit/>
          </a:bodyPr>
          <a:lstStyle/>
          <a:p>
            <a:r>
              <a:rPr lang="ru-RU" dirty="0"/>
              <a:t>Задача о ранце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1CAD7-7502-4DEE-A0A3-52BFDE3AA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519AFA1-E01F-4869-9A2C-AE6B64FF5724}" type="slidenum">
              <a:rPr lang="ru-RU" smtClean="0"/>
              <a:pPr>
                <a:spcAft>
                  <a:spcPts val="600"/>
                </a:spcAft>
              </a:pPr>
              <a:t>55</a:t>
            </a:fld>
            <a:endParaRPr lang="ru-RU"/>
          </a:p>
        </p:txBody>
      </p:sp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164ED9DF-6818-4BA3-A462-64C8F4707D00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489075" y="1628775"/>
            <a:ext cx="2281238" cy="4603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b="1" dirty="0">
                <a:solidFill>
                  <a:schemeClr val="accent2"/>
                </a:solidFill>
              </a:rPr>
              <a:t>Условие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9BF4D-0514-4E0E-9146-00B9A4A1EDE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95325" y="2223924"/>
            <a:ext cx="3868738" cy="3726026"/>
          </a:xfrm>
        </p:spPr>
        <p:txBody>
          <a:bodyPr>
            <a:normAutofit fontScale="92500"/>
          </a:bodyPr>
          <a:lstStyle/>
          <a:p>
            <a:r>
              <a:rPr lang="ru-RU" dirty="0"/>
              <a:t>Вор пробрался на склад, в котором хранятся три вещи весом 10 кг, 20 кг и 30 кг и стоимостью 60, 100 и 120 деревянных вечнозеленых </a:t>
            </a:r>
            <a:r>
              <a:rPr lang="ru-RU" dirty="0" err="1"/>
              <a:t>нанорублей</a:t>
            </a:r>
            <a:r>
              <a:rPr lang="ru-RU" dirty="0"/>
              <a:t> соответственно. Вор максимум может унести 50 кг. Он хочет унести вещей на максимальную сумму</a:t>
            </a:r>
          </a:p>
          <a:p>
            <a:r>
              <a:rPr lang="ru-RU" dirty="0"/>
              <a:t>Условие: Отбор вещей производится последовательно</a:t>
            </a:r>
            <a:endParaRPr lang="en-US" dirty="0"/>
          </a:p>
        </p:txBody>
      </p:sp>
      <p:sp>
        <p:nvSpPr>
          <p:cNvPr id="73" name="Text Placeholder 4">
            <a:extLst>
              <a:ext uri="{FF2B5EF4-FFF2-40B4-BE49-F238E27FC236}">
                <a16:creationId xmlns:a16="http://schemas.microsoft.com/office/drawing/2014/main" id="{D58AF8EC-DF46-469B-809E-1C9257ECE32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767388" y="1628775"/>
            <a:ext cx="4289425" cy="461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b="1" dirty="0">
                <a:solidFill>
                  <a:schemeClr val="accent2"/>
                </a:solidFill>
              </a:rPr>
              <a:t>Дерево перебора решений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995D1D-B55F-4E8D-98BB-574C850CD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68404" y="2223924"/>
            <a:ext cx="3887391" cy="2721174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5616948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55338-716D-4030-B02A-97BCD6DFF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365124"/>
            <a:ext cx="9360000" cy="581360"/>
          </a:xfrm>
        </p:spPr>
        <p:txBody>
          <a:bodyPr>
            <a:normAutofit/>
          </a:bodyPr>
          <a:lstStyle/>
          <a:p>
            <a:r>
              <a:rPr lang="ru-RU" dirty="0"/>
              <a:t>Алгоритмы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1CAD7-7502-4DEE-A0A3-52BFDE3AA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56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9BF4D-0514-4E0E-9146-00B9A4A1ED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1058779"/>
            <a:ext cx="9360000" cy="5621421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1. </a:t>
            </a:r>
            <a:r>
              <a:rPr lang="ru-RU" b="1" dirty="0"/>
              <a:t>Точные методы </a:t>
            </a:r>
            <a:r>
              <a:rPr lang="ru-RU" dirty="0"/>
              <a:t>не только находят некоторое решение, но и при окончании своей работы доказывают, что это решение - наилучшее. </a:t>
            </a:r>
          </a:p>
          <a:p>
            <a:pPr lvl="1"/>
            <a:r>
              <a:rPr lang="ru-RU" sz="1700" b="1" dirty="0"/>
              <a:t>Полный перебор </a:t>
            </a:r>
            <a:r>
              <a:rPr lang="ru-RU" sz="1700" dirty="0"/>
              <a:t>перестановок N-1 чисел (стартовый город фиксирован). </a:t>
            </a:r>
            <a:r>
              <a:rPr lang="en-US" sz="1700" u="sng" dirty="0"/>
              <a:t>(n-1)!</a:t>
            </a:r>
            <a:r>
              <a:rPr lang="ru-RU" sz="1700" u="sng" dirty="0"/>
              <a:t> Вариантов</a:t>
            </a:r>
            <a:endParaRPr lang="en-US" sz="1700" u="sng" dirty="0"/>
          </a:p>
          <a:p>
            <a:pPr lvl="2"/>
            <a:r>
              <a:rPr lang="en-US" u="sng" dirty="0"/>
              <a:t>N!=N*N-1*N-2*…*2*1</a:t>
            </a:r>
            <a:endParaRPr lang="ru-RU" u="sng" dirty="0"/>
          </a:p>
          <a:p>
            <a:pPr lvl="1"/>
            <a:r>
              <a:rPr lang="ru-RU" sz="1700" b="1" dirty="0"/>
              <a:t>Направленный поиск с возвратами </a:t>
            </a:r>
            <a:r>
              <a:rPr lang="ru-RU" sz="1700" dirty="0"/>
              <a:t>- перебор вариантов "вокруг" некоторого решения с отсечением путей, имеющих длину большую, чем лучший к текущему моменту путь.</a:t>
            </a:r>
          </a:p>
          <a:p>
            <a:r>
              <a:rPr lang="ru-RU" dirty="0"/>
              <a:t>2. </a:t>
            </a:r>
            <a:r>
              <a:rPr lang="ru-RU" b="1" dirty="0"/>
              <a:t>Эвристические методы</a:t>
            </a:r>
            <a:r>
              <a:rPr lang="ru-RU" dirty="0"/>
              <a:t>, обычно, существенно быстрее точных, однако они не гарантируют оптимальности найденного решения. Результат их комбинации может далее использоваться как первое приближение</a:t>
            </a:r>
          </a:p>
          <a:p>
            <a:pPr lvl="1"/>
            <a:r>
              <a:rPr lang="ru-RU" sz="1700" b="1" dirty="0"/>
              <a:t>Жадный алгоритм </a:t>
            </a:r>
            <a:r>
              <a:rPr lang="ru-RU" sz="1700" dirty="0"/>
              <a:t>при выборе очередного города берёт ближайший не посещённый до этого город.</a:t>
            </a:r>
          </a:p>
          <a:p>
            <a:pPr lvl="1"/>
            <a:r>
              <a:rPr lang="ru-RU" sz="1700" b="1" dirty="0"/>
              <a:t>Метод ветвей и границ </a:t>
            </a:r>
            <a:r>
              <a:rPr lang="en-US" sz="1700" b="1" dirty="0"/>
              <a:t>(</a:t>
            </a:r>
            <a:r>
              <a:rPr lang="ru-RU" sz="1700" b="1" dirty="0"/>
              <a:t>Литтла) </a:t>
            </a:r>
            <a:r>
              <a:rPr lang="ru-RU" sz="1700" dirty="0"/>
              <a:t>- наиболее эффективный из известных метод отсечения "неперспективных" узлов, за счёт анализа матрицы расстояний. При поиске оптимального решения строится бинарное дерево (в каждом узле порождаются 2 ветви: коммивояжёр идёт в некоторый город или не идёт в него).</a:t>
            </a:r>
          </a:p>
          <a:p>
            <a:pPr lvl="1"/>
            <a:r>
              <a:rPr lang="ru-RU" sz="1700" b="1" dirty="0"/>
              <a:t>Метод шнурка </a:t>
            </a:r>
            <a:r>
              <a:rPr lang="ru-RU" sz="1700" dirty="0"/>
              <a:t>- геометрическая вариация жадного алгоритма, в которой города охватываются замкнутым контуром. Он постепенно растягивается, стараясь пройти через все вершины, минимальным образов увеличив свою длину.</a:t>
            </a:r>
          </a:p>
          <a:p>
            <a:pPr lvl="1"/>
            <a:r>
              <a:rPr lang="ru-RU" sz="1700" b="1" dirty="0"/>
              <a:t>Скользящий перебор </a:t>
            </a:r>
            <a:r>
              <a:rPr lang="ru-RU" sz="1700" dirty="0"/>
              <a:t>переставляет местами вершины из небольшой части пути. Затем такое "окно перебора" скользит вдоль всего пути. Метод имеет различные вариации и оказывается эффективным способом улучшения решения, найденного эвристическими методами.</a:t>
            </a:r>
          </a:p>
          <a:p>
            <a:r>
              <a:rPr lang="ru-RU" dirty="0"/>
              <a:t>3. </a:t>
            </a:r>
            <a:r>
              <a:rPr lang="ru-RU" b="1" dirty="0"/>
              <a:t>Вероятностные методы </a:t>
            </a:r>
            <a:r>
              <a:rPr lang="ru-RU" dirty="0"/>
              <a:t>фактически ни когда не останавливаются, совершая случайные изменения пути, в ожидании получения более короткого. Из этого класса методов отметим:</a:t>
            </a:r>
          </a:p>
          <a:p>
            <a:pPr lvl="1"/>
            <a:r>
              <a:rPr lang="ru-RU" sz="1700" b="1" dirty="0"/>
              <a:t>Метод отжига </a:t>
            </a:r>
            <a:r>
              <a:rPr lang="ru-RU" sz="1700" dirty="0"/>
              <a:t>в котором происходят перестановки городов с постепенно "затухающей" интенсивностью. При этом постоянно сохраняется наилучшее найденное решение.</a:t>
            </a:r>
          </a:p>
          <a:p>
            <a:pPr lvl="1"/>
            <a:r>
              <a:rPr lang="ru-RU" sz="1700" b="1" dirty="0"/>
              <a:t>Генетический алгоритм </a:t>
            </a:r>
            <a:r>
              <a:rPr lang="ru-RU" sz="1700" dirty="0"/>
              <a:t>- вариант, при котором создаётся большое количество различных путей. Они постоянно "мутируют" и "скрещиваются" друг с другом, обмениваясь отдельным участками.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912598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2D1675-E924-4373-A927-9DDD48D4274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010000" y="104400"/>
            <a:ext cx="4343400" cy="720000"/>
          </a:xfrm>
        </p:spPr>
        <p:txBody>
          <a:bodyPr/>
          <a:lstStyle/>
          <a:p>
            <a:r>
              <a:rPr lang="ru-RU" dirty="0"/>
              <a:t>Генетический алгоритм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10249CB4-185E-4F74-A6FE-E54DCB038C95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2222402" y="1630801"/>
          <a:ext cx="3306671" cy="2746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704ABC-7454-4A6E-9703-8258C50709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77980" y="649000"/>
            <a:ext cx="3746436" cy="614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9522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D914C-D413-4B9B-8290-CE05A0A4A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Метод ветвей и границ для задачи о ранце. Простой вариант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40629-A4E3-43BF-89DA-C91E96E29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58</a:t>
            </a:fld>
            <a:endParaRPr lang="ru-RU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4982DFA-BE23-42D7-990B-91E6BBA3228B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661805195"/>
              </p:ext>
            </p:extLst>
          </p:nvPr>
        </p:nvGraphicFramePr>
        <p:xfrm>
          <a:off x="1184462" y="1984375"/>
          <a:ext cx="8367712" cy="3975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336EE23-3BBA-4015-8DCB-D2C6C61CEE56}"/>
              </a:ext>
            </a:extLst>
          </p:cNvPr>
          <p:cNvSpPr txBox="1"/>
          <p:nvPr/>
        </p:nvSpPr>
        <p:spPr>
          <a:xfrm>
            <a:off x="8032751" y="3372708"/>
            <a:ext cx="556563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1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30 кг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88C3E1-AE89-47F7-B4E4-D1D9DA95E22B}"/>
              </a:ext>
            </a:extLst>
          </p:cNvPr>
          <p:cNvSpPr txBox="1"/>
          <p:nvPr/>
        </p:nvSpPr>
        <p:spPr>
          <a:xfrm>
            <a:off x="5973293" y="4086540"/>
            <a:ext cx="556563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1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30 кг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9C5304-15E6-4327-96F7-D9180F29452A}"/>
              </a:ext>
            </a:extLst>
          </p:cNvPr>
          <p:cNvSpPr txBox="1"/>
          <p:nvPr/>
        </p:nvSpPr>
        <p:spPr>
          <a:xfrm>
            <a:off x="7456103" y="4154769"/>
            <a:ext cx="556563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1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20 кг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8943AE-15A0-462B-AFBF-6A9AF02AC065}"/>
              </a:ext>
            </a:extLst>
          </p:cNvPr>
          <p:cNvSpPr txBox="1"/>
          <p:nvPr/>
        </p:nvSpPr>
        <p:spPr>
          <a:xfrm>
            <a:off x="8864773" y="4154769"/>
            <a:ext cx="556563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1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10 кг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42E07B-02ED-46F9-A9FA-DD2CA2284FA9}"/>
              </a:ext>
            </a:extLst>
          </p:cNvPr>
          <p:cNvSpPr txBox="1"/>
          <p:nvPr/>
        </p:nvSpPr>
        <p:spPr>
          <a:xfrm>
            <a:off x="8864773" y="4827115"/>
            <a:ext cx="556563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1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20 кг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B33C94-150E-4378-ABCE-015AE08A3CD4}"/>
              </a:ext>
            </a:extLst>
          </p:cNvPr>
          <p:cNvSpPr txBox="1"/>
          <p:nvPr/>
        </p:nvSpPr>
        <p:spPr>
          <a:xfrm>
            <a:off x="5970209" y="4776882"/>
            <a:ext cx="556563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1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10 кг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C0228E-8BA0-4302-956E-8D22ABECF5A5}"/>
              </a:ext>
            </a:extLst>
          </p:cNvPr>
          <p:cNvSpPr txBox="1"/>
          <p:nvPr/>
        </p:nvSpPr>
        <p:spPr>
          <a:xfrm>
            <a:off x="4561538" y="4823690"/>
            <a:ext cx="556563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1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30 кг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5ED2E7-EA1C-4260-BBC6-64220D73AC62}"/>
              </a:ext>
            </a:extLst>
          </p:cNvPr>
          <p:cNvSpPr txBox="1"/>
          <p:nvPr/>
        </p:nvSpPr>
        <p:spPr>
          <a:xfrm>
            <a:off x="1678295" y="4833294"/>
            <a:ext cx="556563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1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30 кг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AB2BB1-314A-4FE0-9C57-9D9054F5BB38}"/>
              </a:ext>
            </a:extLst>
          </p:cNvPr>
          <p:cNvSpPr txBox="1"/>
          <p:nvPr/>
        </p:nvSpPr>
        <p:spPr>
          <a:xfrm>
            <a:off x="3086966" y="4836476"/>
            <a:ext cx="556563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1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20 кг</a:t>
            </a:r>
          </a:p>
        </p:txBody>
      </p: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832C8416-094A-42A0-B340-0DFDCFBECD60}"/>
              </a:ext>
            </a:extLst>
          </p:cNvPr>
          <p:cNvSpPr/>
          <p:nvPr/>
        </p:nvSpPr>
        <p:spPr>
          <a:xfrm>
            <a:off x="1303236" y="5339491"/>
            <a:ext cx="316648" cy="436605"/>
          </a:xfrm>
          <a:prstGeom prst="mathMultiply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2AC2F562-6001-4EA2-95D9-548D6263E49C}"/>
              </a:ext>
            </a:extLst>
          </p:cNvPr>
          <p:cNvSpPr/>
          <p:nvPr/>
        </p:nvSpPr>
        <p:spPr>
          <a:xfrm>
            <a:off x="2707024" y="5370448"/>
            <a:ext cx="316648" cy="436605"/>
          </a:xfrm>
          <a:prstGeom prst="mathMultiply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4092D1E3-EE07-47D7-AC44-A5A1990DBF78}"/>
              </a:ext>
            </a:extLst>
          </p:cNvPr>
          <p:cNvSpPr/>
          <p:nvPr/>
        </p:nvSpPr>
        <p:spPr>
          <a:xfrm>
            <a:off x="4178988" y="5363673"/>
            <a:ext cx="316648" cy="436605"/>
          </a:xfrm>
          <a:prstGeom prst="mathMultiply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Multiplication Sign 19">
            <a:extLst>
              <a:ext uri="{FF2B5EF4-FFF2-40B4-BE49-F238E27FC236}">
                <a16:creationId xmlns:a16="http://schemas.microsoft.com/office/drawing/2014/main" id="{B174914E-FA98-41E6-903F-6A1A756461CD}"/>
              </a:ext>
            </a:extLst>
          </p:cNvPr>
          <p:cNvSpPr/>
          <p:nvPr/>
        </p:nvSpPr>
        <p:spPr>
          <a:xfrm>
            <a:off x="8311031" y="5339491"/>
            <a:ext cx="316648" cy="436605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1F2CD69-3EF5-4F72-A6E9-0E01516AE1CA}"/>
              </a:ext>
            </a:extLst>
          </p:cNvPr>
          <p:cNvCxnSpPr/>
          <p:nvPr/>
        </p:nvCxnSpPr>
        <p:spPr>
          <a:xfrm>
            <a:off x="5368318" y="4578789"/>
            <a:ext cx="679113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922F290-0585-4627-99D9-8F097F8B1F45}"/>
              </a:ext>
            </a:extLst>
          </p:cNvPr>
          <p:cNvCxnSpPr/>
          <p:nvPr/>
        </p:nvCxnSpPr>
        <p:spPr>
          <a:xfrm>
            <a:off x="6776989" y="4571848"/>
            <a:ext cx="679113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0" name="Рукописный ввод 49">
                <a:extLst>
                  <a:ext uri="{FF2B5EF4-FFF2-40B4-BE49-F238E27FC236}">
                    <a16:creationId xmlns:a16="http://schemas.microsoft.com/office/drawing/2014/main" id="{B491D38B-C662-D7EC-839A-7A1B0F5996A9}"/>
                  </a:ext>
                </a:extLst>
              </p14:cNvPr>
              <p14:cNvContentPartPr/>
              <p14:nvPr/>
            </p14:nvContentPartPr>
            <p14:xfrm>
              <a:off x="1563859" y="5117122"/>
              <a:ext cx="360" cy="360"/>
            </p14:xfrm>
          </p:contentPart>
        </mc:Choice>
        <mc:Fallback xmlns="">
          <p:pic>
            <p:nvPicPr>
              <p:cNvPr id="50" name="Рукописный ввод 49">
                <a:extLst>
                  <a:ext uri="{FF2B5EF4-FFF2-40B4-BE49-F238E27FC236}">
                    <a16:creationId xmlns:a16="http://schemas.microsoft.com/office/drawing/2014/main" id="{B491D38B-C662-D7EC-839A-7A1B0F5996A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57739" y="5111002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52035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D914C-D413-4B9B-8290-CE05A0A4A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Метод ветвей и границ для задачи о ранце. Для 2х параметров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40629-A4E3-43BF-89DA-C91E96E29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59</a:t>
            </a:fld>
            <a:endParaRPr lang="ru-RU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4982DFA-BE23-42D7-990B-91E6BBA3228B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666381299"/>
              </p:ext>
            </p:extLst>
          </p:nvPr>
        </p:nvGraphicFramePr>
        <p:xfrm>
          <a:off x="348750" y="1666334"/>
          <a:ext cx="8367712" cy="3975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336EE23-3BBA-4015-8DCB-D2C6C61CEE56}"/>
              </a:ext>
            </a:extLst>
          </p:cNvPr>
          <p:cNvSpPr txBox="1"/>
          <p:nvPr/>
        </p:nvSpPr>
        <p:spPr>
          <a:xfrm>
            <a:off x="7134393" y="3091971"/>
            <a:ext cx="556563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1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30 кг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88C3E1-AE89-47F7-B4E4-D1D9DA95E22B}"/>
              </a:ext>
            </a:extLst>
          </p:cNvPr>
          <p:cNvSpPr txBox="1"/>
          <p:nvPr/>
        </p:nvSpPr>
        <p:spPr>
          <a:xfrm>
            <a:off x="5074935" y="3805803"/>
            <a:ext cx="556563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1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30 кг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9C5304-15E6-4327-96F7-D9180F29452A}"/>
              </a:ext>
            </a:extLst>
          </p:cNvPr>
          <p:cNvSpPr txBox="1"/>
          <p:nvPr/>
        </p:nvSpPr>
        <p:spPr>
          <a:xfrm>
            <a:off x="6557745" y="3874032"/>
            <a:ext cx="556563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1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20 кг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8943AE-15A0-462B-AFBF-6A9AF02AC065}"/>
              </a:ext>
            </a:extLst>
          </p:cNvPr>
          <p:cNvSpPr txBox="1"/>
          <p:nvPr/>
        </p:nvSpPr>
        <p:spPr>
          <a:xfrm>
            <a:off x="7966415" y="3874032"/>
            <a:ext cx="556563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1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10 кг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42E07B-02ED-46F9-A9FA-DD2CA2284FA9}"/>
              </a:ext>
            </a:extLst>
          </p:cNvPr>
          <p:cNvSpPr txBox="1"/>
          <p:nvPr/>
        </p:nvSpPr>
        <p:spPr>
          <a:xfrm>
            <a:off x="7966415" y="4546378"/>
            <a:ext cx="556563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1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20 кг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B33C94-150E-4378-ABCE-015AE08A3CD4}"/>
              </a:ext>
            </a:extLst>
          </p:cNvPr>
          <p:cNvSpPr txBox="1"/>
          <p:nvPr/>
        </p:nvSpPr>
        <p:spPr>
          <a:xfrm>
            <a:off x="5071851" y="4496145"/>
            <a:ext cx="556563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1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10 кг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C0228E-8BA0-4302-956E-8D22ABECF5A5}"/>
              </a:ext>
            </a:extLst>
          </p:cNvPr>
          <p:cNvSpPr txBox="1"/>
          <p:nvPr/>
        </p:nvSpPr>
        <p:spPr>
          <a:xfrm>
            <a:off x="3663180" y="4542953"/>
            <a:ext cx="556563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1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30 кг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5ED2E7-EA1C-4260-BBC6-64220D73AC62}"/>
              </a:ext>
            </a:extLst>
          </p:cNvPr>
          <p:cNvSpPr txBox="1"/>
          <p:nvPr/>
        </p:nvSpPr>
        <p:spPr>
          <a:xfrm>
            <a:off x="779937" y="4552557"/>
            <a:ext cx="556563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1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30 кг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AB2BB1-314A-4FE0-9C57-9D9054F5BB38}"/>
              </a:ext>
            </a:extLst>
          </p:cNvPr>
          <p:cNvSpPr txBox="1"/>
          <p:nvPr/>
        </p:nvSpPr>
        <p:spPr>
          <a:xfrm>
            <a:off x="2188608" y="4555739"/>
            <a:ext cx="556563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1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20 кг</a:t>
            </a:r>
          </a:p>
        </p:txBody>
      </p: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832C8416-094A-42A0-B340-0DFDCFBECD60}"/>
              </a:ext>
            </a:extLst>
          </p:cNvPr>
          <p:cNvSpPr/>
          <p:nvPr/>
        </p:nvSpPr>
        <p:spPr>
          <a:xfrm>
            <a:off x="404878" y="5058754"/>
            <a:ext cx="316648" cy="436605"/>
          </a:xfrm>
          <a:prstGeom prst="mathMultiply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2AC2F562-6001-4EA2-95D9-548D6263E49C}"/>
              </a:ext>
            </a:extLst>
          </p:cNvPr>
          <p:cNvSpPr/>
          <p:nvPr/>
        </p:nvSpPr>
        <p:spPr>
          <a:xfrm>
            <a:off x="1808666" y="5089711"/>
            <a:ext cx="316648" cy="436605"/>
          </a:xfrm>
          <a:prstGeom prst="mathMultiply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4092D1E3-EE07-47D7-AC44-A5A1990DBF78}"/>
              </a:ext>
            </a:extLst>
          </p:cNvPr>
          <p:cNvSpPr/>
          <p:nvPr/>
        </p:nvSpPr>
        <p:spPr>
          <a:xfrm>
            <a:off x="3280630" y="5082936"/>
            <a:ext cx="316648" cy="436605"/>
          </a:xfrm>
          <a:prstGeom prst="mathMultiply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Multiplication Sign 19">
            <a:extLst>
              <a:ext uri="{FF2B5EF4-FFF2-40B4-BE49-F238E27FC236}">
                <a16:creationId xmlns:a16="http://schemas.microsoft.com/office/drawing/2014/main" id="{B174914E-FA98-41E6-903F-6A1A756461CD}"/>
              </a:ext>
            </a:extLst>
          </p:cNvPr>
          <p:cNvSpPr/>
          <p:nvPr/>
        </p:nvSpPr>
        <p:spPr>
          <a:xfrm>
            <a:off x="7412673" y="5058754"/>
            <a:ext cx="316648" cy="436605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1F2CD69-3EF5-4F72-A6E9-0E01516AE1CA}"/>
              </a:ext>
            </a:extLst>
          </p:cNvPr>
          <p:cNvCxnSpPr/>
          <p:nvPr/>
        </p:nvCxnSpPr>
        <p:spPr>
          <a:xfrm>
            <a:off x="4469960" y="4298052"/>
            <a:ext cx="679113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922F290-0585-4627-99D9-8F097F8B1F45}"/>
              </a:ext>
            </a:extLst>
          </p:cNvPr>
          <p:cNvCxnSpPr/>
          <p:nvPr/>
        </p:nvCxnSpPr>
        <p:spPr>
          <a:xfrm>
            <a:off x="5878631" y="4291111"/>
            <a:ext cx="679113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0" name="Рукописный ввод 49">
                <a:extLst>
                  <a:ext uri="{FF2B5EF4-FFF2-40B4-BE49-F238E27FC236}">
                    <a16:creationId xmlns:a16="http://schemas.microsoft.com/office/drawing/2014/main" id="{B491D38B-C662-D7EC-839A-7A1B0F5996A9}"/>
                  </a:ext>
                </a:extLst>
              </p14:cNvPr>
              <p14:cNvContentPartPr/>
              <p14:nvPr/>
            </p14:nvContentPartPr>
            <p14:xfrm>
              <a:off x="665501" y="4836385"/>
              <a:ext cx="360" cy="360"/>
            </p14:xfrm>
          </p:contentPart>
        </mc:Choice>
        <mc:Fallback xmlns="">
          <p:pic>
            <p:nvPicPr>
              <p:cNvPr id="50" name="Рукописный ввод 49">
                <a:extLst>
                  <a:ext uri="{FF2B5EF4-FFF2-40B4-BE49-F238E27FC236}">
                    <a16:creationId xmlns:a16="http://schemas.microsoft.com/office/drawing/2014/main" id="{B491D38B-C662-D7EC-839A-7A1B0F5996A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9381" y="4830265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89840-0887-5F1B-5029-A2EF0ED2054C}"/>
              </a:ext>
            </a:extLst>
          </p:cNvPr>
          <p:cNvSpPr txBox="1">
            <a:spLocks/>
          </p:cNvSpPr>
          <p:nvPr/>
        </p:nvSpPr>
        <p:spPr>
          <a:xfrm>
            <a:off x="8726504" y="3081189"/>
            <a:ext cx="3287626" cy="24141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8775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30000"/>
              <a:buFontTx/>
              <a:buBlip>
                <a:blip r:embed="rId9"/>
              </a:buBlip>
              <a:defRPr lang="ru-RU" sz="2000" b="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2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30000"/>
              <a:buFontTx/>
              <a:buBlip>
                <a:blip r:embed="rId9"/>
              </a:buBlip>
              <a:defRPr lang="ru-RU" sz="16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080000" indent="-3600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30000"/>
              <a:buFontTx/>
              <a:buBlip>
                <a:blip r:embed="rId9"/>
              </a:buBlip>
              <a:defRPr lang="ru-RU" sz="14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440000" indent="-3600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30000"/>
              <a:buFontTx/>
              <a:buBlip>
                <a:blip r:embed="rId9"/>
              </a:buBlip>
              <a:defRPr lang="ru-RU" sz="14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00000" indent="-3600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30000"/>
              <a:buFontTx/>
              <a:buBlip>
                <a:blip r:embed="rId9"/>
              </a:buBlip>
              <a:defRPr lang="ru-RU" sz="14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10кг=100 руб.</a:t>
            </a:r>
          </a:p>
          <a:p>
            <a:r>
              <a:rPr lang="ru-RU" dirty="0"/>
              <a:t>20кг=120 руб.</a:t>
            </a:r>
          </a:p>
          <a:p>
            <a:r>
              <a:rPr lang="ru-RU" dirty="0"/>
              <a:t>30кг=60 руб.</a:t>
            </a:r>
          </a:p>
          <a:p>
            <a:r>
              <a:rPr lang="ru-RU" dirty="0"/>
              <a:t>Максимум можно унести 50 кг. </a:t>
            </a:r>
          </a:p>
          <a:p>
            <a:r>
              <a:rPr lang="ru-RU" dirty="0"/>
              <a:t>Надо унести вещей на максимальную сумму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0E9C1A-6B01-ED67-449B-916F5C4C6DA2}"/>
              </a:ext>
            </a:extLst>
          </p:cNvPr>
          <p:cNvSpPr txBox="1"/>
          <p:nvPr/>
        </p:nvSpPr>
        <p:spPr>
          <a:xfrm>
            <a:off x="495628" y="297692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488339-868E-55AC-8684-7031781DCDDE}"/>
              </a:ext>
            </a:extLst>
          </p:cNvPr>
          <p:cNvSpPr txBox="1"/>
          <p:nvPr/>
        </p:nvSpPr>
        <p:spPr>
          <a:xfrm>
            <a:off x="3265922" y="3127405"/>
            <a:ext cx="579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120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2D18B1-5E9A-0633-8E32-ECBA73ABE779}"/>
              </a:ext>
            </a:extLst>
          </p:cNvPr>
          <p:cNvSpPr txBox="1"/>
          <p:nvPr/>
        </p:nvSpPr>
        <p:spPr>
          <a:xfrm>
            <a:off x="6096000" y="3127405"/>
            <a:ext cx="579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60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192AB3-817E-53D3-E347-C1E614254B44}"/>
              </a:ext>
            </a:extLst>
          </p:cNvPr>
          <p:cNvSpPr txBox="1"/>
          <p:nvPr/>
        </p:nvSpPr>
        <p:spPr>
          <a:xfrm>
            <a:off x="-230255" y="3682725"/>
            <a:ext cx="579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120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2FDA07-DE8B-D3ED-7509-C9763A7E9CB7}"/>
              </a:ext>
            </a:extLst>
          </p:cNvPr>
          <p:cNvSpPr txBox="1"/>
          <p:nvPr/>
        </p:nvSpPr>
        <p:spPr>
          <a:xfrm>
            <a:off x="2215998" y="4815335"/>
            <a:ext cx="579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120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6AFCB3-6870-03AF-FD0D-9A4AC4E99591}"/>
              </a:ext>
            </a:extLst>
          </p:cNvPr>
          <p:cNvSpPr txBox="1"/>
          <p:nvPr/>
        </p:nvSpPr>
        <p:spPr>
          <a:xfrm>
            <a:off x="2249953" y="3621137"/>
            <a:ext cx="579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60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020B40-DD28-0373-34C7-E1703598BC8E}"/>
              </a:ext>
            </a:extLst>
          </p:cNvPr>
          <p:cNvSpPr txBox="1"/>
          <p:nvPr/>
        </p:nvSpPr>
        <p:spPr>
          <a:xfrm>
            <a:off x="2828958" y="3506522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B028B7-78FB-1454-D24D-244BDD172AB5}"/>
              </a:ext>
            </a:extLst>
          </p:cNvPr>
          <p:cNvSpPr txBox="1"/>
          <p:nvPr/>
        </p:nvSpPr>
        <p:spPr>
          <a:xfrm>
            <a:off x="5070905" y="3412157"/>
            <a:ext cx="579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60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9B3437-E23F-4147-2ED7-C9A1E4BC2EFD}"/>
              </a:ext>
            </a:extLst>
          </p:cNvPr>
          <p:cNvSpPr txBox="1"/>
          <p:nvPr/>
        </p:nvSpPr>
        <p:spPr>
          <a:xfrm>
            <a:off x="7955193" y="347406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28566509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5E8EE-57E4-4CD5-B515-FF659B88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737" y="365124"/>
            <a:ext cx="10307052" cy="2578602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Задача. </a:t>
            </a:r>
            <a:br>
              <a:rPr lang="ru-RU" dirty="0"/>
            </a:br>
            <a:r>
              <a:rPr lang="ru-RU" dirty="0"/>
              <a:t>1.Построить дерево отбора максимального по стоимости числа вещей в рюкзак методом ветвей и границ стоимостью не более 6</a:t>
            </a:r>
            <a:r>
              <a:rPr lang="en-US" dirty="0"/>
              <a:t>0</a:t>
            </a:r>
            <a:r>
              <a:rPr lang="ru-RU" dirty="0"/>
              <a:t>00 ед.</a:t>
            </a:r>
            <a:r>
              <a:rPr lang="en-US" dirty="0"/>
              <a:t> </a:t>
            </a:r>
            <a:br>
              <a:rPr lang="ru-RU" dirty="0"/>
            </a:br>
            <a:r>
              <a:rPr lang="ru-RU" dirty="0"/>
              <a:t>2. Построить дерево отбора максимальной пользы, но не более 5000 ед. стоимости</a:t>
            </a:r>
            <a:br>
              <a:rPr lang="ru-RU" dirty="0"/>
            </a:br>
            <a:r>
              <a:rPr lang="ru-RU" dirty="0"/>
              <a:t>11-00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43AC9-F587-49C6-96E3-768320383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60</a:t>
            </a:fld>
            <a:endParaRPr lang="ru-RU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A73652B-F2B6-43E1-9A3F-70F47694734E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58529925"/>
              </p:ext>
            </p:extLst>
          </p:nvPr>
        </p:nvGraphicFramePr>
        <p:xfrm>
          <a:off x="1175920" y="3505689"/>
          <a:ext cx="6909300" cy="2413932"/>
        </p:xfrm>
        <a:graphic>
          <a:graphicData uri="http://schemas.openxmlformats.org/drawingml/2006/table">
            <a:tbl>
              <a:tblPr/>
              <a:tblGrid>
                <a:gridCol w="2303100">
                  <a:extLst>
                    <a:ext uri="{9D8B030D-6E8A-4147-A177-3AD203B41FA5}">
                      <a16:colId xmlns:a16="http://schemas.microsoft.com/office/drawing/2014/main" val="2901017972"/>
                    </a:ext>
                  </a:extLst>
                </a:gridCol>
                <a:gridCol w="1742684">
                  <a:extLst>
                    <a:ext uri="{9D8B030D-6E8A-4147-A177-3AD203B41FA5}">
                      <a16:colId xmlns:a16="http://schemas.microsoft.com/office/drawing/2014/main" val="4237515797"/>
                    </a:ext>
                  </a:extLst>
                </a:gridCol>
                <a:gridCol w="2863516">
                  <a:extLst>
                    <a:ext uri="{9D8B030D-6E8A-4147-A177-3AD203B41FA5}">
                      <a16:colId xmlns:a16="http://schemas.microsoft.com/office/drawing/2014/main" val="1710661788"/>
                    </a:ext>
                  </a:extLst>
                </a:gridCol>
              </a:tblGrid>
              <a:tr h="402322">
                <a:tc>
                  <a:txBody>
                    <a:bodyPr/>
                    <a:lstStyle/>
                    <a:p>
                      <a:pPr algn="l" fontAlgn="base"/>
                      <a:r>
                        <a:rPr lang="ru-RU" b="1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Название</a:t>
                      </a:r>
                    </a:p>
                  </a:txBody>
                  <a:tcPr marL="91631" marR="91631" marT="30480" marB="30480" anchor="ctr">
                    <a:lnL>
                      <a:noFill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b="1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Стоимость. Ед.</a:t>
                      </a:r>
                    </a:p>
                  </a:txBody>
                  <a:tcPr marL="91631" marR="91631" marT="30480" marB="30480" anchor="ctr">
                    <a:lnL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b="1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Уровень пользы в походе</a:t>
                      </a:r>
                    </a:p>
                  </a:txBody>
                  <a:tcPr marL="91631" marR="91631" marT="30480" marB="30480" anchor="ctr">
                    <a:lnL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508868"/>
                  </a:ext>
                </a:extLst>
              </a:tr>
              <a:tr h="402322"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Книга</a:t>
                      </a:r>
                    </a:p>
                  </a:txBody>
                  <a:tcPr marL="91631" marR="91631" marT="30480" marB="30480" anchor="ctr">
                    <a:lnL>
                      <a:noFill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600</a:t>
                      </a:r>
                    </a:p>
                  </a:txBody>
                  <a:tcPr marL="91631" marR="91631" marT="30480" marB="30480" anchor="ctr">
                    <a:lnL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50</a:t>
                      </a:r>
                    </a:p>
                  </a:txBody>
                  <a:tcPr marL="91631" marR="91631" marT="30480" marB="30480" anchor="ctr">
                    <a:lnL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854698"/>
                  </a:ext>
                </a:extLst>
              </a:tr>
              <a:tr h="402322"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Бинокль</a:t>
                      </a:r>
                    </a:p>
                  </a:txBody>
                  <a:tcPr marL="91631" marR="91631" marT="30480" marB="30480" anchor="ctr">
                    <a:lnL>
                      <a:noFill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5000</a:t>
                      </a:r>
                    </a:p>
                  </a:txBody>
                  <a:tcPr marL="91631" marR="91631" marT="30480" marB="30480" anchor="ctr">
                    <a:lnL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100</a:t>
                      </a:r>
                    </a:p>
                  </a:txBody>
                  <a:tcPr marL="91631" marR="91631" marT="30480" marB="30480" anchor="ctr">
                    <a:lnL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913757"/>
                  </a:ext>
                </a:extLst>
              </a:tr>
              <a:tr h="402322"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Аптечка</a:t>
                      </a:r>
                    </a:p>
                  </a:txBody>
                  <a:tcPr marL="91631" marR="91631" marT="30480" marB="30480" anchor="ctr">
                    <a:lnL>
                      <a:noFill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1500</a:t>
                      </a:r>
                    </a:p>
                  </a:txBody>
                  <a:tcPr marL="91631" marR="91631" marT="30480" marB="30480" anchor="ctr">
                    <a:lnL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200</a:t>
                      </a:r>
                    </a:p>
                  </a:txBody>
                  <a:tcPr marL="91631" marR="91631" marT="30480" marB="30480" anchor="ctr">
                    <a:lnL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897731"/>
                  </a:ext>
                </a:extLst>
              </a:tr>
              <a:tr h="402322"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Ноутбук</a:t>
                      </a:r>
                    </a:p>
                  </a:txBody>
                  <a:tcPr marL="91631" marR="91631" marT="30480" marB="30480" anchor="ctr">
                    <a:lnL>
                      <a:noFill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4000</a:t>
                      </a:r>
                    </a:p>
                  </a:txBody>
                  <a:tcPr marL="91631" marR="91631" marT="30480" marB="30480" anchor="ctr">
                    <a:lnL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10</a:t>
                      </a:r>
                    </a:p>
                  </a:txBody>
                  <a:tcPr marL="91631" marR="91631" marT="30480" marB="30480" anchor="ctr">
                    <a:lnL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84930"/>
                  </a:ext>
                </a:extLst>
              </a:tr>
              <a:tr h="402322"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Котелок</a:t>
                      </a:r>
                    </a:p>
                  </a:txBody>
                  <a:tcPr marL="91631" marR="91631" marT="30480" marB="30480" anchor="ctr">
                    <a:lnL>
                      <a:noFill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500</a:t>
                      </a:r>
                    </a:p>
                  </a:txBody>
                  <a:tcPr marL="91631" marR="91631" marT="30480" marB="30480" anchor="ctr">
                    <a:lnL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150</a:t>
                      </a:r>
                    </a:p>
                  </a:txBody>
                  <a:tcPr marL="91631" marR="91631" marT="30480" marB="30480" anchor="ctr">
                    <a:lnL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783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35543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Алгоритмы поиска сообществ на социальных графах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61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1. </a:t>
            </a:r>
            <a:r>
              <a:rPr lang="ru-RU" dirty="0" err="1"/>
              <a:t>Betweenness</a:t>
            </a:r>
            <a:r>
              <a:rPr lang="ru-RU" dirty="0"/>
              <a:t> — алгоритм на основе коэффициента “центральности по посредничеству” (</a:t>
            </a:r>
            <a:r>
              <a:rPr lang="ru-RU" dirty="0" err="1"/>
              <a:t>Betweenness</a:t>
            </a:r>
            <a:r>
              <a:rPr lang="ru-RU" dirty="0"/>
              <a:t>), определяемый как количество кратчайших путей между всеми парами вершин, проходящих через данное ребро.</a:t>
            </a:r>
          </a:p>
          <a:p>
            <a:r>
              <a:rPr lang="ru-RU" dirty="0"/>
              <a:t>2. </a:t>
            </a:r>
            <a:r>
              <a:rPr lang="ru-RU" dirty="0" err="1"/>
              <a:t>Fastgreedy</a:t>
            </a:r>
            <a:r>
              <a:rPr lang="ru-RU" dirty="0"/>
              <a:t> — метод, основанный на жадной оптимизации.</a:t>
            </a:r>
          </a:p>
          <a:p>
            <a:r>
              <a:rPr lang="ru-RU" dirty="0"/>
              <a:t>3. </a:t>
            </a:r>
            <a:r>
              <a:rPr lang="ru-RU" dirty="0" err="1"/>
              <a:t>Multilevel</a:t>
            </a:r>
            <a:r>
              <a:rPr lang="ru-RU" dirty="0"/>
              <a:t> — метод, основанный на многоуровневой оптимизации c использованием эвристики.</a:t>
            </a:r>
          </a:p>
          <a:p>
            <a:r>
              <a:rPr lang="ru-RU" dirty="0"/>
              <a:t>4. </a:t>
            </a:r>
            <a:r>
              <a:rPr lang="ru-RU" dirty="0" err="1"/>
              <a:t>LabelProp</a:t>
            </a:r>
            <a:r>
              <a:rPr lang="en-US" dirty="0"/>
              <a:t>a</a:t>
            </a:r>
            <a:r>
              <a:rPr lang="ru-RU" dirty="0" err="1"/>
              <a:t>gation</a:t>
            </a:r>
            <a:r>
              <a:rPr lang="ru-RU" dirty="0"/>
              <a:t> — метод, основанный на присвоении меток к каждой вершине. Каждый раз выбирается метка с максимальной встречаемостью среди смежных вершин.</a:t>
            </a:r>
          </a:p>
          <a:p>
            <a:r>
              <a:rPr lang="ru-RU" dirty="0"/>
              <a:t>5. </a:t>
            </a:r>
            <a:r>
              <a:rPr lang="ru-RU" dirty="0" err="1"/>
              <a:t>Walktrap</a:t>
            </a:r>
            <a:r>
              <a:rPr lang="ru-RU" dirty="0"/>
              <a:t> — подход, основанный на случайном блуждании. Использует идею о том, что короткие случайные блуждания не приводят к выходу из текущего сообщества.</a:t>
            </a:r>
          </a:p>
        </p:txBody>
      </p:sp>
    </p:spTree>
    <p:extLst>
      <p:ext uri="{BB962C8B-B14F-4D97-AF65-F5344CB8AC3E}">
        <p14:creationId xmlns:p14="http://schemas.microsoft.com/office/powerpoint/2010/main" val="42423000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55338-716D-4030-B02A-97BCD6DFF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жадного алгоритма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1CAD7-7502-4DEE-A0A3-52BFDE3AA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62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9BF4D-0514-4E0E-9146-00B9A4A1EDE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06120" y="1625125"/>
            <a:ext cx="9350693" cy="1581626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На каждом шаге выбираем путь в вершину с наименьшим (наибольшим) весом</a:t>
            </a:r>
          </a:p>
          <a:p>
            <a:r>
              <a:rPr lang="ru-RU" dirty="0"/>
              <a:t>Проверяем, что эта вершина еще не посещена. Если посещена, то выбираем следующий наименьший (наибольший).</a:t>
            </a:r>
          </a:p>
          <a:p>
            <a:r>
              <a:rPr lang="ru-RU" dirty="0"/>
              <a:t>Проверяем, остались ли </a:t>
            </a:r>
            <a:r>
              <a:rPr lang="ru-RU" dirty="0" err="1"/>
              <a:t>непосещенные</a:t>
            </a:r>
            <a:r>
              <a:rPr lang="ru-RU" dirty="0"/>
              <a:t> вершины/ребра. Если нет, алгоритм завершен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849284-2494-4F16-A3A7-07747A39C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998" y="3711099"/>
            <a:ext cx="3564920" cy="29653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059D49-426F-47A4-B9C8-15A19E2A98D5}"/>
              </a:ext>
            </a:extLst>
          </p:cNvPr>
          <p:cNvSpPr txBox="1"/>
          <p:nvPr/>
        </p:nvSpPr>
        <p:spPr>
          <a:xfrm>
            <a:off x="5612418" y="3201310"/>
            <a:ext cx="285135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/>
              <a:t>А – 20 -</a:t>
            </a:r>
            <a:r>
              <a:rPr lang="en-US" dirty="0"/>
              <a:t>&gt; </a:t>
            </a:r>
            <a:r>
              <a:rPr lang="ru-RU" dirty="0"/>
              <a:t>В</a:t>
            </a:r>
          </a:p>
          <a:p>
            <a:pPr marL="342900" indent="-342900">
              <a:buAutoNum type="arabicPeriod"/>
            </a:pPr>
            <a:r>
              <a:rPr lang="ru-RU" dirty="0"/>
              <a:t>В – 30 -</a:t>
            </a:r>
            <a:r>
              <a:rPr lang="en-US" dirty="0"/>
              <a:t>&gt; C</a:t>
            </a:r>
          </a:p>
          <a:p>
            <a:pPr marL="342900" indent="-342900">
              <a:buAutoNum type="arabicPeriod"/>
            </a:pPr>
            <a:r>
              <a:rPr lang="en-US" dirty="0"/>
              <a:t>C – 12 –D </a:t>
            </a:r>
          </a:p>
          <a:p>
            <a:pPr marL="342900" indent="-342900">
              <a:buAutoNum type="arabicPeriod"/>
            </a:pPr>
            <a:r>
              <a:rPr lang="ru-RU" dirty="0"/>
              <a:t>Решение найдено:</a:t>
            </a:r>
          </a:p>
          <a:p>
            <a:pPr marL="342900" indent="-342900">
              <a:buAutoNum type="arabicPeriod"/>
            </a:pPr>
            <a:r>
              <a:rPr lang="en-US" dirty="0"/>
              <a:t>ABCD=62</a:t>
            </a:r>
            <a:endParaRPr lang="ru-RU" dirty="0"/>
          </a:p>
          <a:p>
            <a:pPr marL="342900" indent="-342900">
              <a:buAutoNum type="arabicPeriod"/>
            </a:pPr>
            <a:r>
              <a:rPr lang="ru-RU" dirty="0"/>
              <a:t>С-А=42 </a:t>
            </a:r>
          </a:p>
          <a:p>
            <a:pPr marL="342900" indent="-342900">
              <a:buAutoNum type="arabicPeriod"/>
            </a:pPr>
            <a:r>
              <a:rPr lang="ru-RU" dirty="0">
                <a:highlight>
                  <a:srgbClr val="FF0000"/>
                </a:highlight>
              </a:rPr>
              <a:t>А</a:t>
            </a:r>
            <a:r>
              <a:rPr lang="en-US" dirty="0">
                <a:highlight>
                  <a:srgbClr val="FF0000"/>
                </a:highlight>
              </a:rPr>
              <a:t>D=35(+)</a:t>
            </a:r>
          </a:p>
          <a:p>
            <a:pPr marL="342900" indent="-342900">
              <a:buAutoNum type="arabicPeriod"/>
            </a:pPr>
            <a:r>
              <a:rPr lang="ru-RU" dirty="0"/>
              <a:t>Решение найдено:</a:t>
            </a:r>
          </a:p>
          <a:p>
            <a:pPr marL="342900" indent="-342900">
              <a:buAutoNum type="arabicPeriod"/>
            </a:pPr>
            <a:r>
              <a:rPr lang="en-US" dirty="0"/>
              <a:t>A-X</a:t>
            </a:r>
          </a:p>
          <a:p>
            <a:pPr marL="342900" indent="-342900">
              <a:buAutoNum type="arabicPeriod"/>
            </a:pPr>
            <a:r>
              <a:rPr lang="en-US" dirty="0"/>
              <a:t>C-X</a:t>
            </a:r>
          </a:p>
          <a:p>
            <a:pPr marL="342900" indent="-342900">
              <a:buAutoNum type="arabicPeriod"/>
            </a:pPr>
            <a:r>
              <a:rPr lang="en-US" dirty="0"/>
              <a:t>ABD=54</a:t>
            </a:r>
          </a:p>
          <a:p>
            <a:pPr marL="342900" indent="-342900">
              <a:buAutoNum type="arabicPeriod"/>
            </a:pPr>
            <a:r>
              <a:rPr lang="ru-RU" dirty="0"/>
              <a:t>Решение найдено</a:t>
            </a:r>
          </a:p>
        </p:txBody>
      </p:sp>
    </p:spTree>
    <p:extLst>
      <p:ext uri="{BB962C8B-B14F-4D97-AF65-F5344CB8AC3E}">
        <p14:creationId xmlns:p14="http://schemas.microsoft.com/office/powerpoint/2010/main" val="392286414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алгоритма </a:t>
            </a:r>
            <a:r>
              <a:rPr lang="en-US" dirty="0"/>
              <a:t>Betweenness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63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1628776"/>
            <a:ext cx="9360000" cy="3071404"/>
          </a:xfrm>
        </p:spPr>
        <p:txBody>
          <a:bodyPr>
            <a:normAutofit/>
          </a:bodyPr>
          <a:lstStyle/>
          <a:p>
            <a:r>
              <a:rPr lang="ru-RU" sz="1800" dirty="0"/>
              <a:t>Метод, разработан </a:t>
            </a:r>
            <a:r>
              <a:rPr lang="ru-RU" sz="1800" dirty="0" err="1"/>
              <a:t>Ньюманом</a:t>
            </a:r>
            <a:r>
              <a:rPr lang="ru-RU" sz="1800" dirty="0"/>
              <a:t> и </a:t>
            </a:r>
            <a:r>
              <a:rPr lang="ru-RU" sz="1800" dirty="0" err="1"/>
              <a:t>Гирваном</a:t>
            </a:r>
            <a:r>
              <a:rPr lang="ru-RU" sz="1800" dirty="0"/>
              <a:t>. </a:t>
            </a:r>
            <a:endParaRPr lang="en-US" sz="1800" dirty="0"/>
          </a:p>
          <a:p>
            <a:r>
              <a:rPr lang="ru-RU" sz="1800" b="1" dirty="0"/>
              <a:t>Центральность по посредничеству </a:t>
            </a:r>
            <a:r>
              <a:rPr lang="ru-RU" sz="1800" dirty="0"/>
              <a:t>считается как количество кратчайших путей между всеми парами вершин, проходящих через данное ребро. Если между вершинами</a:t>
            </a:r>
            <a:r>
              <a:rPr lang="en-US" sz="1800" dirty="0"/>
              <a:t> </a:t>
            </a:r>
            <a:r>
              <a:rPr lang="ru-RU" sz="1800" dirty="0"/>
              <a:t>N кратчайших путей, то каждому ребру прибавляется N к значению коэффициента. Чем больше данная величина, тем более вероятно, что данное ребро соединяет</a:t>
            </a:r>
            <a:r>
              <a:rPr lang="en-US" sz="1800" dirty="0"/>
              <a:t> </a:t>
            </a:r>
            <a:r>
              <a:rPr lang="ru-RU" sz="1800" dirty="0"/>
              <a:t>вершины из разных сообществ. </a:t>
            </a:r>
          </a:p>
          <a:p>
            <a:r>
              <a:rPr lang="ru-RU" sz="1800" dirty="0"/>
              <a:t>Например, в крайней ситуации, когда разные группы соединены одним ребром, все кратчайшие пути из одного сообщества в другое</a:t>
            </a:r>
            <a:r>
              <a:rPr lang="en-US" sz="1800" dirty="0"/>
              <a:t> </a:t>
            </a:r>
            <a:r>
              <a:rPr lang="ru-RU" sz="1800" dirty="0"/>
              <a:t>проходят через это ребро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9C886E-6DF1-4C70-A3DE-D23308B160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742" t="42659" r="37191" b="37366"/>
          <a:stretch/>
        </p:blipFill>
        <p:spPr>
          <a:xfrm>
            <a:off x="3000444" y="4436259"/>
            <a:ext cx="4771352" cy="20566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8" name="Рукописный ввод 47">
                <a:extLst>
                  <a:ext uri="{FF2B5EF4-FFF2-40B4-BE49-F238E27FC236}">
                    <a16:creationId xmlns:a16="http://schemas.microsoft.com/office/drawing/2014/main" id="{9BC8563D-83B7-42F6-4D4F-ABBA48B4670A}"/>
                  </a:ext>
                </a:extLst>
              </p14:cNvPr>
              <p14:cNvContentPartPr/>
              <p14:nvPr/>
            </p14:nvContentPartPr>
            <p14:xfrm>
              <a:off x="3576979" y="6224122"/>
              <a:ext cx="46440" cy="3600"/>
            </p14:xfrm>
          </p:contentPart>
        </mc:Choice>
        <mc:Fallback xmlns="">
          <p:pic>
            <p:nvPicPr>
              <p:cNvPr id="48" name="Рукописный ввод 47">
                <a:extLst>
                  <a:ext uri="{FF2B5EF4-FFF2-40B4-BE49-F238E27FC236}">
                    <a16:creationId xmlns:a16="http://schemas.microsoft.com/office/drawing/2014/main" id="{9BC8563D-83B7-42F6-4D4F-ABBA48B4670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70859" y="6218002"/>
                <a:ext cx="58680" cy="1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515876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CDE1F-43A6-4C36-9C08-6A77E7D2C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Нормировка данных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833F2-610E-4850-9AB7-E4E6ECAAA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64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40A1F-F233-4C82-AA1F-3E73A73CC54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just"/>
            <a:r>
              <a:rPr lang="ru-RU" b="1" i="0" dirty="0">
                <a:solidFill>
                  <a:schemeClr val="tx1"/>
                </a:solidFill>
                <a:effectLst/>
                <a:latin typeface="Open Sans"/>
              </a:rPr>
              <a:t>Нормировка</a:t>
            </a:r>
            <a:r>
              <a:rPr lang="ru-RU" b="0" i="0" dirty="0">
                <a:solidFill>
                  <a:schemeClr val="tx1"/>
                </a:solidFill>
                <a:effectLst/>
                <a:latin typeface="Open Sans"/>
              </a:rPr>
              <a:t> – это корректировка значений в соответствии с некоторыми функциями преобразования, с целью сделать их более удобными для сравнения.</a:t>
            </a:r>
          </a:p>
          <a:p>
            <a:pPr algn="just"/>
            <a:r>
              <a:rPr lang="ru-RU" b="1" i="0" dirty="0">
                <a:solidFill>
                  <a:schemeClr val="tx1"/>
                </a:solidFill>
                <a:effectLst/>
                <a:latin typeface="Open Sans"/>
              </a:rPr>
              <a:t>Нормировка данных</a:t>
            </a:r>
            <a:r>
              <a:rPr lang="ru-RU" b="0" i="0" dirty="0">
                <a:solidFill>
                  <a:schemeClr val="tx1"/>
                </a:solidFill>
                <a:effectLst/>
                <a:latin typeface="Open Sans"/>
              </a:rPr>
              <a:t> требуется, когда несовместимость единиц измерений переменных может отразиться на результатах и рекомендуется, когда итоговые отчеты могут быть улучшены, если выразить результаты в определенных понятных/совместимых единицах.  </a:t>
            </a:r>
          </a:p>
        </p:txBody>
      </p:sp>
    </p:spTree>
    <p:extLst>
      <p:ext uri="{BB962C8B-B14F-4D97-AF65-F5344CB8AC3E}">
        <p14:creationId xmlns:p14="http://schemas.microsoft.com/office/powerpoint/2010/main" val="170321206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CDE1F-43A6-4C36-9C08-6A77E7D2C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Нормировка весов ребер графа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833F2-610E-4850-9AB7-E4E6ECAAA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65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40A1F-F233-4C82-AA1F-3E73A73CC5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2000025"/>
            <a:ext cx="9360000" cy="2740418"/>
          </a:xfrm>
        </p:spPr>
        <p:txBody>
          <a:bodyPr>
            <a:normAutofit/>
          </a:bodyPr>
          <a:lstStyle/>
          <a:p>
            <a:pPr algn="just"/>
            <a:r>
              <a:rPr lang="ru-RU" b="0" i="0" dirty="0">
                <a:solidFill>
                  <a:schemeClr val="tx1"/>
                </a:solidFill>
                <a:effectLst/>
                <a:latin typeface="Open Sans"/>
              </a:rPr>
              <a:t>Установим диапазон нормировки (например, </a:t>
            </a:r>
            <a:r>
              <a:rPr lang="en-US" b="0" i="0" dirty="0">
                <a:solidFill>
                  <a:schemeClr val="tx1"/>
                </a:solidFill>
                <a:effectLst/>
                <a:latin typeface="Open Sans"/>
              </a:rPr>
              <a:t>[0;100]</a:t>
            </a:r>
            <a:r>
              <a:rPr lang="ru-RU" b="0" i="0" dirty="0">
                <a:solidFill>
                  <a:schemeClr val="tx1"/>
                </a:solidFill>
                <a:effectLst/>
                <a:latin typeface="Open Sans"/>
              </a:rPr>
              <a:t>)</a:t>
            </a:r>
            <a:endParaRPr lang="en-US" b="0" i="0" dirty="0">
              <a:solidFill>
                <a:schemeClr val="tx1"/>
              </a:solidFill>
              <a:effectLst/>
              <a:latin typeface="Open Sans"/>
            </a:endParaRPr>
          </a:p>
          <a:p>
            <a:pPr algn="just"/>
            <a:r>
              <a:rPr lang="ru-RU" b="0" i="0" dirty="0">
                <a:solidFill>
                  <a:schemeClr val="tx1"/>
                </a:solidFill>
                <a:effectLst/>
                <a:latin typeface="Open Sans"/>
              </a:rPr>
              <a:t>Диапазон масс: 0</a:t>
            </a:r>
            <a:r>
              <a:rPr lang="ru-RU" dirty="0">
                <a:solidFill>
                  <a:schemeClr val="tx1"/>
                </a:solidFill>
                <a:latin typeface="Open Sans"/>
              </a:rPr>
              <a:t>..50 кг нормируется в </a:t>
            </a:r>
            <a:r>
              <a:rPr lang="en-US" dirty="0">
                <a:solidFill>
                  <a:schemeClr val="tx1"/>
                </a:solidFill>
                <a:latin typeface="Open Sans"/>
              </a:rPr>
              <a:t>[0;100]</a:t>
            </a:r>
            <a:r>
              <a:rPr lang="ru-RU" dirty="0">
                <a:solidFill>
                  <a:schemeClr val="tx1"/>
                </a:solidFill>
                <a:latin typeface="Open Sans"/>
              </a:rPr>
              <a:t>, т.е. 1 кг соответствует 2 нормировочные единицы.</a:t>
            </a:r>
          </a:p>
          <a:p>
            <a:pPr algn="just"/>
            <a:r>
              <a:rPr lang="ru-RU" b="0" i="0" dirty="0">
                <a:solidFill>
                  <a:schemeClr val="tx1"/>
                </a:solidFill>
                <a:effectLst/>
                <a:latin typeface="Open Sans"/>
              </a:rPr>
              <a:t>Диапазо</a:t>
            </a:r>
            <a:r>
              <a:rPr lang="ru-RU" dirty="0">
                <a:solidFill>
                  <a:schemeClr val="tx1"/>
                </a:solidFill>
                <a:latin typeface="Open Sans"/>
              </a:rPr>
              <a:t>н 0..220 руб. нормируется в </a:t>
            </a:r>
            <a:r>
              <a:rPr lang="en-US" dirty="0">
                <a:solidFill>
                  <a:schemeClr val="tx1"/>
                </a:solidFill>
                <a:latin typeface="Open Sans"/>
              </a:rPr>
              <a:t>[0;100]</a:t>
            </a:r>
            <a:r>
              <a:rPr lang="ru-RU" dirty="0">
                <a:solidFill>
                  <a:schemeClr val="tx1"/>
                </a:solidFill>
                <a:latin typeface="Open Sans"/>
              </a:rPr>
              <a:t>, т.е. 1 руб.</a:t>
            </a:r>
            <a:r>
              <a:rPr lang="en-US" dirty="0">
                <a:solidFill>
                  <a:schemeClr val="tx1"/>
                </a:solidFill>
                <a:latin typeface="Open Sans"/>
              </a:rPr>
              <a:t> </a:t>
            </a:r>
            <a:r>
              <a:rPr lang="ru-RU" dirty="0">
                <a:solidFill>
                  <a:schemeClr val="tx1"/>
                </a:solidFill>
                <a:latin typeface="Open Sans"/>
              </a:rPr>
              <a:t>соответствует 0.45 нормировочных единиц</a:t>
            </a:r>
          </a:p>
          <a:p>
            <a:pPr algn="just"/>
            <a:r>
              <a:rPr lang="ru-RU" b="0" i="0" dirty="0">
                <a:solidFill>
                  <a:schemeClr val="tx1"/>
                </a:solidFill>
                <a:effectLst/>
                <a:latin typeface="Open Sans"/>
              </a:rPr>
              <a:t>Далее </a:t>
            </a:r>
            <a:r>
              <a:rPr lang="ru-RU" dirty="0">
                <a:solidFill>
                  <a:schemeClr val="tx1"/>
                </a:solidFill>
                <a:latin typeface="Open Sans"/>
              </a:rPr>
              <a:t>нормированные веса могут суммироваться или перемножаться</a:t>
            </a:r>
          </a:p>
          <a:p>
            <a:pPr lvl="1" algn="just"/>
            <a:r>
              <a:rPr lang="ru-RU" b="0" i="0" dirty="0">
                <a:solidFill>
                  <a:schemeClr val="tx1"/>
                </a:solidFill>
                <a:effectLst/>
                <a:latin typeface="Open Sans"/>
              </a:rPr>
              <a:t>20кг+100руб.=40+45=85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Open Sans"/>
              </a:rPr>
              <a:t>н.е</a:t>
            </a:r>
            <a:r>
              <a:rPr lang="ru-RU" b="0" i="0" dirty="0">
                <a:solidFill>
                  <a:schemeClr val="tx1"/>
                </a:solidFill>
                <a:effectLst/>
                <a:latin typeface="Open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38384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Задача о четырех красках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66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1628776"/>
            <a:ext cx="9360000" cy="2646446"/>
          </a:xfrm>
        </p:spPr>
        <p:txBody>
          <a:bodyPr>
            <a:normAutofit lnSpcReduction="10000"/>
          </a:bodyPr>
          <a:lstStyle/>
          <a:p>
            <a:r>
              <a:rPr lang="ru-RU" sz="1800" dirty="0"/>
              <a:t>В 1852 году Фрэнсис </a:t>
            </a:r>
            <a:r>
              <a:rPr lang="ru-RU" sz="1800" dirty="0" err="1"/>
              <a:t>Гутри</a:t>
            </a:r>
            <a:r>
              <a:rPr lang="ru-RU" sz="1800" dirty="0"/>
              <a:t>, составляя карту графств Англии, обратил внимание, что для такой цели хватает четырёх красок, Его брат, Фредерик, сообщил об этом наблюдении известному математику О. Де. Моргану, а тот — математической общественности. Точную формулировку гипотезы опубликовал А. Кэли (1878). </a:t>
            </a:r>
          </a:p>
          <a:p>
            <a:r>
              <a:rPr lang="ru-RU" sz="1800" dirty="0"/>
              <a:t>Теорема о четырёх красках — утверждение о том, что всякую карту можно раскрасить четырьмя красками так, чтобы любые две области, имеющие общий участок границы, были раскрашены в разные цвета. Под общим участком границы понимается часть линии, то есть стыки нескольких областей в одной точке общей границей для них не считаются.</a:t>
            </a:r>
            <a:endParaRPr lang="en-US" sz="1800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8C86F804-100B-4220-922D-6D21600CD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0184" y="4333623"/>
            <a:ext cx="4131871" cy="2422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489661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Планарные и </a:t>
            </a:r>
            <a:r>
              <a:rPr lang="ru-RU" dirty="0" err="1"/>
              <a:t>непланарные</a:t>
            </a:r>
            <a:r>
              <a:rPr lang="ru-RU" dirty="0"/>
              <a:t> графы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67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ru-RU" b="1" dirty="0" err="1"/>
              <a:t>Плана́рный</a:t>
            </a:r>
            <a:r>
              <a:rPr lang="ru-RU" b="1" dirty="0"/>
              <a:t> граф </a:t>
            </a:r>
            <a:r>
              <a:rPr lang="ru-RU" dirty="0"/>
              <a:t>— граф, который может быть изображён на плоскости без пересечения рёбер.</a:t>
            </a:r>
          </a:p>
          <a:p>
            <a:r>
              <a:rPr lang="ru-RU" b="1" dirty="0"/>
              <a:t>Хроматическое число графа </a:t>
            </a:r>
            <a:r>
              <a:rPr lang="ru-RU" dirty="0"/>
              <a:t>– минимальное количество красок, необходимое, чтобы 2 смежные вершины всегда были раскрашены в различные цвета</a:t>
            </a:r>
            <a:endParaRPr lang="en-US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07DFB876-155E-4B97-8507-691A67FD0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7340" y="3622714"/>
            <a:ext cx="3497559" cy="2994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52434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Грани в планарном графе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68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1625124"/>
            <a:ext cx="9360000" cy="4335712"/>
          </a:xfrm>
        </p:spPr>
        <p:txBody>
          <a:bodyPr>
            <a:normAutofit/>
          </a:bodyPr>
          <a:lstStyle/>
          <a:p>
            <a:r>
              <a:rPr lang="ru-RU" sz="1800" b="1" dirty="0"/>
              <a:t>Гранью</a:t>
            </a:r>
            <a:r>
              <a:rPr lang="ru-RU" sz="1800" dirty="0"/>
              <a:t> называется часть плоскости, ограниченная рёбрами этого графа. </a:t>
            </a:r>
          </a:p>
          <a:p>
            <a:r>
              <a:rPr lang="ru-RU" sz="1800" dirty="0"/>
              <a:t>Одна из граней будет отличаться от остальных тем, что будет иметь бесконечную площадь, такая грань называется </a:t>
            </a:r>
            <a:r>
              <a:rPr lang="ru-RU" sz="1800" b="1" dirty="0"/>
              <a:t>внешней гранью</a:t>
            </a:r>
            <a:r>
              <a:rPr lang="ru-RU" sz="1800" dirty="0"/>
              <a:t>.</a:t>
            </a:r>
            <a:endParaRPr lang="en-US" sz="1800" dirty="0"/>
          </a:p>
        </p:txBody>
      </p:sp>
      <p:sp>
        <p:nvSpPr>
          <p:cNvPr id="5" name="AutoShape 2" descr="\ |V(G)|-|E(G)|+|F(G)|=2.">
            <a:extLst>
              <a:ext uri="{FF2B5EF4-FFF2-40B4-BE49-F238E27FC236}">
                <a16:creationId xmlns:a16="http://schemas.microsoft.com/office/drawing/2014/main" id="{329542C9-7BEF-422B-A6C7-6F9E24029F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78450" y="3492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3D6918-59E1-43BF-B191-990109792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4065" y="2892085"/>
            <a:ext cx="4548770" cy="389102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8FFF14C-46B4-4726-8CF6-57B7B1704C4B}"/>
              </a:ext>
            </a:extLst>
          </p:cNvPr>
          <p:cNvCxnSpPr>
            <a:cxnSpLocks/>
          </p:cNvCxnSpPr>
          <p:nvPr/>
        </p:nvCxnSpPr>
        <p:spPr>
          <a:xfrm>
            <a:off x="4210993" y="3344150"/>
            <a:ext cx="421241" cy="837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78E147C-85DF-4A4D-8F9B-502C3092B1B9}"/>
              </a:ext>
            </a:extLst>
          </p:cNvPr>
          <p:cNvCxnSpPr>
            <a:cxnSpLocks/>
          </p:cNvCxnSpPr>
          <p:nvPr/>
        </p:nvCxnSpPr>
        <p:spPr>
          <a:xfrm>
            <a:off x="3887355" y="4068478"/>
            <a:ext cx="1276452" cy="769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60EA5E2-F63A-4DAE-ADC3-7951742C1906}"/>
              </a:ext>
            </a:extLst>
          </p:cNvPr>
          <p:cNvCxnSpPr>
            <a:cxnSpLocks/>
          </p:cNvCxnSpPr>
          <p:nvPr/>
        </p:nvCxnSpPr>
        <p:spPr>
          <a:xfrm flipH="1">
            <a:off x="6502131" y="3620237"/>
            <a:ext cx="343220" cy="658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274F1A9-88EF-4441-AE86-9090D444E707}"/>
              </a:ext>
            </a:extLst>
          </p:cNvPr>
          <p:cNvCxnSpPr>
            <a:cxnSpLocks/>
          </p:cNvCxnSpPr>
          <p:nvPr/>
        </p:nvCxnSpPr>
        <p:spPr>
          <a:xfrm>
            <a:off x="5921159" y="6226050"/>
            <a:ext cx="1233009" cy="113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326948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Формула Эйлера. </a:t>
            </a:r>
            <a:br>
              <a:rPr lang="ru-RU" dirty="0"/>
            </a:br>
            <a:r>
              <a:rPr lang="ru-RU" dirty="0"/>
              <a:t>Практическое применение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69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ru-RU" dirty="0"/>
              <a:t>Для произвольного плоского связного графа G с V вершинами, E ребрами и F гранями справедливо следующее соотношение: </a:t>
            </a:r>
            <a:r>
              <a:rPr lang="ru-RU" b="1" dirty="0"/>
              <a:t>V−E+F=2</a:t>
            </a:r>
          </a:p>
          <a:p>
            <a:r>
              <a:rPr lang="ru-RU" b="1" dirty="0"/>
              <a:t>Лемма. </a:t>
            </a:r>
            <a:r>
              <a:rPr lang="ru-RU" dirty="0"/>
              <a:t>Полный граф с пятью вершинами (К5) нельзя уложить на плоскость.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99B118-F607-424A-85CD-C820F795B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847" y="3435350"/>
            <a:ext cx="2415846" cy="236665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9" name="Рукописный ввод 38">
                <a:extLst>
                  <a:ext uri="{FF2B5EF4-FFF2-40B4-BE49-F238E27FC236}">
                    <a16:creationId xmlns:a16="http://schemas.microsoft.com/office/drawing/2014/main" id="{E0B26617-6D2D-3F4F-9284-C9EED053B69E}"/>
                  </a:ext>
                </a:extLst>
              </p14:cNvPr>
              <p14:cNvContentPartPr/>
              <p14:nvPr/>
            </p14:nvContentPartPr>
            <p14:xfrm>
              <a:off x="4275019" y="4331242"/>
              <a:ext cx="1800" cy="1800"/>
            </p14:xfrm>
          </p:contentPart>
        </mc:Choice>
        <mc:Fallback xmlns="">
          <p:pic>
            <p:nvPicPr>
              <p:cNvPr id="39" name="Рукописный ввод 38">
                <a:extLst>
                  <a:ext uri="{FF2B5EF4-FFF2-40B4-BE49-F238E27FC236}">
                    <a16:creationId xmlns:a16="http://schemas.microsoft.com/office/drawing/2014/main" id="{E0B26617-6D2D-3F4F-9284-C9EED053B6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68899" y="4325122"/>
                <a:ext cx="1404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0" name="Рукописный ввод 39">
                <a:extLst>
                  <a:ext uri="{FF2B5EF4-FFF2-40B4-BE49-F238E27FC236}">
                    <a16:creationId xmlns:a16="http://schemas.microsoft.com/office/drawing/2014/main" id="{FC187FDD-7FB2-70CE-B0FC-8775BCC85BAE}"/>
                  </a:ext>
                </a:extLst>
              </p14:cNvPr>
              <p14:cNvContentPartPr/>
              <p14:nvPr/>
            </p14:nvContentPartPr>
            <p14:xfrm>
              <a:off x="6608899" y="4339162"/>
              <a:ext cx="360" cy="360"/>
            </p14:xfrm>
          </p:contentPart>
        </mc:Choice>
        <mc:Fallback xmlns="">
          <p:pic>
            <p:nvPicPr>
              <p:cNvPr id="40" name="Рукописный ввод 39">
                <a:extLst>
                  <a:ext uri="{FF2B5EF4-FFF2-40B4-BE49-F238E27FC236}">
                    <a16:creationId xmlns:a16="http://schemas.microsoft.com/office/drawing/2014/main" id="{FC187FDD-7FB2-70CE-B0FC-8775BCC85BA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02779" y="433304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1" name="Рукописный ввод 50">
                <a:extLst>
                  <a:ext uri="{FF2B5EF4-FFF2-40B4-BE49-F238E27FC236}">
                    <a16:creationId xmlns:a16="http://schemas.microsoft.com/office/drawing/2014/main" id="{CBF36180-B1A7-52C3-AEC8-84E62A1C8487}"/>
                  </a:ext>
                </a:extLst>
              </p14:cNvPr>
              <p14:cNvContentPartPr/>
              <p14:nvPr/>
            </p14:nvContentPartPr>
            <p14:xfrm>
              <a:off x="5005099" y="4026322"/>
              <a:ext cx="360" cy="360"/>
            </p14:xfrm>
          </p:contentPart>
        </mc:Choice>
        <mc:Fallback xmlns="">
          <p:pic>
            <p:nvPicPr>
              <p:cNvPr id="51" name="Рукописный ввод 50">
                <a:extLst>
                  <a:ext uri="{FF2B5EF4-FFF2-40B4-BE49-F238E27FC236}">
                    <a16:creationId xmlns:a16="http://schemas.microsoft.com/office/drawing/2014/main" id="{CBF36180-B1A7-52C3-AEC8-84E62A1C848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98979" y="4020202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58777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Формула Эйлера. </a:t>
            </a:r>
            <a:br>
              <a:rPr lang="ru-RU" dirty="0"/>
            </a:br>
            <a:r>
              <a:rPr lang="ru-RU" dirty="0"/>
              <a:t>Практическое применение</a:t>
            </a:r>
            <a:r>
              <a:rPr lang="en-US" dirty="0"/>
              <a:t> (2)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70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99768" y="1989138"/>
            <a:ext cx="9359999" cy="849313"/>
          </a:xfrm>
        </p:spPr>
        <p:txBody>
          <a:bodyPr>
            <a:normAutofit/>
          </a:bodyPr>
          <a:lstStyle/>
          <a:p>
            <a:r>
              <a:rPr lang="ru-RU" sz="1900" dirty="0"/>
              <a:t>любой выпуклый многогранник можно изобразить в виде плоского графа</a:t>
            </a:r>
            <a:endParaRPr lang="en-US" sz="1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45004B-0CA9-4B3C-8F16-D81D8AF874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876" t="32871" r="27304" b="33571"/>
          <a:stretch/>
        </p:blipFill>
        <p:spPr>
          <a:xfrm>
            <a:off x="3079144" y="2814691"/>
            <a:ext cx="4613948" cy="19875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CD5411-D008-469B-947E-D0AFB6B89935}"/>
              </a:ext>
            </a:extLst>
          </p:cNvPr>
          <p:cNvSpPr txBox="1"/>
          <p:nvPr/>
        </p:nvSpPr>
        <p:spPr>
          <a:xfrm>
            <a:off x="2072260" y="5347232"/>
            <a:ext cx="6615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Постройте планарный граф для четырехугольной пирамиды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18495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</a:t>
            </a:r>
            <a:r>
              <a:rPr lang="ru-RU" dirty="0" err="1"/>
              <a:t>непланарного</a:t>
            </a:r>
            <a:r>
              <a:rPr lang="ru-RU" dirty="0"/>
              <a:t> графа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71</a:t>
            </a:fld>
            <a:endParaRPr lang="ru-RU" dirty="0"/>
          </a:p>
        </p:txBody>
      </p:sp>
      <p:pic>
        <p:nvPicPr>
          <p:cNvPr id="8" name="Picture 7" descr="A picture containing clock&#10;&#10;Description automatically generated">
            <a:extLst>
              <a:ext uri="{FF2B5EF4-FFF2-40B4-BE49-F238E27FC236}">
                <a16:creationId xmlns:a16="http://schemas.microsoft.com/office/drawing/2014/main" id="{BAA17846-042A-4C19-A81E-E29E3252D0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487811" y="1525973"/>
            <a:ext cx="4064071" cy="36322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AA87ED-6BEB-4B60-A00B-A190EA3D00E1}"/>
              </a:ext>
            </a:extLst>
          </p:cNvPr>
          <p:cNvSpPr txBox="1"/>
          <p:nvPr/>
        </p:nvSpPr>
        <p:spPr>
          <a:xfrm>
            <a:off x="1224947" y="5351764"/>
            <a:ext cx="8961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Пример прикладного использования: количество коммуникационных групп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55837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Области применения планарных графов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72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Прокладка дорог</a:t>
            </a:r>
          </a:p>
          <a:p>
            <a:r>
              <a:rPr lang="ru-RU" dirty="0"/>
              <a:t>Проектирование трасс проводок (электро-, электронные устройства; </a:t>
            </a:r>
            <a:r>
              <a:rPr lang="ru-RU" dirty="0" err="1"/>
              <a:t>гидропроводки</a:t>
            </a:r>
            <a:r>
              <a:rPr lang="ru-RU" dirty="0"/>
              <a:t>)</a:t>
            </a:r>
          </a:p>
          <a:p>
            <a:r>
              <a:rPr lang="ru-RU" dirty="0"/>
              <a:t>Построение схем информационных потоков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19100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365124"/>
            <a:ext cx="9360000" cy="907153"/>
          </a:xfrm>
        </p:spPr>
        <p:txBody>
          <a:bodyPr>
            <a:normAutofit/>
          </a:bodyPr>
          <a:lstStyle/>
          <a:p>
            <a:r>
              <a:rPr lang="ru-RU" dirty="0"/>
              <a:t>Задача – </a:t>
            </a:r>
            <a:r>
              <a:rPr lang="en-US" dirty="0"/>
              <a:t>12-15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73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9485" y="1572663"/>
            <a:ext cx="9355138" cy="1607225"/>
          </a:xfrm>
        </p:spPr>
        <p:txBody>
          <a:bodyPr>
            <a:normAutofit/>
          </a:bodyPr>
          <a:lstStyle/>
          <a:p>
            <a:r>
              <a:rPr lang="ru-RU" dirty="0"/>
              <a:t>Между 4 объектами необходимо проложить 6 трасс (дорог), так чтобы существовал хотя бы один путь между любыми 2мя объектами</a:t>
            </a:r>
          </a:p>
          <a:p>
            <a:r>
              <a:rPr lang="ru-RU" dirty="0"/>
              <a:t>Постройте ориентированный планарный граф, описывающий данное решение</a:t>
            </a:r>
            <a:endParaRPr lang="en-US" dirty="0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A580E498-B65C-4D34-B7C9-15312E12B6D3}"/>
              </a:ext>
            </a:extLst>
          </p:cNvPr>
          <p:cNvSpPr/>
          <p:nvPr/>
        </p:nvSpPr>
        <p:spPr>
          <a:xfrm>
            <a:off x="1220271" y="4092679"/>
            <a:ext cx="495300" cy="4267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F3402FF6-9C91-44B4-A72A-967742F23FF1}"/>
              </a:ext>
            </a:extLst>
          </p:cNvPr>
          <p:cNvSpPr/>
          <p:nvPr/>
        </p:nvSpPr>
        <p:spPr>
          <a:xfrm>
            <a:off x="1220271" y="5523230"/>
            <a:ext cx="495300" cy="4267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5C8B5575-B6FA-43A5-A33C-4B6AE13BE979}"/>
              </a:ext>
            </a:extLst>
          </p:cNvPr>
          <p:cNvSpPr/>
          <p:nvPr/>
        </p:nvSpPr>
        <p:spPr>
          <a:xfrm>
            <a:off x="4368839" y="5210333"/>
            <a:ext cx="495300" cy="4267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E5A91194-8700-47E4-9568-456AF6482EBB}"/>
              </a:ext>
            </a:extLst>
          </p:cNvPr>
          <p:cNvSpPr/>
          <p:nvPr/>
        </p:nvSpPr>
        <p:spPr>
          <a:xfrm>
            <a:off x="3412529" y="4061685"/>
            <a:ext cx="495300" cy="4267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ACB2D094-28E9-4CED-B6E7-CD5B29AF4F72}"/>
              </a:ext>
            </a:extLst>
          </p:cNvPr>
          <p:cNvCxnSpPr>
            <a:stCxn id="5" idx="6"/>
            <a:endCxn id="8" idx="2"/>
          </p:cNvCxnSpPr>
          <p:nvPr/>
        </p:nvCxnSpPr>
        <p:spPr>
          <a:xfrm flipV="1">
            <a:off x="1715571" y="4275045"/>
            <a:ext cx="1696958" cy="30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ECB06955-2F33-460D-A3CE-1DCE0C0A566B}"/>
              </a:ext>
            </a:extLst>
          </p:cNvPr>
          <p:cNvCxnSpPr>
            <a:cxnSpLocks/>
            <a:stCxn id="8" idx="3"/>
            <a:endCxn id="6" idx="7"/>
          </p:cNvCxnSpPr>
          <p:nvPr/>
        </p:nvCxnSpPr>
        <p:spPr>
          <a:xfrm flipH="1">
            <a:off x="1643036" y="4425914"/>
            <a:ext cx="1842028" cy="1159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AEFECABC-8DEC-41C5-8AE2-C2219B2FBE0F}"/>
              </a:ext>
            </a:extLst>
          </p:cNvPr>
          <p:cNvCxnSpPr>
            <a:cxnSpLocks/>
            <a:stCxn id="7" idx="2"/>
            <a:endCxn id="6" idx="6"/>
          </p:cNvCxnSpPr>
          <p:nvPr/>
        </p:nvCxnSpPr>
        <p:spPr>
          <a:xfrm flipH="1">
            <a:off x="1715571" y="5423694"/>
            <a:ext cx="2653268" cy="312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856ABD58-0877-48BD-AE28-D49875C4203E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1467922" y="4529808"/>
            <a:ext cx="1" cy="993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115897D0-F323-4230-969D-66BA93844609}"/>
              </a:ext>
            </a:extLst>
          </p:cNvPr>
          <p:cNvCxnSpPr>
            <a:cxnSpLocks/>
            <a:stCxn id="7" idx="0"/>
            <a:endCxn id="8" idx="4"/>
          </p:cNvCxnSpPr>
          <p:nvPr/>
        </p:nvCxnSpPr>
        <p:spPr>
          <a:xfrm flipH="1" flipV="1">
            <a:off x="3660179" y="4488405"/>
            <a:ext cx="956310" cy="721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Соединитель: изогнутый 32">
            <a:extLst>
              <a:ext uri="{FF2B5EF4-FFF2-40B4-BE49-F238E27FC236}">
                <a16:creationId xmlns:a16="http://schemas.microsoft.com/office/drawing/2014/main" id="{BA5AB919-C71B-413D-B95D-81CEEDD0EA4F}"/>
              </a:ext>
            </a:extLst>
          </p:cNvPr>
          <p:cNvCxnSpPr>
            <a:stCxn id="5" idx="0"/>
            <a:endCxn id="7" idx="7"/>
          </p:cNvCxnSpPr>
          <p:nvPr/>
        </p:nvCxnSpPr>
        <p:spPr>
          <a:xfrm rot="16200000" flipH="1">
            <a:off x="2539689" y="3020912"/>
            <a:ext cx="1180146" cy="3323683"/>
          </a:xfrm>
          <a:prstGeom prst="curvedConnector3">
            <a:avLst>
              <a:gd name="adj1" fmla="val -1937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Овал 37">
            <a:extLst>
              <a:ext uri="{FF2B5EF4-FFF2-40B4-BE49-F238E27FC236}">
                <a16:creationId xmlns:a16="http://schemas.microsoft.com/office/drawing/2014/main" id="{7E49A820-366B-4DDE-BB97-0664081109A7}"/>
              </a:ext>
            </a:extLst>
          </p:cNvPr>
          <p:cNvSpPr/>
          <p:nvPr/>
        </p:nvSpPr>
        <p:spPr>
          <a:xfrm>
            <a:off x="6972300" y="3658856"/>
            <a:ext cx="495300" cy="5100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>
            <a:extLst>
              <a:ext uri="{FF2B5EF4-FFF2-40B4-BE49-F238E27FC236}">
                <a16:creationId xmlns:a16="http://schemas.microsoft.com/office/drawing/2014/main" id="{800781F1-1696-4B2D-9F3F-4C29CA63C698}"/>
              </a:ext>
            </a:extLst>
          </p:cNvPr>
          <p:cNvSpPr/>
          <p:nvPr/>
        </p:nvSpPr>
        <p:spPr>
          <a:xfrm>
            <a:off x="6972300" y="4667512"/>
            <a:ext cx="495300" cy="5100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544F462E-493F-4A31-8C4F-9A36A4414160}"/>
              </a:ext>
            </a:extLst>
          </p:cNvPr>
          <p:cNvSpPr/>
          <p:nvPr/>
        </p:nvSpPr>
        <p:spPr>
          <a:xfrm>
            <a:off x="8130540" y="5325129"/>
            <a:ext cx="495300" cy="5100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9E418204-A266-462D-9C62-89E0AB951BB8}"/>
              </a:ext>
            </a:extLst>
          </p:cNvPr>
          <p:cNvSpPr/>
          <p:nvPr/>
        </p:nvSpPr>
        <p:spPr>
          <a:xfrm>
            <a:off x="5983265" y="5325129"/>
            <a:ext cx="495300" cy="5100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DBA98895-B0B6-43F5-ABFB-9778BE7742CB}"/>
              </a:ext>
            </a:extLst>
          </p:cNvPr>
          <p:cNvCxnSpPr>
            <a:cxnSpLocks/>
            <a:endCxn id="38" idx="3"/>
          </p:cNvCxnSpPr>
          <p:nvPr/>
        </p:nvCxnSpPr>
        <p:spPr>
          <a:xfrm flipV="1">
            <a:off x="6287571" y="4094189"/>
            <a:ext cx="757264" cy="1246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0F1F7A7E-FCAE-4393-AB6A-30AC060E08A3}"/>
              </a:ext>
            </a:extLst>
          </p:cNvPr>
          <p:cNvCxnSpPr>
            <a:cxnSpLocks/>
            <a:endCxn id="40" idx="2"/>
          </p:cNvCxnSpPr>
          <p:nvPr/>
        </p:nvCxnSpPr>
        <p:spPr>
          <a:xfrm>
            <a:off x="6439972" y="5493025"/>
            <a:ext cx="1690569" cy="87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6BEBFABC-83C9-405A-B5B2-26FD86431121}"/>
              </a:ext>
            </a:extLst>
          </p:cNvPr>
          <p:cNvCxnSpPr>
            <a:cxnSpLocks/>
            <a:stCxn id="38" idx="5"/>
            <a:endCxn id="40" idx="1"/>
          </p:cNvCxnSpPr>
          <p:nvPr/>
        </p:nvCxnSpPr>
        <p:spPr>
          <a:xfrm>
            <a:off x="7395065" y="4094189"/>
            <a:ext cx="808010" cy="1305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77A06B82-85F2-4364-8FD4-9CF6CC9D2B30}"/>
              </a:ext>
            </a:extLst>
          </p:cNvPr>
          <p:cNvCxnSpPr>
            <a:cxnSpLocks/>
            <a:stCxn id="39" idx="2"/>
            <a:endCxn id="41" idx="7"/>
          </p:cNvCxnSpPr>
          <p:nvPr/>
        </p:nvCxnSpPr>
        <p:spPr>
          <a:xfrm flipH="1">
            <a:off x="6406030" y="4922525"/>
            <a:ext cx="566270" cy="477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C5EDF0AD-D7D7-4BE3-8CDD-0A9371E82AAB}"/>
              </a:ext>
            </a:extLst>
          </p:cNvPr>
          <p:cNvCxnSpPr>
            <a:cxnSpLocks/>
            <a:endCxn id="38" idx="4"/>
          </p:cNvCxnSpPr>
          <p:nvPr/>
        </p:nvCxnSpPr>
        <p:spPr>
          <a:xfrm flipV="1">
            <a:off x="7219318" y="4168880"/>
            <a:ext cx="633" cy="441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id="{41D536B1-CDF6-42A8-9766-4A0C8A86871E}"/>
              </a:ext>
            </a:extLst>
          </p:cNvPr>
          <p:cNvCxnSpPr>
            <a:cxnSpLocks/>
            <a:stCxn id="40" idx="1"/>
            <a:endCxn id="39" idx="5"/>
          </p:cNvCxnSpPr>
          <p:nvPr/>
        </p:nvCxnSpPr>
        <p:spPr>
          <a:xfrm flipH="1" flipV="1">
            <a:off x="7395065" y="5102845"/>
            <a:ext cx="808010" cy="296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599503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Стохастические или </a:t>
            </a:r>
            <a:br>
              <a:rPr lang="ru-RU" dirty="0"/>
            </a:br>
            <a:r>
              <a:rPr lang="ru-RU" dirty="0"/>
              <a:t>вероятностные графы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74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1975961"/>
            <a:ext cx="9360000" cy="3735028"/>
          </a:xfrm>
        </p:spPr>
        <p:txBody>
          <a:bodyPr>
            <a:normAutofit/>
          </a:bodyPr>
          <a:lstStyle/>
          <a:p>
            <a:r>
              <a:rPr lang="ru-RU" b="1" dirty="0"/>
              <a:t>Стохастическая модель </a:t>
            </a:r>
            <a:r>
              <a:rPr lang="ru-RU" dirty="0"/>
              <a:t>– это модель, где учитываются случайные факторы.</a:t>
            </a:r>
          </a:p>
          <a:p>
            <a:r>
              <a:rPr lang="ru-RU" b="1" dirty="0"/>
              <a:t>Стохастический граф </a:t>
            </a:r>
            <a:r>
              <a:rPr lang="ru-RU" dirty="0"/>
              <a:t>– граф, построенный на основе модели с учетом вероятности случайных факторов</a:t>
            </a:r>
          </a:p>
          <a:p>
            <a:r>
              <a:rPr lang="ru-RU" dirty="0"/>
              <a:t>Стохастический граф </a:t>
            </a:r>
            <a:r>
              <a:rPr lang="en-US" dirty="0"/>
              <a:t>G(V,U)</a:t>
            </a:r>
            <a:r>
              <a:rPr lang="ru-RU" dirty="0"/>
              <a:t>, отображающий процесс в целом, получается объединением графов </a:t>
            </a:r>
            <a:r>
              <a:rPr lang="en-US" dirty="0"/>
              <a:t>G’(V’,U’) </a:t>
            </a:r>
            <a:r>
              <a:rPr lang="ru-RU" dirty="0"/>
              <a:t>с подстановкой всего множества дуг (</a:t>
            </a:r>
            <a:r>
              <a:rPr lang="en-US" dirty="0" err="1"/>
              <a:t>vi,vj</a:t>
            </a:r>
            <a:r>
              <a:rPr lang="en-US" dirty="0"/>
              <a:t>)</a:t>
            </a:r>
            <a:r>
              <a:rPr lang="ru-RU" dirty="0"/>
              <a:t>, которые отображают альтернативы, предусматриваемые для вершин.</a:t>
            </a:r>
          </a:p>
          <a:p>
            <a:r>
              <a:rPr lang="ru-RU" b="1" dirty="0"/>
              <a:t>Области применения</a:t>
            </a:r>
            <a:r>
              <a:rPr lang="ru-RU" dirty="0"/>
              <a:t>: стратегический менеджмент, экспертные системы (СППР); системы управления технологическими процессами с элементами вероятностного характера.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9561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ru-RU" sz="3400"/>
              <a:t>Пример задачи по оценке действий пользователя. </a:t>
            </a:r>
            <a:r>
              <a:rPr lang="en-US" sz="3400"/>
              <a:t>Customer journey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519AFA1-E01F-4869-9A2C-AE6B64FF5724}" type="slidenum">
              <a:rPr lang="ru-RU" smtClean="0"/>
              <a:pPr>
                <a:spcAft>
                  <a:spcPts val="600"/>
                </a:spcAft>
              </a:pPr>
              <a:t>75</a:t>
            </a:fld>
            <a:endParaRPr lang="ru-RU"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FA46C498-BE7F-4EAB-A305-6E5141418B1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ru-RU" b="1" dirty="0" err="1"/>
              <a:t>customer</a:t>
            </a:r>
            <a:r>
              <a:rPr lang="ru-RU" b="1" dirty="0"/>
              <a:t> </a:t>
            </a:r>
            <a:r>
              <a:rPr lang="ru-RU" b="1" dirty="0" err="1"/>
              <a:t>journey</a:t>
            </a:r>
            <a:r>
              <a:rPr lang="ru-RU" b="1" dirty="0"/>
              <a:t> </a:t>
            </a:r>
            <a:r>
              <a:rPr lang="ru-RU" dirty="0"/>
              <a:t>— это визуализированный путь покупателя, который он проходит от момента возникновения потребности в определенном продукте и до момента совершения покупки.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C631279-F002-4972-BD78-043E537239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02" t="-48" r="29928" b="-764"/>
          <a:stretch/>
        </p:blipFill>
        <p:spPr>
          <a:xfrm>
            <a:off x="3612227" y="3328081"/>
            <a:ext cx="3547786" cy="2621869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7292519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ru-RU" sz="3400" dirty="0"/>
              <a:t>Пример</a:t>
            </a:r>
            <a:endParaRPr lang="en-US" sz="3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519AFA1-E01F-4869-9A2C-AE6B64FF5724}" type="slidenum">
              <a:rPr lang="ru-RU" smtClean="0"/>
              <a:pPr>
                <a:spcAft>
                  <a:spcPts val="600"/>
                </a:spcAft>
              </a:pPr>
              <a:t>76</a:t>
            </a:fld>
            <a:endParaRPr lang="ru-RU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4EE2068-B9A2-4810-841B-FD4FC088E5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029" t="1338" r="2162" b="10909"/>
          <a:stretch/>
        </p:blipFill>
        <p:spPr>
          <a:xfrm>
            <a:off x="891499" y="1625124"/>
            <a:ext cx="8989241" cy="474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57181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151971"/>
            <a:ext cx="9360000" cy="1473154"/>
          </a:xfrm>
        </p:spPr>
        <p:txBody>
          <a:bodyPr anchor="ctr">
            <a:normAutofit/>
          </a:bodyPr>
          <a:lstStyle/>
          <a:p>
            <a:r>
              <a:rPr lang="ru-RU" sz="3400" dirty="0"/>
              <a:t>Пример</a:t>
            </a:r>
            <a:r>
              <a:rPr lang="en-US" sz="3400" dirty="0"/>
              <a:t> IKEA</a:t>
            </a:r>
            <a:br>
              <a:rPr lang="ru-RU" sz="3400" dirty="0"/>
            </a:br>
            <a:endParaRPr lang="en-US" sz="3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519AFA1-E01F-4869-9A2C-AE6B64FF5724}" type="slidenum">
              <a:rPr lang="ru-RU">
                <a:solidFill>
                  <a:prstClr val="white"/>
                </a:solidFill>
              </a:rPr>
              <a:pPr>
                <a:spcAft>
                  <a:spcPts val="600"/>
                </a:spcAft>
                <a:defRPr/>
              </a:pPr>
              <a:t>77</a:t>
            </a:fld>
            <a:endParaRPr lang="ru-RU">
              <a:solidFill>
                <a:prstClr val="white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6DC9D6-5CDC-445C-9DC7-DF9B3FBC8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128" y="863334"/>
            <a:ext cx="5541744" cy="57612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7ABF7F-6DE7-46EE-B948-7CFAB78309A2}"/>
              </a:ext>
            </a:extLst>
          </p:cNvPr>
          <p:cNvSpPr txBox="1"/>
          <p:nvPr/>
        </p:nvSpPr>
        <p:spPr>
          <a:xfrm>
            <a:off x="5661660" y="1000760"/>
            <a:ext cx="965200" cy="256540"/>
          </a:xfrm>
          <a:prstGeom prst="rect">
            <a:avLst/>
          </a:prstGeom>
          <a:solidFill>
            <a:srgbClr val="EEEFF1"/>
          </a:solidFill>
        </p:spPr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ru-RU" b="1" dirty="0">
                <a:solidFill>
                  <a:srgbClr val="666769"/>
                </a:solidFill>
              </a:rPr>
              <a:t>В МАГАЗИНЕ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F904C3-D3D9-43A6-AAE4-A98B33147C32}"/>
              </a:ext>
            </a:extLst>
          </p:cNvPr>
          <p:cNvSpPr txBox="1"/>
          <p:nvPr/>
        </p:nvSpPr>
        <p:spPr>
          <a:xfrm rot="18063809">
            <a:off x="7562718" y="4770062"/>
            <a:ext cx="1374485" cy="256540"/>
          </a:xfrm>
          <a:prstGeom prst="rect">
            <a:avLst/>
          </a:prstGeom>
          <a:solidFill>
            <a:srgbClr val="EEEFF1"/>
          </a:solidFill>
        </p:spPr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ru-RU" b="1" dirty="0">
                <a:solidFill>
                  <a:srgbClr val="666769"/>
                </a:solidFill>
              </a:rPr>
              <a:t>ВНЕ МАГАЗИНА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9D146E-7A76-4765-A93E-76717A930525}"/>
              </a:ext>
            </a:extLst>
          </p:cNvPr>
          <p:cNvSpPr txBox="1"/>
          <p:nvPr/>
        </p:nvSpPr>
        <p:spPr>
          <a:xfrm rot="3427839">
            <a:off x="3467100" y="4829752"/>
            <a:ext cx="965200" cy="256540"/>
          </a:xfrm>
          <a:prstGeom prst="rect">
            <a:avLst/>
          </a:prstGeom>
          <a:solidFill>
            <a:srgbClr val="EEEFF1"/>
          </a:solidFill>
        </p:spPr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ru-RU" b="1" dirty="0">
                <a:solidFill>
                  <a:srgbClr val="666769"/>
                </a:solidFill>
              </a:rPr>
              <a:t>ОНЛАЙН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A0EC3F-0DF0-4031-99B9-6DEEC1E3A0EA}"/>
              </a:ext>
            </a:extLst>
          </p:cNvPr>
          <p:cNvSpPr txBox="1"/>
          <p:nvPr/>
        </p:nvSpPr>
        <p:spPr>
          <a:xfrm>
            <a:off x="4956932" y="6497522"/>
            <a:ext cx="662819" cy="78972"/>
          </a:xfrm>
          <a:prstGeom prst="rect">
            <a:avLst/>
          </a:prstGeom>
          <a:solidFill>
            <a:srgbClr val="D82086"/>
          </a:solidFill>
        </p:spPr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ru-RU" sz="700" b="1" dirty="0">
                <a:solidFill>
                  <a:prstClr val="white"/>
                </a:solidFill>
              </a:rPr>
              <a:t>ПОИСК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4E464E-84AD-4423-9816-5C9436FE4A26}"/>
              </a:ext>
            </a:extLst>
          </p:cNvPr>
          <p:cNvSpPr txBox="1"/>
          <p:nvPr/>
        </p:nvSpPr>
        <p:spPr>
          <a:xfrm>
            <a:off x="5764591" y="6497522"/>
            <a:ext cx="662819" cy="78972"/>
          </a:xfrm>
          <a:prstGeom prst="rect">
            <a:avLst/>
          </a:prstGeom>
          <a:solidFill>
            <a:srgbClr val="FA9021"/>
          </a:solidFill>
        </p:spPr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ru-RU" sz="600" b="1" dirty="0">
                <a:solidFill>
                  <a:prstClr val="white"/>
                </a:solidFill>
              </a:rPr>
              <a:t>ИССЛЕДОВАНИЕ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EAA827-9875-4F77-B154-6E797DFBBC5E}"/>
              </a:ext>
            </a:extLst>
          </p:cNvPr>
          <p:cNvSpPr txBox="1"/>
          <p:nvPr/>
        </p:nvSpPr>
        <p:spPr>
          <a:xfrm>
            <a:off x="6570345" y="6497522"/>
            <a:ext cx="662819" cy="78972"/>
          </a:xfrm>
          <a:prstGeom prst="rect">
            <a:avLst/>
          </a:prstGeom>
          <a:solidFill>
            <a:srgbClr val="6CCFF6"/>
          </a:solidFill>
        </p:spPr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ru-RU" sz="600" b="1" dirty="0">
                <a:solidFill>
                  <a:prstClr val="white"/>
                </a:solidFill>
              </a:rPr>
              <a:t>МЕЧТЫ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19DDE3-DED2-42B2-A47F-108F196C8F65}"/>
              </a:ext>
            </a:extLst>
          </p:cNvPr>
          <p:cNvSpPr txBox="1"/>
          <p:nvPr/>
        </p:nvSpPr>
        <p:spPr>
          <a:xfrm>
            <a:off x="4678045" y="3838284"/>
            <a:ext cx="662819" cy="112686"/>
          </a:xfrm>
          <a:prstGeom prst="rect">
            <a:avLst/>
          </a:prstGeom>
          <a:solidFill>
            <a:srgbClr val="BEBFC1"/>
          </a:solidFill>
        </p:spPr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ru-RU" sz="600" b="1" dirty="0">
                <a:solidFill>
                  <a:prstClr val="black"/>
                </a:solidFill>
              </a:rPr>
              <a:t>ВЕБ-САЙТ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BBA140-B157-45A2-A6B0-7BDF03120711}"/>
              </a:ext>
            </a:extLst>
          </p:cNvPr>
          <p:cNvSpPr txBox="1"/>
          <p:nvPr/>
        </p:nvSpPr>
        <p:spPr>
          <a:xfrm>
            <a:off x="4956932" y="4941570"/>
            <a:ext cx="255149" cy="169545"/>
          </a:xfrm>
          <a:prstGeom prst="rect">
            <a:avLst/>
          </a:prstGeom>
          <a:solidFill>
            <a:srgbClr val="BEBFC1"/>
          </a:solidFill>
        </p:spPr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en-US" sz="350" b="1" dirty="0">
                <a:solidFill>
                  <a:prstClr val="black"/>
                </a:solidFill>
                <a:latin typeface="Myriad Pro"/>
              </a:rPr>
              <a:t>ИГРА SIMS 2</a:t>
            </a:r>
            <a:endParaRPr lang="ru-RU" sz="350" b="1" dirty="0">
              <a:solidFill>
                <a:prstClr val="black"/>
              </a:solidFill>
            </a:endParaRPr>
          </a:p>
          <a:p>
            <a:pPr algn="ctr">
              <a:defRPr/>
            </a:pPr>
            <a:r>
              <a:rPr lang="en-US" sz="350" b="1" dirty="0">
                <a:solidFill>
                  <a:prstClr val="black"/>
                </a:solidFill>
                <a:latin typeface="Myriad Pro"/>
              </a:rPr>
              <a:t>HOME STUFF</a:t>
            </a:r>
            <a:endParaRPr lang="ru-RU" sz="350" b="1" dirty="0">
              <a:solidFill>
                <a:prstClr val="black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E63E68-D7DA-4154-B768-CA1D8BFB58B5}"/>
              </a:ext>
            </a:extLst>
          </p:cNvPr>
          <p:cNvSpPr txBox="1"/>
          <p:nvPr/>
        </p:nvSpPr>
        <p:spPr>
          <a:xfrm>
            <a:off x="4840606" y="5238751"/>
            <a:ext cx="272415" cy="62865"/>
          </a:xfrm>
          <a:prstGeom prst="rect">
            <a:avLst/>
          </a:prstGeom>
          <a:solidFill>
            <a:srgbClr val="BEBFC1"/>
          </a:solidFill>
        </p:spPr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en-US" sz="350" b="1" dirty="0">
                <a:solidFill>
                  <a:prstClr val="black"/>
                </a:solidFill>
                <a:latin typeface="Myriad Pro"/>
              </a:rPr>
              <a:t>AR</a:t>
            </a:r>
            <a:endParaRPr lang="ru-RU" sz="350" b="1" dirty="0">
              <a:solidFill>
                <a:prstClr val="black"/>
              </a:solidFill>
            </a:endParaRPr>
          </a:p>
          <a:p>
            <a:pPr algn="ctr">
              <a:defRPr/>
            </a:pPr>
            <a:r>
              <a:rPr lang="ru-RU" sz="350" b="1" dirty="0">
                <a:solidFill>
                  <a:prstClr val="black"/>
                </a:solidFill>
              </a:rPr>
              <a:t>ПРИЛОЖЕНИЕ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44781C-9CA8-4EF3-A2AD-351BDA10E006}"/>
              </a:ext>
            </a:extLst>
          </p:cNvPr>
          <p:cNvSpPr txBox="1"/>
          <p:nvPr/>
        </p:nvSpPr>
        <p:spPr>
          <a:xfrm>
            <a:off x="4612006" y="5397819"/>
            <a:ext cx="272415" cy="62865"/>
          </a:xfrm>
          <a:prstGeom prst="rect">
            <a:avLst/>
          </a:prstGeom>
          <a:solidFill>
            <a:srgbClr val="BEBFC1"/>
          </a:solidFill>
        </p:spPr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ru-RU" sz="350" b="1" dirty="0">
                <a:solidFill>
                  <a:prstClr val="black"/>
                </a:solidFill>
              </a:rPr>
              <a:t>ПК</a:t>
            </a:r>
          </a:p>
          <a:p>
            <a:pPr algn="ctr">
              <a:defRPr/>
            </a:pPr>
            <a:r>
              <a:rPr lang="ru-RU" sz="350" b="1" dirty="0">
                <a:solidFill>
                  <a:prstClr val="black"/>
                </a:solidFill>
              </a:rPr>
              <a:t>ПРИЛОЖЕНИЕ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86F3EC-703F-4232-93E9-5341B10E5C7B}"/>
              </a:ext>
            </a:extLst>
          </p:cNvPr>
          <p:cNvSpPr txBox="1"/>
          <p:nvPr/>
        </p:nvSpPr>
        <p:spPr>
          <a:xfrm>
            <a:off x="4162426" y="4103371"/>
            <a:ext cx="245745" cy="62865"/>
          </a:xfrm>
          <a:prstGeom prst="rect">
            <a:avLst/>
          </a:prstGeom>
          <a:solidFill>
            <a:srgbClr val="BEBFC1"/>
          </a:solidFill>
        </p:spPr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en-US" sz="350" b="1" dirty="0">
                <a:solidFill>
                  <a:prstClr val="black"/>
                </a:solidFill>
                <a:latin typeface="Myriad Pro"/>
              </a:rPr>
              <a:t>IKEA LIVE</a:t>
            </a:r>
            <a:endParaRPr lang="ru-RU" sz="350" b="1" dirty="0">
              <a:solidFill>
                <a:prstClr val="black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E75333-3A95-45CE-9DCA-0BF3CAF58149}"/>
              </a:ext>
            </a:extLst>
          </p:cNvPr>
          <p:cNvSpPr txBox="1"/>
          <p:nvPr/>
        </p:nvSpPr>
        <p:spPr>
          <a:xfrm>
            <a:off x="4181475" y="3338334"/>
            <a:ext cx="430530" cy="112686"/>
          </a:xfrm>
          <a:prstGeom prst="rect">
            <a:avLst/>
          </a:prstGeom>
          <a:solidFill>
            <a:srgbClr val="BEBFC1"/>
          </a:solidFill>
        </p:spPr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ru-RU" sz="500" b="1" dirty="0">
                <a:solidFill>
                  <a:prstClr val="black"/>
                </a:solidFill>
              </a:rPr>
              <a:t>ПЛАНИРОВЩИК</a:t>
            </a:r>
            <a:endParaRPr lang="en-US" sz="500" b="1" dirty="0">
              <a:solidFill>
                <a:prstClr val="black"/>
              </a:solidFill>
              <a:latin typeface="Myriad Pro"/>
            </a:endParaRPr>
          </a:p>
          <a:p>
            <a:pPr algn="ctr">
              <a:defRPr/>
            </a:pPr>
            <a:r>
              <a:rPr lang="ru-RU" sz="500" b="1" dirty="0">
                <a:solidFill>
                  <a:prstClr val="black"/>
                </a:solidFill>
              </a:rPr>
              <a:t>КУХНИ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7435CE-AD87-4B1A-B805-B9003BD6DDDD}"/>
              </a:ext>
            </a:extLst>
          </p:cNvPr>
          <p:cNvSpPr txBox="1"/>
          <p:nvPr/>
        </p:nvSpPr>
        <p:spPr>
          <a:xfrm>
            <a:off x="6953886" y="2675890"/>
            <a:ext cx="245745" cy="132080"/>
          </a:xfrm>
          <a:prstGeom prst="rect">
            <a:avLst/>
          </a:prstGeom>
          <a:solidFill>
            <a:srgbClr val="BEBFC1"/>
          </a:solidFill>
        </p:spPr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ru-RU" sz="350" b="1" dirty="0">
                <a:solidFill>
                  <a:prstClr val="black"/>
                </a:solidFill>
              </a:rPr>
              <a:t>СИНИЕ И</a:t>
            </a:r>
            <a:endParaRPr lang="en-US" sz="350" b="1" dirty="0">
              <a:solidFill>
                <a:prstClr val="black"/>
              </a:solidFill>
              <a:latin typeface="Myriad Pro"/>
            </a:endParaRPr>
          </a:p>
          <a:p>
            <a:pPr algn="ctr">
              <a:defRPr/>
            </a:pPr>
            <a:r>
              <a:rPr lang="ru-RU" sz="350" b="1" dirty="0">
                <a:solidFill>
                  <a:prstClr val="black"/>
                </a:solidFill>
              </a:rPr>
              <a:t>ЖЕЛТЫЕ</a:t>
            </a:r>
            <a:endParaRPr lang="en-US" sz="350" b="1" dirty="0">
              <a:solidFill>
                <a:prstClr val="black"/>
              </a:solidFill>
              <a:latin typeface="Myriad Pro"/>
            </a:endParaRPr>
          </a:p>
          <a:p>
            <a:pPr algn="ctr">
              <a:defRPr/>
            </a:pPr>
            <a:r>
              <a:rPr lang="ru-RU" sz="350" b="1" dirty="0">
                <a:solidFill>
                  <a:prstClr val="black"/>
                </a:solidFill>
              </a:rPr>
              <a:t>СУМКИ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A54F6E-30D3-41E0-A890-0327AF5DF678}"/>
              </a:ext>
            </a:extLst>
          </p:cNvPr>
          <p:cNvSpPr txBox="1"/>
          <p:nvPr/>
        </p:nvSpPr>
        <p:spPr>
          <a:xfrm>
            <a:off x="6957696" y="1430020"/>
            <a:ext cx="210820" cy="132080"/>
          </a:xfrm>
          <a:custGeom>
            <a:avLst/>
            <a:gdLst>
              <a:gd name="connsiteX0" fmla="*/ 0 w 245745"/>
              <a:gd name="connsiteY0" fmla="*/ 0 h 132080"/>
              <a:gd name="connsiteX1" fmla="*/ 245745 w 245745"/>
              <a:gd name="connsiteY1" fmla="*/ 0 h 132080"/>
              <a:gd name="connsiteX2" fmla="*/ 245745 w 245745"/>
              <a:gd name="connsiteY2" fmla="*/ 132080 h 132080"/>
              <a:gd name="connsiteX3" fmla="*/ 0 w 245745"/>
              <a:gd name="connsiteY3" fmla="*/ 132080 h 132080"/>
              <a:gd name="connsiteX4" fmla="*/ 0 w 245745"/>
              <a:gd name="connsiteY4" fmla="*/ 0 h 132080"/>
              <a:gd name="connsiteX0" fmla="*/ 0 w 245745"/>
              <a:gd name="connsiteY0" fmla="*/ 0 h 132080"/>
              <a:gd name="connsiteX1" fmla="*/ 245745 w 245745"/>
              <a:gd name="connsiteY1" fmla="*/ 0 h 132080"/>
              <a:gd name="connsiteX2" fmla="*/ 245745 w 245745"/>
              <a:gd name="connsiteY2" fmla="*/ 132080 h 132080"/>
              <a:gd name="connsiteX3" fmla="*/ 1905 w 245745"/>
              <a:gd name="connsiteY3" fmla="*/ 99695 h 132080"/>
              <a:gd name="connsiteX4" fmla="*/ 0 w 245745"/>
              <a:gd name="connsiteY4" fmla="*/ 0 h 132080"/>
              <a:gd name="connsiteX0" fmla="*/ 0 w 245745"/>
              <a:gd name="connsiteY0" fmla="*/ 0 h 132080"/>
              <a:gd name="connsiteX1" fmla="*/ 245745 w 245745"/>
              <a:gd name="connsiteY1" fmla="*/ 0 h 132080"/>
              <a:gd name="connsiteX2" fmla="*/ 245745 w 245745"/>
              <a:gd name="connsiteY2" fmla="*/ 132080 h 132080"/>
              <a:gd name="connsiteX3" fmla="*/ 75565 w 245745"/>
              <a:gd name="connsiteY3" fmla="*/ 111125 h 132080"/>
              <a:gd name="connsiteX4" fmla="*/ 1905 w 245745"/>
              <a:gd name="connsiteY4" fmla="*/ 99695 h 132080"/>
              <a:gd name="connsiteX5" fmla="*/ 0 w 245745"/>
              <a:gd name="connsiteY5" fmla="*/ 0 h 132080"/>
              <a:gd name="connsiteX0" fmla="*/ 0 w 245745"/>
              <a:gd name="connsiteY0" fmla="*/ 0 h 132080"/>
              <a:gd name="connsiteX1" fmla="*/ 245745 w 245745"/>
              <a:gd name="connsiteY1" fmla="*/ 0 h 132080"/>
              <a:gd name="connsiteX2" fmla="*/ 245745 w 245745"/>
              <a:gd name="connsiteY2" fmla="*/ 132080 h 132080"/>
              <a:gd name="connsiteX3" fmla="*/ 35560 w 245745"/>
              <a:gd name="connsiteY3" fmla="*/ 130175 h 132080"/>
              <a:gd name="connsiteX4" fmla="*/ 1905 w 245745"/>
              <a:gd name="connsiteY4" fmla="*/ 99695 h 132080"/>
              <a:gd name="connsiteX5" fmla="*/ 0 w 245745"/>
              <a:gd name="connsiteY5" fmla="*/ 0 h 132080"/>
              <a:gd name="connsiteX0" fmla="*/ 0 w 245745"/>
              <a:gd name="connsiteY0" fmla="*/ 0 h 132080"/>
              <a:gd name="connsiteX1" fmla="*/ 245745 w 245745"/>
              <a:gd name="connsiteY1" fmla="*/ 0 h 132080"/>
              <a:gd name="connsiteX2" fmla="*/ 245745 w 245745"/>
              <a:gd name="connsiteY2" fmla="*/ 132080 h 132080"/>
              <a:gd name="connsiteX3" fmla="*/ 35560 w 245745"/>
              <a:gd name="connsiteY3" fmla="*/ 130175 h 132080"/>
              <a:gd name="connsiteX4" fmla="*/ 0 w 245745"/>
              <a:gd name="connsiteY4" fmla="*/ 78740 h 132080"/>
              <a:gd name="connsiteX5" fmla="*/ 0 w 245745"/>
              <a:gd name="connsiteY5" fmla="*/ 0 h 132080"/>
              <a:gd name="connsiteX0" fmla="*/ 0 w 245745"/>
              <a:gd name="connsiteY0" fmla="*/ 0 h 132080"/>
              <a:gd name="connsiteX1" fmla="*/ 245745 w 245745"/>
              <a:gd name="connsiteY1" fmla="*/ 0 h 132080"/>
              <a:gd name="connsiteX2" fmla="*/ 245745 w 245745"/>
              <a:gd name="connsiteY2" fmla="*/ 132080 h 132080"/>
              <a:gd name="connsiteX3" fmla="*/ 35560 w 245745"/>
              <a:gd name="connsiteY3" fmla="*/ 130175 h 132080"/>
              <a:gd name="connsiteX4" fmla="*/ 0 w 245745"/>
              <a:gd name="connsiteY4" fmla="*/ 78740 h 132080"/>
              <a:gd name="connsiteX5" fmla="*/ 0 w 245745"/>
              <a:gd name="connsiteY5" fmla="*/ 0 h 132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5745" h="132080">
                <a:moveTo>
                  <a:pt x="0" y="0"/>
                </a:moveTo>
                <a:lnTo>
                  <a:pt x="245745" y="0"/>
                </a:lnTo>
                <a:lnTo>
                  <a:pt x="245745" y="132080"/>
                </a:lnTo>
                <a:lnTo>
                  <a:pt x="35560" y="130175"/>
                </a:lnTo>
                <a:cubicBezTo>
                  <a:pt x="23707" y="113030"/>
                  <a:pt x="17568" y="86360"/>
                  <a:pt x="0" y="78740"/>
                </a:cubicBezTo>
                <a:lnTo>
                  <a:pt x="0" y="0"/>
                </a:lnTo>
                <a:close/>
              </a:path>
            </a:pathLst>
          </a:custGeom>
          <a:solidFill>
            <a:srgbClr val="BEBFC1"/>
          </a:solidFill>
        </p:spPr>
        <p:txBody>
          <a:bodyPr wrap="none" rtlCol="0" anchor="ctr">
            <a:noAutofit/>
          </a:bodyPr>
          <a:lstStyle/>
          <a:p>
            <a:pPr algn="ctr">
              <a:defRPr/>
            </a:pPr>
            <a:endParaRPr lang="ru-RU" sz="350" b="1" dirty="0">
              <a:solidFill>
                <a:prstClr val="black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4AD993-70A8-4DF9-AAC1-F01EDC8D2AB4}"/>
              </a:ext>
            </a:extLst>
          </p:cNvPr>
          <p:cNvSpPr txBox="1"/>
          <p:nvPr/>
        </p:nvSpPr>
        <p:spPr>
          <a:xfrm>
            <a:off x="6955791" y="1430021"/>
            <a:ext cx="212725" cy="94817"/>
          </a:xfrm>
          <a:custGeom>
            <a:avLst/>
            <a:gdLst>
              <a:gd name="connsiteX0" fmla="*/ 0 w 245745"/>
              <a:gd name="connsiteY0" fmla="*/ 0 h 132080"/>
              <a:gd name="connsiteX1" fmla="*/ 245745 w 245745"/>
              <a:gd name="connsiteY1" fmla="*/ 0 h 132080"/>
              <a:gd name="connsiteX2" fmla="*/ 245745 w 245745"/>
              <a:gd name="connsiteY2" fmla="*/ 132080 h 132080"/>
              <a:gd name="connsiteX3" fmla="*/ 0 w 245745"/>
              <a:gd name="connsiteY3" fmla="*/ 132080 h 132080"/>
              <a:gd name="connsiteX4" fmla="*/ 0 w 245745"/>
              <a:gd name="connsiteY4" fmla="*/ 0 h 132080"/>
              <a:gd name="connsiteX0" fmla="*/ 0 w 245745"/>
              <a:gd name="connsiteY0" fmla="*/ 0 h 132080"/>
              <a:gd name="connsiteX1" fmla="*/ 245745 w 245745"/>
              <a:gd name="connsiteY1" fmla="*/ 0 h 132080"/>
              <a:gd name="connsiteX2" fmla="*/ 245745 w 245745"/>
              <a:gd name="connsiteY2" fmla="*/ 132080 h 132080"/>
              <a:gd name="connsiteX3" fmla="*/ 1905 w 245745"/>
              <a:gd name="connsiteY3" fmla="*/ 99695 h 132080"/>
              <a:gd name="connsiteX4" fmla="*/ 0 w 245745"/>
              <a:gd name="connsiteY4" fmla="*/ 0 h 132080"/>
              <a:gd name="connsiteX0" fmla="*/ 0 w 245745"/>
              <a:gd name="connsiteY0" fmla="*/ 0 h 132080"/>
              <a:gd name="connsiteX1" fmla="*/ 245745 w 245745"/>
              <a:gd name="connsiteY1" fmla="*/ 0 h 132080"/>
              <a:gd name="connsiteX2" fmla="*/ 245745 w 245745"/>
              <a:gd name="connsiteY2" fmla="*/ 132080 h 132080"/>
              <a:gd name="connsiteX3" fmla="*/ 75565 w 245745"/>
              <a:gd name="connsiteY3" fmla="*/ 111125 h 132080"/>
              <a:gd name="connsiteX4" fmla="*/ 1905 w 245745"/>
              <a:gd name="connsiteY4" fmla="*/ 99695 h 132080"/>
              <a:gd name="connsiteX5" fmla="*/ 0 w 245745"/>
              <a:gd name="connsiteY5" fmla="*/ 0 h 132080"/>
              <a:gd name="connsiteX0" fmla="*/ 0 w 245745"/>
              <a:gd name="connsiteY0" fmla="*/ 0 h 132080"/>
              <a:gd name="connsiteX1" fmla="*/ 245745 w 245745"/>
              <a:gd name="connsiteY1" fmla="*/ 0 h 132080"/>
              <a:gd name="connsiteX2" fmla="*/ 245745 w 245745"/>
              <a:gd name="connsiteY2" fmla="*/ 132080 h 132080"/>
              <a:gd name="connsiteX3" fmla="*/ 35560 w 245745"/>
              <a:gd name="connsiteY3" fmla="*/ 130175 h 132080"/>
              <a:gd name="connsiteX4" fmla="*/ 1905 w 245745"/>
              <a:gd name="connsiteY4" fmla="*/ 99695 h 132080"/>
              <a:gd name="connsiteX5" fmla="*/ 0 w 245745"/>
              <a:gd name="connsiteY5" fmla="*/ 0 h 132080"/>
              <a:gd name="connsiteX0" fmla="*/ 0 w 245745"/>
              <a:gd name="connsiteY0" fmla="*/ 0 h 132080"/>
              <a:gd name="connsiteX1" fmla="*/ 245745 w 245745"/>
              <a:gd name="connsiteY1" fmla="*/ 0 h 132080"/>
              <a:gd name="connsiteX2" fmla="*/ 245745 w 245745"/>
              <a:gd name="connsiteY2" fmla="*/ 132080 h 132080"/>
              <a:gd name="connsiteX3" fmla="*/ 35560 w 245745"/>
              <a:gd name="connsiteY3" fmla="*/ 130175 h 132080"/>
              <a:gd name="connsiteX4" fmla="*/ 0 w 245745"/>
              <a:gd name="connsiteY4" fmla="*/ 78740 h 132080"/>
              <a:gd name="connsiteX5" fmla="*/ 0 w 245745"/>
              <a:gd name="connsiteY5" fmla="*/ 0 h 132080"/>
              <a:gd name="connsiteX0" fmla="*/ 0 w 245745"/>
              <a:gd name="connsiteY0" fmla="*/ 0 h 132080"/>
              <a:gd name="connsiteX1" fmla="*/ 245745 w 245745"/>
              <a:gd name="connsiteY1" fmla="*/ 0 h 132080"/>
              <a:gd name="connsiteX2" fmla="*/ 245745 w 245745"/>
              <a:gd name="connsiteY2" fmla="*/ 132080 h 132080"/>
              <a:gd name="connsiteX3" fmla="*/ 35560 w 245745"/>
              <a:gd name="connsiteY3" fmla="*/ 130175 h 132080"/>
              <a:gd name="connsiteX4" fmla="*/ 0 w 245745"/>
              <a:gd name="connsiteY4" fmla="*/ 78740 h 132080"/>
              <a:gd name="connsiteX5" fmla="*/ 0 w 245745"/>
              <a:gd name="connsiteY5" fmla="*/ 0 h 132080"/>
              <a:gd name="connsiteX0" fmla="*/ 2221 w 247966"/>
              <a:gd name="connsiteY0" fmla="*/ 0 h 132080"/>
              <a:gd name="connsiteX1" fmla="*/ 247966 w 247966"/>
              <a:gd name="connsiteY1" fmla="*/ 0 h 132080"/>
              <a:gd name="connsiteX2" fmla="*/ 247966 w 247966"/>
              <a:gd name="connsiteY2" fmla="*/ 132080 h 132080"/>
              <a:gd name="connsiteX3" fmla="*/ 37781 w 247966"/>
              <a:gd name="connsiteY3" fmla="*/ 130175 h 132080"/>
              <a:gd name="connsiteX4" fmla="*/ 0 w 247966"/>
              <a:gd name="connsiteY4" fmla="*/ 46897 h 132080"/>
              <a:gd name="connsiteX5" fmla="*/ 2221 w 247966"/>
              <a:gd name="connsiteY5" fmla="*/ 0 h 132080"/>
              <a:gd name="connsiteX0" fmla="*/ 2221 w 247966"/>
              <a:gd name="connsiteY0" fmla="*/ 0 h 132080"/>
              <a:gd name="connsiteX1" fmla="*/ 247966 w 247966"/>
              <a:gd name="connsiteY1" fmla="*/ 0 h 132080"/>
              <a:gd name="connsiteX2" fmla="*/ 247966 w 247966"/>
              <a:gd name="connsiteY2" fmla="*/ 132080 h 132080"/>
              <a:gd name="connsiteX3" fmla="*/ 88855 w 247966"/>
              <a:gd name="connsiteY3" fmla="*/ 108945 h 132080"/>
              <a:gd name="connsiteX4" fmla="*/ 0 w 247966"/>
              <a:gd name="connsiteY4" fmla="*/ 46897 h 132080"/>
              <a:gd name="connsiteX5" fmla="*/ 2221 w 247966"/>
              <a:gd name="connsiteY5" fmla="*/ 0 h 132080"/>
              <a:gd name="connsiteX0" fmla="*/ 2221 w 247966"/>
              <a:gd name="connsiteY0" fmla="*/ 0 h 132080"/>
              <a:gd name="connsiteX1" fmla="*/ 247966 w 247966"/>
              <a:gd name="connsiteY1" fmla="*/ 0 h 132080"/>
              <a:gd name="connsiteX2" fmla="*/ 247966 w 247966"/>
              <a:gd name="connsiteY2" fmla="*/ 132080 h 132080"/>
              <a:gd name="connsiteX3" fmla="*/ 0 w 247966"/>
              <a:gd name="connsiteY3" fmla="*/ 46897 h 132080"/>
              <a:gd name="connsiteX4" fmla="*/ 2221 w 247966"/>
              <a:gd name="connsiteY4" fmla="*/ 0 h 132080"/>
              <a:gd name="connsiteX0" fmla="*/ 2221 w 247966"/>
              <a:gd name="connsiteY0" fmla="*/ 0 h 132080"/>
              <a:gd name="connsiteX1" fmla="*/ 247966 w 247966"/>
              <a:gd name="connsiteY1" fmla="*/ 0 h 132080"/>
              <a:gd name="connsiteX2" fmla="*/ 247966 w 247966"/>
              <a:gd name="connsiteY2" fmla="*/ 132080 h 132080"/>
              <a:gd name="connsiteX3" fmla="*/ 0 w 247966"/>
              <a:gd name="connsiteY3" fmla="*/ 44243 h 132080"/>
              <a:gd name="connsiteX4" fmla="*/ 2221 w 247966"/>
              <a:gd name="connsiteY4" fmla="*/ 0 h 132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966" h="132080">
                <a:moveTo>
                  <a:pt x="2221" y="0"/>
                </a:moveTo>
                <a:lnTo>
                  <a:pt x="247966" y="0"/>
                </a:lnTo>
                <a:lnTo>
                  <a:pt x="247966" y="132080"/>
                </a:lnTo>
                <a:lnTo>
                  <a:pt x="0" y="44243"/>
                </a:lnTo>
                <a:lnTo>
                  <a:pt x="2221" y="0"/>
                </a:lnTo>
                <a:close/>
              </a:path>
            </a:pathLst>
          </a:custGeom>
          <a:solidFill>
            <a:srgbClr val="B96A10"/>
          </a:solidFill>
        </p:spPr>
        <p:txBody>
          <a:bodyPr wrap="none" rtlCol="0" anchor="ctr">
            <a:noAutofit/>
          </a:bodyPr>
          <a:lstStyle/>
          <a:p>
            <a:pPr algn="ctr">
              <a:defRPr/>
            </a:pPr>
            <a:endParaRPr lang="ru-RU" sz="350" b="1" dirty="0">
              <a:solidFill>
                <a:prstClr val="black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7E7E9A-9736-48A8-B4CC-93AD81BBA777}"/>
              </a:ext>
            </a:extLst>
          </p:cNvPr>
          <p:cNvSpPr txBox="1"/>
          <p:nvPr/>
        </p:nvSpPr>
        <p:spPr>
          <a:xfrm>
            <a:off x="6953885" y="1425575"/>
            <a:ext cx="245745" cy="132080"/>
          </a:xfrm>
          <a:custGeom>
            <a:avLst/>
            <a:gdLst>
              <a:gd name="connsiteX0" fmla="*/ 0 w 245745"/>
              <a:gd name="connsiteY0" fmla="*/ 0 h 132080"/>
              <a:gd name="connsiteX1" fmla="*/ 245745 w 245745"/>
              <a:gd name="connsiteY1" fmla="*/ 0 h 132080"/>
              <a:gd name="connsiteX2" fmla="*/ 245745 w 245745"/>
              <a:gd name="connsiteY2" fmla="*/ 132080 h 132080"/>
              <a:gd name="connsiteX3" fmla="*/ 0 w 245745"/>
              <a:gd name="connsiteY3" fmla="*/ 132080 h 132080"/>
              <a:gd name="connsiteX4" fmla="*/ 0 w 245745"/>
              <a:gd name="connsiteY4" fmla="*/ 0 h 132080"/>
              <a:gd name="connsiteX0" fmla="*/ 0 w 245745"/>
              <a:gd name="connsiteY0" fmla="*/ 0 h 132080"/>
              <a:gd name="connsiteX1" fmla="*/ 245745 w 245745"/>
              <a:gd name="connsiteY1" fmla="*/ 0 h 132080"/>
              <a:gd name="connsiteX2" fmla="*/ 245745 w 245745"/>
              <a:gd name="connsiteY2" fmla="*/ 132080 h 132080"/>
              <a:gd name="connsiteX3" fmla="*/ 1905 w 245745"/>
              <a:gd name="connsiteY3" fmla="*/ 99695 h 132080"/>
              <a:gd name="connsiteX4" fmla="*/ 0 w 245745"/>
              <a:gd name="connsiteY4" fmla="*/ 0 h 132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745" h="132080">
                <a:moveTo>
                  <a:pt x="0" y="0"/>
                </a:moveTo>
                <a:lnTo>
                  <a:pt x="245745" y="0"/>
                </a:lnTo>
                <a:lnTo>
                  <a:pt x="245745" y="132080"/>
                </a:lnTo>
                <a:lnTo>
                  <a:pt x="1905" y="99695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ru-RU" sz="350" b="1" dirty="0">
                <a:solidFill>
                  <a:prstClr val="black"/>
                </a:solidFill>
              </a:rPr>
              <a:t>ПРОДУКТОВЫЙ</a:t>
            </a:r>
            <a:endParaRPr lang="en-US" sz="350" b="1" dirty="0">
              <a:solidFill>
                <a:prstClr val="black"/>
              </a:solidFill>
              <a:latin typeface="Myriad Pro"/>
            </a:endParaRPr>
          </a:p>
          <a:p>
            <a:pPr algn="ctr">
              <a:defRPr/>
            </a:pPr>
            <a:r>
              <a:rPr lang="ru-RU" sz="350" b="1" dirty="0">
                <a:solidFill>
                  <a:prstClr val="black"/>
                </a:solidFill>
              </a:rPr>
              <a:t>РЫНОК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70FA99-1C53-44CD-B4D5-C4AB96E9F10B}"/>
              </a:ext>
            </a:extLst>
          </p:cNvPr>
          <p:cNvSpPr txBox="1"/>
          <p:nvPr/>
        </p:nvSpPr>
        <p:spPr>
          <a:xfrm>
            <a:off x="6993255" y="1716369"/>
            <a:ext cx="208279" cy="145415"/>
          </a:xfrm>
          <a:custGeom>
            <a:avLst/>
            <a:gdLst>
              <a:gd name="connsiteX0" fmla="*/ 0 w 225424"/>
              <a:gd name="connsiteY0" fmla="*/ 0 h 132080"/>
              <a:gd name="connsiteX1" fmla="*/ 225424 w 225424"/>
              <a:gd name="connsiteY1" fmla="*/ 0 h 132080"/>
              <a:gd name="connsiteX2" fmla="*/ 225424 w 225424"/>
              <a:gd name="connsiteY2" fmla="*/ 132080 h 132080"/>
              <a:gd name="connsiteX3" fmla="*/ 0 w 225424"/>
              <a:gd name="connsiteY3" fmla="*/ 132080 h 132080"/>
              <a:gd name="connsiteX4" fmla="*/ 0 w 225424"/>
              <a:gd name="connsiteY4" fmla="*/ 0 h 132080"/>
              <a:gd name="connsiteX0" fmla="*/ 0 w 225424"/>
              <a:gd name="connsiteY0" fmla="*/ 0 h 135890"/>
              <a:gd name="connsiteX1" fmla="*/ 225424 w 225424"/>
              <a:gd name="connsiteY1" fmla="*/ 0 h 135890"/>
              <a:gd name="connsiteX2" fmla="*/ 48259 w 225424"/>
              <a:gd name="connsiteY2" fmla="*/ 135890 h 135890"/>
              <a:gd name="connsiteX3" fmla="*/ 0 w 225424"/>
              <a:gd name="connsiteY3" fmla="*/ 132080 h 135890"/>
              <a:gd name="connsiteX4" fmla="*/ 0 w 225424"/>
              <a:gd name="connsiteY4" fmla="*/ 0 h 135890"/>
              <a:gd name="connsiteX0" fmla="*/ 0 w 225424"/>
              <a:gd name="connsiteY0" fmla="*/ 0 h 135890"/>
              <a:gd name="connsiteX1" fmla="*/ 225424 w 225424"/>
              <a:gd name="connsiteY1" fmla="*/ 0 h 135890"/>
              <a:gd name="connsiteX2" fmla="*/ 48259 w 225424"/>
              <a:gd name="connsiteY2" fmla="*/ 135890 h 135890"/>
              <a:gd name="connsiteX3" fmla="*/ 0 w 225424"/>
              <a:gd name="connsiteY3" fmla="*/ 132080 h 135890"/>
              <a:gd name="connsiteX4" fmla="*/ 0 w 225424"/>
              <a:gd name="connsiteY4" fmla="*/ 0 h 135890"/>
              <a:gd name="connsiteX0" fmla="*/ 0 w 208279"/>
              <a:gd name="connsiteY0" fmla="*/ 9525 h 145415"/>
              <a:gd name="connsiteX1" fmla="*/ 208279 w 208279"/>
              <a:gd name="connsiteY1" fmla="*/ 0 h 145415"/>
              <a:gd name="connsiteX2" fmla="*/ 48259 w 208279"/>
              <a:gd name="connsiteY2" fmla="*/ 145415 h 145415"/>
              <a:gd name="connsiteX3" fmla="*/ 0 w 208279"/>
              <a:gd name="connsiteY3" fmla="*/ 141605 h 145415"/>
              <a:gd name="connsiteX4" fmla="*/ 0 w 208279"/>
              <a:gd name="connsiteY4" fmla="*/ 9525 h 145415"/>
              <a:gd name="connsiteX0" fmla="*/ 5715 w 208279"/>
              <a:gd name="connsiteY0" fmla="*/ 0 h 149225"/>
              <a:gd name="connsiteX1" fmla="*/ 208279 w 208279"/>
              <a:gd name="connsiteY1" fmla="*/ 3810 h 149225"/>
              <a:gd name="connsiteX2" fmla="*/ 48259 w 208279"/>
              <a:gd name="connsiteY2" fmla="*/ 149225 h 149225"/>
              <a:gd name="connsiteX3" fmla="*/ 0 w 208279"/>
              <a:gd name="connsiteY3" fmla="*/ 145415 h 149225"/>
              <a:gd name="connsiteX4" fmla="*/ 5715 w 208279"/>
              <a:gd name="connsiteY4" fmla="*/ 0 h 149225"/>
              <a:gd name="connsiteX0" fmla="*/ 5715 w 208279"/>
              <a:gd name="connsiteY0" fmla="*/ 0 h 149225"/>
              <a:gd name="connsiteX1" fmla="*/ 208279 w 208279"/>
              <a:gd name="connsiteY1" fmla="*/ 3810 h 149225"/>
              <a:gd name="connsiteX2" fmla="*/ 42544 w 208279"/>
              <a:gd name="connsiteY2" fmla="*/ 149225 h 149225"/>
              <a:gd name="connsiteX3" fmla="*/ 0 w 208279"/>
              <a:gd name="connsiteY3" fmla="*/ 145415 h 149225"/>
              <a:gd name="connsiteX4" fmla="*/ 5715 w 208279"/>
              <a:gd name="connsiteY4" fmla="*/ 0 h 149225"/>
              <a:gd name="connsiteX0" fmla="*/ 5715 w 208279"/>
              <a:gd name="connsiteY0" fmla="*/ 0 h 149225"/>
              <a:gd name="connsiteX1" fmla="*/ 208279 w 208279"/>
              <a:gd name="connsiteY1" fmla="*/ 3810 h 149225"/>
              <a:gd name="connsiteX2" fmla="*/ 42544 w 208279"/>
              <a:gd name="connsiteY2" fmla="*/ 149225 h 149225"/>
              <a:gd name="connsiteX3" fmla="*/ 0 w 208279"/>
              <a:gd name="connsiteY3" fmla="*/ 145415 h 149225"/>
              <a:gd name="connsiteX4" fmla="*/ 5715 w 208279"/>
              <a:gd name="connsiteY4" fmla="*/ 0 h 149225"/>
              <a:gd name="connsiteX0" fmla="*/ 5715 w 208279"/>
              <a:gd name="connsiteY0" fmla="*/ 0 h 149225"/>
              <a:gd name="connsiteX1" fmla="*/ 208279 w 208279"/>
              <a:gd name="connsiteY1" fmla="*/ 3810 h 149225"/>
              <a:gd name="connsiteX2" fmla="*/ 42544 w 208279"/>
              <a:gd name="connsiteY2" fmla="*/ 149225 h 149225"/>
              <a:gd name="connsiteX3" fmla="*/ 0 w 208279"/>
              <a:gd name="connsiteY3" fmla="*/ 145415 h 149225"/>
              <a:gd name="connsiteX4" fmla="*/ 5715 w 208279"/>
              <a:gd name="connsiteY4" fmla="*/ 0 h 149225"/>
              <a:gd name="connsiteX0" fmla="*/ 5715 w 208279"/>
              <a:gd name="connsiteY0" fmla="*/ 0 h 145415"/>
              <a:gd name="connsiteX1" fmla="*/ 208279 w 208279"/>
              <a:gd name="connsiteY1" fmla="*/ 3810 h 145415"/>
              <a:gd name="connsiteX2" fmla="*/ 36829 w 208279"/>
              <a:gd name="connsiteY2" fmla="*/ 143510 h 145415"/>
              <a:gd name="connsiteX3" fmla="*/ 0 w 208279"/>
              <a:gd name="connsiteY3" fmla="*/ 145415 h 145415"/>
              <a:gd name="connsiteX4" fmla="*/ 5715 w 208279"/>
              <a:gd name="connsiteY4" fmla="*/ 0 h 145415"/>
              <a:gd name="connsiteX0" fmla="*/ 5715 w 208279"/>
              <a:gd name="connsiteY0" fmla="*/ 0 h 145415"/>
              <a:gd name="connsiteX1" fmla="*/ 208279 w 208279"/>
              <a:gd name="connsiteY1" fmla="*/ 3810 h 145415"/>
              <a:gd name="connsiteX2" fmla="*/ 36829 w 208279"/>
              <a:gd name="connsiteY2" fmla="*/ 143510 h 145415"/>
              <a:gd name="connsiteX3" fmla="*/ 0 w 208279"/>
              <a:gd name="connsiteY3" fmla="*/ 145415 h 145415"/>
              <a:gd name="connsiteX4" fmla="*/ 5715 w 208279"/>
              <a:gd name="connsiteY4" fmla="*/ 0 h 145415"/>
              <a:gd name="connsiteX0" fmla="*/ 5715 w 208279"/>
              <a:gd name="connsiteY0" fmla="*/ 0 h 145415"/>
              <a:gd name="connsiteX1" fmla="*/ 208279 w 208279"/>
              <a:gd name="connsiteY1" fmla="*/ 3810 h 145415"/>
              <a:gd name="connsiteX2" fmla="*/ 36829 w 208279"/>
              <a:gd name="connsiteY2" fmla="*/ 143510 h 145415"/>
              <a:gd name="connsiteX3" fmla="*/ 0 w 208279"/>
              <a:gd name="connsiteY3" fmla="*/ 145415 h 145415"/>
              <a:gd name="connsiteX4" fmla="*/ 5715 w 208279"/>
              <a:gd name="connsiteY4" fmla="*/ 0 h 145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279" h="145415">
                <a:moveTo>
                  <a:pt x="5715" y="0"/>
                </a:moveTo>
                <a:lnTo>
                  <a:pt x="208279" y="3810"/>
                </a:lnTo>
                <a:cubicBezTo>
                  <a:pt x="139699" y="47202"/>
                  <a:pt x="80644" y="84878"/>
                  <a:pt x="36829" y="143510"/>
                </a:cubicBezTo>
                <a:lnTo>
                  <a:pt x="0" y="145415"/>
                </a:lnTo>
                <a:lnTo>
                  <a:pt x="5715" y="0"/>
                </a:lnTo>
                <a:close/>
              </a:path>
            </a:pathLst>
          </a:custGeom>
          <a:solidFill>
            <a:srgbClr val="BEBFC1"/>
          </a:solidFill>
        </p:spPr>
        <p:txBody>
          <a:bodyPr wrap="none" lIns="36000" rtlCol="0" anchor="ctr">
            <a:noAutofit/>
          </a:bodyPr>
          <a:lstStyle/>
          <a:p>
            <a:pPr algn="ctr">
              <a:defRPr/>
            </a:pPr>
            <a:endParaRPr lang="ru-RU" sz="350" b="1" dirty="0">
              <a:solidFill>
                <a:prstClr val="black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77C684-EC58-43F9-8644-3CF559E92797}"/>
              </a:ext>
            </a:extLst>
          </p:cNvPr>
          <p:cNvSpPr txBox="1"/>
          <p:nvPr/>
        </p:nvSpPr>
        <p:spPr>
          <a:xfrm>
            <a:off x="7046278" y="1711808"/>
            <a:ext cx="175894" cy="208280"/>
          </a:xfrm>
          <a:custGeom>
            <a:avLst/>
            <a:gdLst>
              <a:gd name="connsiteX0" fmla="*/ 0 w 208279"/>
              <a:gd name="connsiteY0" fmla="*/ 0 h 145415"/>
              <a:gd name="connsiteX1" fmla="*/ 208279 w 208279"/>
              <a:gd name="connsiteY1" fmla="*/ 0 h 145415"/>
              <a:gd name="connsiteX2" fmla="*/ 208279 w 208279"/>
              <a:gd name="connsiteY2" fmla="*/ 145415 h 145415"/>
              <a:gd name="connsiteX3" fmla="*/ 0 w 208279"/>
              <a:gd name="connsiteY3" fmla="*/ 145415 h 145415"/>
              <a:gd name="connsiteX4" fmla="*/ 0 w 208279"/>
              <a:gd name="connsiteY4" fmla="*/ 0 h 145415"/>
              <a:gd name="connsiteX0" fmla="*/ 0 w 208279"/>
              <a:gd name="connsiteY0" fmla="*/ 85725 h 145415"/>
              <a:gd name="connsiteX1" fmla="*/ 208279 w 208279"/>
              <a:gd name="connsiteY1" fmla="*/ 0 h 145415"/>
              <a:gd name="connsiteX2" fmla="*/ 208279 w 208279"/>
              <a:gd name="connsiteY2" fmla="*/ 145415 h 145415"/>
              <a:gd name="connsiteX3" fmla="*/ 0 w 208279"/>
              <a:gd name="connsiteY3" fmla="*/ 145415 h 145415"/>
              <a:gd name="connsiteX4" fmla="*/ 0 w 208279"/>
              <a:gd name="connsiteY4" fmla="*/ 85725 h 145415"/>
              <a:gd name="connsiteX0" fmla="*/ 0 w 208279"/>
              <a:gd name="connsiteY0" fmla="*/ 133350 h 193040"/>
              <a:gd name="connsiteX1" fmla="*/ 168274 w 208279"/>
              <a:gd name="connsiteY1" fmla="*/ 0 h 193040"/>
              <a:gd name="connsiteX2" fmla="*/ 208279 w 208279"/>
              <a:gd name="connsiteY2" fmla="*/ 193040 h 193040"/>
              <a:gd name="connsiteX3" fmla="*/ 0 w 208279"/>
              <a:gd name="connsiteY3" fmla="*/ 193040 h 193040"/>
              <a:gd name="connsiteX4" fmla="*/ 0 w 208279"/>
              <a:gd name="connsiteY4" fmla="*/ 133350 h 193040"/>
              <a:gd name="connsiteX0" fmla="*/ 0 w 208279"/>
              <a:gd name="connsiteY0" fmla="*/ 133350 h 193040"/>
              <a:gd name="connsiteX1" fmla="*/ 168274 w 208279"/>
              <a:gd name="connsiteY1" fmla="*/ 0 h 193040"/>
              <a:gd name="connsiteX2" fmla="*/ 208279 w 208279"/>
              <a:gd name="connsiteY2" fmla="*/ 193040 h 193040"/>
              <a:gd name="connsiteX3" fmla="*/ 0 w 208279"/>
              <a:gd name="connsiteY3" fmla="*/ 193040 h 193040"/>
              <a:gd name="connsiteX4" fmla="*/ 0 w 208279"/>
              <a:gd name="connsiteY4" fmla="*/ 133350 h 193040"/>
              <a:gd name="connsiteX0" fmla="*/ 0 w 208279"/>
              <a:gd name="connsiteY0" fmla="*/ 133350 h 193040"/>
              <a:gd name="connsiteX1" fmla="*/ 168274 w 208279"/>
              <a:gd name="connsiteY1" fmla="*/ 0 h 193040"/>
              <a:gd name="connsiteX2" fmla="*/ 208279 w 208279"/>
              <a:gd name="connsiteY2" fmla="*/ 193040 h 193040"/>
              <a:gd name="connsiteX3" fmla="*/ 0 w 208279"/>
              <a:gd name="connsiteY3" fmla="*/ 193040 h 193040"/>
              <a:gd name="connsiteX4" fmla="*/ 0 w 208279"/>
              <a:gd name="connsiteY4" fmla="*/ 133350 h 193040"/>
              <a:gd name="connsiteX0" fmla="*/ 0 w 177799"/>
              <a:gd name="connsiteY0" fmla="*/ 133350 h 193040"/>
              <a:gd name="connsiteX1" fmla="*/ 168274 w 177799"/>
              <a:gd name="connsiteY1" fmla="*/ 0 h 193040"/>
              <a:gd name="connsiteX2" fmla="*/ 177799 w 177799"/>
              <a:gd name="connsiteY2" fmla="*/ 97790 h 193040"/>
              <a:gd name="connsiteX3" fmla="*/ 0 w 177799"/>
              <a:gd name="connsiteY3" fmla="*/ 193040 h 193040"/>
              <a:gd name="connsiteX4" fmla="*/ 0 w 177799"/>
              <a:gd name="connsiteY4" fmla="*/ 133350 h 193040"/>
              <a:gd name="connsiteX0" fmla="*/ 0 w 177799"/>
              <a:gd name="connsiteY0" fmla="*/ 133350 h 208280"/>
              <a:gd name="connsiteX1" fmla="*/ 168274 w 177799"/>
              <a:gd name="connsiteY1" fmla="*/ 0 h 208280"/>
              <a:gd name="connsiteX2" fmla="*/ 177799 w 177799"/>
              <a:gd name="connsiteY2" fmla="*/ 97790 h 208280"/>
              <a:gd name="connsiteX3" fmla="*/ 30480 w 177799"/>
              <a:gd name="connsiteY3" fmla="*/ 208280 h 208280"/>
              <a:gd name="connsiteX4" fmla="*/ 0 w 177799"/>
              <a:gd name="connsiteY4" fmla="*/ 133350 h 208280"/>
              <a:gd name="connsiteX0" fmla="*/ 0 w 177799"/>
              <a:gd name="connsiteY0" fmla="*/ 133350 h 208280"/>
              <a:gd name="connsiteX1" fmla="*/ 168274 w 177799"/>
              <a:gd name="connsiteY1" fmla="*/ 0 h 208280"/>
              <a:gd name="connsiteX2" fmla="*/ 177799 w 177799"/>
              <a:gd name="connsiteY2" fmla="*/ 97790 h 208280"/>
              <a:gd name="connsiteX3" fmla="*/ 30480 w 177799"/>
              <a:gd name="connsiteY3" fmla="*/ 208280 h 208280"/>
              <a:gd name="connsiteX4" fmla="*/ 0 w 177799"/>
              <a:gd name="connsiteY4" fmla="*/ 133350 h 208280"/>
              <a:gd name="connsiteX0" fmla="*/ 0 w 177799"/>
              <a:gd name="connsiteY0" fmla="*/ 133350 h 208280"/>
              <a:gd name="connsiteX1" fmla="*/ 168274 w 177799"/>
              <a:gd name="connsiteY1" fmla="*/ 0 h 208280"/>
              <a:gd name="connsiteX2" fmla="*/ 177799 w 177799"/>
              <a:gd name="connsiteY2" fmla="*/ 97790 h 208280"/>
              <a:gd name="connsiteX3" fmla="*/ 30480 w 177799"/>
              <a:gd name="connsiteY3" fmla="*/ 208280 h 208280"/>
              <a:gd name="connsiteX4" fmla="*/ 0 w 177799"/>
              <a:gd name="connsiteY4" fmla="*/ 133350 h 208280"/>
              <a:gd name="connsiteX0" fmla="*/ 0 w 177799"/>
              <a:gd name="connsiteY0" fmla="*/ 133350 h 208280"/>
              <a:gd name="connsiteX1" fmla="*/ 168274 w 177799"/>
              <a:gd name="connsiteY1" fmla="*/ 0 h 208280"/>
              <a:gd name="connsiteX2" fmla="*/ 177799 w 177799"/>
              <a:gd name="connsiteY2" fmla="*/ 97790 h 208280"/>
              <a:gd name="connsiteX3" fmla="*/ 30480 w 177799"/>
              <a:gd name="connsiteY3" fmla="*/ 208280 h 208280"/>
              <a:gd name="connsiteX4" fmla="*/ 0 w 177799"/>
              <a:gd name="connsiteY4" fmla="*/ 133350 h 208280"/>
              <a:gd name="connsiteX0" fmla="*/ 0 w 172084"/>
              <a:gd name="connsiteY0" fmla="*/ 133350 h 208280"/>
              <a:gd name="connsiteX1" fmla="*/ 168274 w 172084"/>
              <a:gd name="connsiteY1" fmla="*/ 0 h 208280"/>
              <a:gd name="connsiteX2" fmla="*/ 172084 w 172084"/>
              <a:gd name="connsiteY2" fmla="*/ 92075 h 208280"/>
              <a:gd name="connsiteX3" fmla="*/ 30480 w 172084"/>
              <a:gd name="connsiteY3" fmla="*/ 208280 h 208280"/>
              <a:gd name="connsiteX4" fmla="*/ 0 w 172084"/>
              <a:gd name="connsiteY4" fmla="*/ 133350 h 208280"/>
              <a:gd name="connsiteX0" fmla="*/ 0 w 172084"/>
              <a:gd name="connsiteY0" fmla="*/ 133350 h 208280"/>
              <a:gd name="connsiteX1" fmla="*/ 168274 w 172084"/>
              <a:gd name="connsiteY1" fmla="*/ 0 h 208280"/>
              <a:gd name="connsiteX2" fmla="*/ 172084 w 172084"/>
              <a:gd name="connsiteY2" fmla="*/ 92075 h 208280"/>
              <a:gd name="connsiteX3" fmla="*/ 30480 w 172084"/>
              <a:gd name="connsiteY3" fmla="*/ 208280 h 208280"/>
              <a:gd name="connsiteX4" fmla="*/ 0 w 172084"/>
              <a:gd name="connsiteY4" fmla="*/ 133350 h 208280"/>
              <a:gd name="connsiteX0" fmla="*/ 0 w 172084"/>
              <a:gd name="connsiteY0" fmla="*/ 133350 h 208280"/>
              <a:gd name="connsiteX1" fmla="*/ 168274 w 172084"/>
              <a:gd name="connsiteY1" fmla="*/ 0 h 208280"/>
              <a:gd name="connsiteX2" fmla="*/ 172084 w 172084"/>
              <a:gd name="connsiteY2" fmla="*/ 92075 h 208280"/>
              <a:gd name="connsiteX3" fmla="*/ 30480 w 172084"/>
              <a:gd name="connsiteY3" fmla="*/ 208280 h 208280"/>
              <a:gd name="connsiteX4" fmla="*/ 0 w 172084"/>
              <a:gd name="connsiteY4" fmla="*/ 133350 h 208280"/>
              <a:gd name="connsiteX0" fmla="*/ 0 w 175894"/>
              <a:gd name="connsiteY0" fmla="*/ 133350 h 208280"/>
              <a:gd name="connsiteX1" fmla="*/ 172084 w 175894"/>
              <a:gd name="connsiteY1" fmla="*/ 0 h 208280"/>
              <a:gd name="connsiteX2" fmla="*/ 175894 w 175894"/>
              <a:gd name="connsiteY2" fmla="*/ 92075 h 208280"/>
              <a:gd name="connsiteX3" fmla="*/ 34290 w 175894"/>
              <a:gd name="connsiteY3" fmla="*/ 208280 h 208280"/>
              <a:gd name="connsiteX4" fmla="*/ 0 w 175894"/>
              <a:gd name="connsiteY4" fmla="*/ 133350 h 20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894" h="208280">
                <a:moveTo>
                  <a:pt x="0" y="133350"/>
                </a:moveTo>
                <a:cubicBezTo>
                  <a:pt x="29421" y="79375"/>
                  <a:pt x="104563" y="33020"/>
                  <a:pt x="172084" y="0"/>
                </a:cubicBezTo>
                <a:lnTo>
                  <a:pt x="175894" y="92075"/>
                </a:lnTo>
                <a:cubicBezTo>
                  <a:pt x="119168" y="123190"/>
                  <a:pt x="68156" y="158115"/>
                  <a:pt x="34290" y="208280"/>
                </a:cubicBezTo>
                <a:lnTo>
                  <a:pt x="0" y="133350"/>
                </a:lnTo>
                <a:close/>
              </a:path>
            </a:pathLst>
          </a:custGeom>
          <a:solidFill>
            <a:srgbClr val="B06F0D"/>
          </a:solidFill>
        </p:spPr>
        <p:txBody>
          <a:bodyPr wrap="none" lIns="36000" rtlCol="0" anchor="ctr">
            <a:noAutofit/>
          </a:bodyPr>
          <a:lstStyle/>
          <a:p>
            <a:pPr algn="ctr">
              <a:defRPr/>
            </a:pPr>
            <a:endParaRPr lang="ru-RU" sz="350" b="1" dirty="0">
              <a:solidFill>
                <a:prstClr val="black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A69379-EE65-49E1-99B8-F6D4C287ABEB}"/>
              </a:ext>
            </a:extLst>
          </p:cNvPr>
          <p:cNvSpPr txBox="1"/>
          <p:nvPr/>
        </p:nvSpPr>
        <p:spPr>
          <a:xfrm>
            <a:off x="6993254" y="1729703"/>
            <a:ext cx="225424" cy="132080"/>
          </a:xfrm>
          <a:prstGeom prst="rect">
            <a:avLst/>
          </a:prstGeom>
          <a:noFill/>
        </p:spPr>
        <p:txBody>
          <a:bodyPr wrap="none" lIns="36000" rtlCol="0" anchor="ctr">
            <a:noAutofit/>
          </a:bodyPr>
          <a:lstStyle/>
          <a:p>
            <a:pPr algn="ctr">
              <a:defRPr/>
            </a:pPr>
            <a:r>
              <a:rPr lang="ru-RU" sz="350" b="1" dirty="0">
                <a:solidFill>
                  <a:prstClr val="black"/>
                </a:solidFill>
              </a:rPr>
              <a:t>ПРАЗДНИКИ</a:t>
            </a:r>
            <a:endParaRPr lang="en-US" sz="350" b="1" dirty="0">
              <a:solidFill>
                <a:prstClr val="black"/>
              </a:solidFill>
              <a:latin typeface="Myriad Pro"/>
            </a:endParaRPr>
          </a:p>
          <a:p>
            <a:pPr algn="ctr">
              <a:defRPr/>
            </a:pPr>
            <a:r>
              <a:rPr lang="ru-RU" sz="350" b="1" dirty="0">
                <a:solidFill>
                  <a:prstClr val="black"/>
                </a:solidFill>
              </a:rPr>
              <a:t>РАКОВ </a:t>
            </a:r>
            <a:r>
              <a:rPr lang="en-US" sz="350" b="1" dirty="0">
                <a:solidFill>
                  <a:prstClr val="black"/>
                </a:solidFill>
                <a:latin typeface="Myriad Pro"/>
              </a:rPr>
              <a:t>IKEA</a:t>
            </a:r>
            <a:endParaRPr lang="ru-RU" sz="350" b="1" dirty="0">
              <a:solidFill>
                <a:prstClr val="black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CAC656-5AFD-4268-9338-C2A8BF974DE5}"/>
              </a:ext>
            </a:extLst>
          </p:cNvPr>
          <p:cNvSpPr txBox="1"/>
          <p:nvPr/>
        </p:nvSpPr>
        <p:spPr>
          <a:xfrm>
            <a:off x="5518846" y="1546225"/>
            <a:ext cx="245745" cy="132080"/>
          </a:xfrm>
          <a:prstGeom prst="rect">
            <a:avLst/>
          </a:prstGeom>
          <a:solidFill>
            <a:srgbClr val="BEBFC1"/>
          </a:solidFill>
        </p:spPr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ru-RU" sz="350" b="1" dirty="0">
                <a:solidFill>
                  <a:prstClr val="black"/>
                </a:solidFill>
              </a:rPr>
              <a:t>ДЕМО</a:t>
            </a:r>
            <a:endParaRPr lang="en-US" sz="350" b="1" dirty="0">
              <a:solidFill>
                <a:prstClr val="black"/>
              </a:solidFill>
              <a:latin typeface="Myriad Pro"/>
            </a:endParaRPr>
          </a:p>
          <a:p>
            <a:pPr algn="ctr">
              <a:defRPr/>
            </a:pPr>
            <a:r>
              <a:rPr lang="ru-RU" sz="350" b="1" dirty="0">
                <a:solidFill>
                  <a:prstClr val="black"/>
                </a:solidFill>
              </a:rPr>
              <a:t>ПРОДУКТА</a:t>
            </a:r>
            <a:endParaRPr lang="en-US" sz="350" b="1" dirty="0">
              <a:solidFill>
                <a:prstClr val="black"/>
              </a:solidFill>
              <a:latin typeface="Myriad Pro"/>
            </a:endParaRPr>
          </a:p>
          <a:p>
            <a:pPr algn="ctr">
              <a:defRPr/>
            </a:pPr>
            <a:r>
              <a:rPr lang="ru-RU" sz="350" b="1" dirty="0">
                <a:solidFill>
                  <a:prstClr val="black"/>
                </a:solidFill>
              </a:rPr>
              <a:t>ВЖИВУЮ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7A7ED8-C963-41B8-B867-59E97B22C498}"/>
              </a:ext>
            </a:extLst>
          </p:cNvPr>
          <p:cNvSpPr txBox="1"/>
          <p:nvPr/>
        </p:nvSpPr>
        <p:spPr>
          <a:xfrm>
            <a:off x="7452101" y="3459859"/>
            <a:ext cx="245745" cy="77726"/>
          </a:xfrm>
          <a:prstGeom prst="rect">
            <a:avLst/>
          </a:prstGeom>
          <a:solidFill>
            <a:srgbClr val="BEBFC1"/>
          </a:solidFill>
        </p:spPr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ru-RU" sz="350" b="1" dirty="0">
                <a:solidFill>
                  <a:prstClr val="black"/>
                </a:solidFill>
              </a:rPr>
              <a:t>КУЛИНАРНАЯ</a:t>
            </a:r>
            <a:endParaRPr lang="en-US" sz="350" b="1" dirty="0">
              <a:solidFill>
                <a:prstClr val="black"/>
              </a:solidFill>
              <a:latin typeface="Myriad Pro"/>
            </a:endParaRPr>
          </a:p>
          <a:p>
            <a:pPr algn="ctr">
              <a:defRPr/>
            </a:pPr>
            <a:r>
              <a:rPr lang="ru-RU" sz="350" b="1" dirty="0">
                <a:solidFill>
                  <a:prstClr val="black"/>
                </a:solidFill>
              </a:rPr>
              <a:t>КНИГА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7B34EA-E5AA-4051-A632-6335F0EDF226}"/>
              </a:ext>
            </a:extLst>
          </p:cNvPr>
          <p:cNvSpPr txBox="1"/>
          <p:nvPr/>
        </p:nvSpPr>
        <p:spPr>
          <a:xfrm>
            <a:off x="4384882" y="4732427"/>
            <a:ext cx="384089" cy="132080"/>
          </a:xfrm>
          <a:prstGeom prst="rect">
            <a:avLst/>
          </a:prstGeom>
          <a:solidFill>
            <a:srgbClr val="BEBFC1"/>
          </a:solidFill>
        </p:spPr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ru-RU" sz="600" b="1" dirty="0">
                <a:solidFill>
                  <a:prstClr val="black"/>
                </a:solidFill>
              </a:rPr>
              <a:t>КАМПАНИЯ</a:t>
            </a:r>
            <a:endParaRPr lang="en-US" sz="600" b="1" dirty="0">
              <a:solidFill>
                <a:prstClr val="black"/>
              </a:solidFill>
              <a:latin typeface="Myriad Pro"/>
            </a:endParaRPr>
          </a:p>
          <a:p>
            <a:pPr algn="ctr">
              <a:defRPr/>
            </a:pPr>
            <a:r>
              <a:rPr lang="ru-RU" sz="600" b="1" dirty="0">
                <a:solidFill>
                  <a:prstClr val="black"/>
                </a:solidFill>
              </a:rPr>
              <a:t>В </a:t>
            </a:r>
            <a:r>
              <a:rPr lang="en-US" sz="600" b="1" dirty="0">
                <a:solidFill>
                  <a:prstClr val="black"/>
                </a:solidFill>
                <a:latin typeface="Myriad Pro"/>
              </a:rPr>
              <a:t>FACEBOOK</a:t>
            </a:r>
            <a:endParaRPr lang="ru-RU" sz="600" b="1" dirty="0">
              <a:solidFill>
                <a:prstClr val="black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23E1CC-5B19-4C92-B477-B0CC0995348C}"/>
              </a:ext>
            </a:extLst>
          </p:cNvPr>
          <p:cNvSpPr txBox="1"/>
          <p:nvPr/>
        </p:nvSpPr>
        <p:spPr>
          <a:xfrm>
            <a:off x="6714869" y="3823880"/>
            <a:ext cx="662819" cy="112686"/>
          </a:xfrm>
          <a:prstGeom prst="rect">
            <a:avLst/>
          </a:prstGeom>
          <a:solidFill>
            <a:srgbClr val="BEBFC1"/>
          </a:solidFill>
        </p:spPr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ru-RU" sz="600" b="1" dirty="0">
                <a:solidFill>
                  <a:prstClr val="black"/>
                </a:solidFill>
              </a:rPr>
              <a:t>КАТАЛОГ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9B256B-1CFF-4A49-ACD4-2064639BB36E}"/>
              </a:ext>
            </a:extLst>
          </p:cNvPr>
          <p:cNvSpPr txBox="1"/>
          <p:nvPr/>
        </p:nvSpPr>
        <p:spPr>
          <a:xfrm>
            <a:off x="5764591" y="1924800"/>
            <a:ext cx="573345" cy="112686"/>
          </a:xfrm>
          <a:prstGeom prst="rect">
            <a:avLst/>
          </a:prstGeom>
          <a:solidFill>
            <a:srgbClr val="BEBFC1"/>
          </a:solidFill>
        </p:spPr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ru-RU" sz="600" b="1" dirty="0">
                <a:solidFill>
                  <a:prstClr val="black"/>
                </a:solidFill>
              </a:rPr>
              <a:t>ВЫСТАВОЧНЫЙ ЗАЛ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8D2304-A652-4C9B-88C2-08501EF84DAC}"/>
              </a:ext>
            </a:extLst>
          </p:cNvPr>
          <p:cNvSpPr txBox="1"/>
          <p:nvPr/>
        </p:nvSpPr>
        <p:spPr>
          <a:xfrm>
            <a:off x="5009453" y="1763739"/>
            <a:ext cx="409576" cy="98044"/>
          </a:xfrm>
          <a:prstGeom prst="rect">
            <a:avLst/>
          </a:prstGeom>
          <a:solidFill>
            <a:srgbClr val="BEBFC1"/>
          </a:solidFill>
        </p:spPr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ru-RU" sz="500" b="1" dirty="0">
                <a:solidFill>
                  <a:prstClr val="black"/>
                </a:solidFill>
              </a:rPr>
              <a:t>СКЛАД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6129BC-E4FE-49B7-BA87-56333F4339F8}"/>
              </a:ext>
            </a:extLst>
          </p:cNvPr>
          <p:cNvSpPr txBox="1"/>
          <p:nvPr/>
        </p:nvSpPr>
        <p:spPr>
          <a:xfrm>
            <a:off x="5191125" y="2592300"/>
            <a:ext cx="428626" cy="112686"/>
          </a:xfrm>
          <a:prstGeom prst="rect">
            <a:avLst/>
          </a:prstGeom>
          <a:solidFill>
            <a:srgbClr val="BEBFC1"/>
          </a:solidFill>
        </p:spPr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ru-RU" sz="500" b="1" dirty="0">
                <a:solidFill>
                  <a:prstClr val="black"/>
                </a:solidFill>
              </a:rPr>
              <a:t>МАРКЕТПЛЕЙС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DEB986-5A2D-4DFB-9A8A-7408739A5572}"/>
              </a:ext>
            </a:extLst>
          </p:cNvPr>
          <p:cNvSpPr txBox="1"/>
          <p:nvPr/>
        </p:nvSpPr>
        <p:spPr>
          <a:xfrm>
            <a:off x="6644702" y="2133461"/>
            <a:ext cx="497503" cy="112686"/>
          </a:xfrm>
          <a:prstGeom prst="rect">
            <a:avLst/>
          </a:prstGeom>
          <a:solidFill>
            <a:srgbClr val="BEBFC1"/>
          </a:solidFill>
        </p:spPr>
        <p:txBody>
          <a:bodyPr wrap="none" bIns="0" rtlCol="0" anchor="b">
            <a:noAutofit/>
          </a:bodyPr>
          <a:lstStyle/>
          <a:p>
            <a:pPr algn="ctr">
              <a:defRPr/>
            </a:pPr>
            <a:r>
              <a:rPr lang="ru-RU" sz="600" b="1" dirty="0">
                <a:solidFill>
                  <a:prstClr val="black"/>
                </a:solidFill>
              </a:rPr>
              <a:t>ДЕТСКАЯ</a:t>
            </a:r>
            <a:endParaRPr lang="en-US" sz="600" b="1" dirty="0">
              <a:solidFill>
                <a:prstClr val="black"/>
              </a:solidFill>
              <a:latin typeface="Myriad Pro"/>
            </a:endParaRPr>
          </a:p>
          <a:p>
            <a:pPr algn="ctr">
              <a:defRPr/>
            </a:pPr>
            <a:r>
              <a:rPr lang="ru-RU" sz="600" b="1" dirty="0">
                <a:solidFill>
                  <a:prstClr val="black"/>
                </a:solidFill>
              </a:rPr>
              <a:t>ИГРОВАЯ ЗОНА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51B321-D5F0-40DD-BFB8-BC69A8A8F18E}"/>
              </a:ext>
            </a:extLst>
          </p:cNvPr>
          <p:cNvSpPr txBox="1"/>
          <p:nvPr/>
        </p:nvSpPr>
        <p:spPr>
          <a:xfrm>
            <a:off x="6440805" y="1508760"/>
            <a:ext cx="443866" cy="78943"/>
          </a:xfrm>
          <a:prstGeom prst="rect">
            <a:avLst/>
          </a:prstGeom>
          <a:solidFill>
            <a:srgbClr val="BEBFC1"/>
          </a:solidFill>
        </p:spPr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ru-RU" sz="600" b="1" dirty="0">
                <a:solidFill>
                  <a:prstClr val="black"/>
                </a:solidFill>
              </a:rPr>
              <a:t>РЕСТОРАН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522F4B-3ADA-4E55-9595-400994B21860}"/>
              </a:ext>
            </a:extLst>
          </p:cNvPr>
          <p:cNvSpPr txBox="1"/>
          <p:nvPr/>
        </p:nvSpPr>
        <p:spPr>
          <a:xfrm>
            <a:off x="7646671" y="4505325"/>
            <a:ext cx="401955" cy="94236"/>
          </a:xfrm>
          <a:prstGeom prst="rect">
            <a:avLst/>
          </a:prstGeom>
          <a:solidFill>
            <a:srgbClr val="BEBFC1"/>
          </a:solidFill>
        </p:spPr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ru-RU" sz="600" b="1" dirty="0">
                <a:solidFill>
                  <a:prstClr val="black"/>
                </a:solidFill>
              </a:rPr>
              <a:t>ДОСТАВКА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0D3E7A7-BBEC-4B6B-84B5-C86EEC64739B}"/>
              </a:ext>
            </a:extLst>
          </p:cNvPr>
          <p:cNvSpPr txBox="1"/>
          <p:nvPr/>
        </p:nvSpPr>
        <p:spPr>
          <a:xfrm>
            <a:off x="6351320" y="4596537"/>
            <a:ext cx="219025" cy="132080"/>
          </a:xfrm>
          <a:prstGeom prst="rect">
            <a:avLst/>
          </a:prstGeom>
          <a:solidFill>
            <a:srgbClr val="BEBFC1"/>
          </a:solidFill>
        </p:spPr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ru-RU" sz="350" b="1" dirty="0">
                <a:solidFill>
                  <a:prstClr val="black"/>
                </a:solidFill>
              </a:rPr>
              <a:t>УКРАШЕННЫЙ</a:t>
            </a:r>
            <a:endParaRPr lang="en-US" sz="350" b="1" dirty="0">
              <a:solidFill>
                <a:prstClr val="black"/>
              </a:solidFill>
              <a:latin typeface="Myriad Pro"/>
            </a:endParaRPr>
          </a:p>
          <a:p>
            <a:pPr algn="ctr">
              <a:defRPr/>
            </a:pPr>
            <a:r>
              <a:rPr lang="ru-RU" sz="350" b="1" dirty="0">
                <a:solidFill>
                  <a:prstClr val="black"/>
                </a:solidFill>
              </a:rPr>
              <a:t>МОНОРЕЛЬС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5085445-8620-40BE-93B6-E4CF895E77EC}"/>
              </a:ext>
            </a:extLst>
          </p:cNvPr>
          <p:cNvSpPr txBox="1"/>
          <p:nvPr/>
        </p:nvSpPr>
        <p:spPr>
          <a:xfrm>
            <a:off x="6570345" y="4769834"/>
            <a:ext cx="236221" cy="132080"/>
          </a:xfrm>
          <a:prstGeom prst="rect">
            <a:avLst/>
          </a:prstGeom>
          <a:solidFill>
            <a:srgbClr val="BEBFC1"/>
          </a:solidFill>
        </p:spPr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ru-RU" sz="350" b="1" dirty="0">
                <a:solidFill>
                  <a:prstClr val="black"/>
                </a:solidFill>
              </a:rPr>
              <a:t>САМАЯ</a:t>
            </a:r>
            <a:endParaRPr lang="en-US" sz="350" b="1" dirty="0">
              <a:solidFill>
                <a:prstClr val="black"/>
              </a:solidFill>
              <a:latin typeface="Myriad Pro"/>
            </a:endParaRPr>
          </a:p>
          <a:p>
            <a:pPr algn="ctr">
              <a:defRPr/>
            </a:pPr>
            <a:r>
              <a:rPr lang="ru-RU" sz="350" b="1" dirty="0">
                <a:solidFill>
                  <a:prstClr val="black"/>
                </a:solidFill>
              </a:rPr>
              <a:t>ДЛИННАЯ</a:t>
            </a:r>
            <a:endParaRPr lang="en-US" sz="350" b="1" dirty="0">
              <a:solidFill>
                <a:prstClr val="black"/>
              </a:solidFill>
              <a:latin typeface="Myriad Pro"/>
            </a:endParaRPr>
          </a:p>
          <a:p>
            <a:pPr algn="ctr">
              <a:defRPr/>
            </a:pPr>
            <a:r>
              <a:rPr lang="ru-RU" sz="350" b="1" dirty="0">
                <a:solidFill>
                  <a:prstClr val="black"/>
                </a:solidFill>
              </a:rPr>
              <a:t>КНИЖНАЯ</a:t>
            </a:r>
            <a:endParaRPr lang="en-US" sz="350" b="1" dirty="0">
              <a:solidFill>
                <a:prstClr val="black"/>
              </a:solidFill>
              <a:latin typeface="Myriad Pro"/>
            </a:endParaRPr>
          </a:p>
          <a:p>
            <a:pPr algn="ctr">
              <a:defRPr/>
            </a:pPr>
            <a:r>
              <a:rPr lang="ru-RU" sz="350" b="1" dirty="0">
                <a:solidFill>
                  <a:prstClr val="black"/>
                </a:solidFill>
              </a:rPr>
              <a:t>ПОЛКА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EF772DF-9759-4416-A34E-0B997C23A318}"/>
              </a:ext>
            </a:extLst>
          </p:cNvPr>
          <p:cNvSpPr txBox="1"/>
          <p:nvPr/>
        </p:nvSpPr>
        <p:spPr>
          <a:xfrm>
            <a:off x="6858002" y="4814595"/>
            <a:ext cx="236221" cy="132080"/>
          </a:xfrm>
          <a:prstGeom prst="rect">
            <a:avLst/>
          </a:prstGeom>
          <a:solidFill>
            <a:srgbClr val="BEBFC1"/>
          </a:solidFill>
        </p:spPr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ru-RU" sz="350" b="1" dirty="0">
                <a:solidFill>
                  <a:prstClr val="black"/>
                </a:solidFill>
              </a:rPr>
              <a:t>ВРЕМЕННАЯ</a:t>
            </a:r>
            <a:endParaRPr lang="en-US" sz="350" b="1" dirty="0">
              <a:solidFill>
                <a:prstClr val="black"/>
              </a:solidFill>
              <a:latin typeface="Myriad Pro"/>
            </a:endParaRPr>
          </a:p>
          <a:p>
            <a:pPr algn="ctr">
              <a:defRPr/>
            </a:pPr>
            <a:r>
              <a:rPr lang="ru-RU" sz="350" b="1" dirty="0">
                <a:solidFill>
                  <a:prstClr val="black"/>
                </a:solidFill>
              </a:rPr>
              <a:t>ВЫСТАВКА</a:t>
            </a:r>
            <a:endParaRPr lang="en-US" sz="350" b="1" dirty="0">
              <a:solidFill>
                <a:prstClr val="black"/>
              </a:solidFill>
              <a:latin typeface="Myriad Pro"/>
            </a:endParaRPr>
          </a:p>
          <a:p>
            <a:pPr algn="ctr">
              <a:defRPr/>
            </a:pPr>
            <a:r>
              <a:rPr lang="ru-RU" sz="350" b="1" dirty="0">
                <a:solidFill>
                  <a:prstClr val="black"/>
                </a:solidFill>
              </a:rPr>
              <a:t>В НЬЮ-ЙОРКЕ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4A9A7FB-FA50-497A-99AF-E5C2618B995D}"/>
              </a:ext>
            </a:extLst>
          </p:cNvPr>
          <p:cNvSpPr txBox="1"/>
          <p:nvPr/>
        </p:nvSpPr>
        <p:spPr>
          <a:xfrm>
            <a:off x="5788660" y="2937226"/>
            <a:ext cx="428626" cy="78972"/>
          </a:xfrm>
          <a:prstGeom prst="rect">
            <a:avLst/>
          </a:prstGeom>
          <a:solidFill>
            <a:srgbClr val="BEBFC1"/>
          </a:solidFill>
        </p:spPr>
        <p:txBody>
          <a:bodyPr wrap="none" bIns="0" rtlCol="0" anchor="b">
            <a:noAutofit/>
          </a:bodyPr>
          <a:lstStyle/>
          <a:p>
            <a:pPr algn="ctr">
              <a:defRPr/>
            </a:pPr>
            <a:r>
              <a:rPr lang="ru-RU" sz="500" b="1" dirty="0">
                <a:solidFill>
                  <a:prstClr val="black"/>
                </a:solidFill>
              </a:rPr>
              <a:t>КОМПЛЕКТЫ</a:t>
            </a:r>
            <a:endParaRPr lang="en-US" sz="500" b="1" dirty="0">
              <a:solidFill>
                <a:prstClr val="black"/>
              </a:solidFill>
              <a:latin typeface="Myriad Pro"/>
            </a:endParaRPr>
          </a:p>
          <a:p>
            <a:pPr algn="ctr">
              <a:defRPr/>
            </a:pPr>
            <a:r>
              <a:rPr lang="ru-RU" sz="500" b="1" dirty="0">
                <a:solidFill>
                  <a:prstClr val="black"/>
                </a:solidFill>
              </a:rPr>
              <a:t>ДЛЯ КОМНАТЫ</a:t>
            </a:r>
          </a:p>
        </p:txBody>
      </p:sp>
    </p:spTree>
    <p:extLst>
      <p:ext uri="{BB962C8B-B14F-4D97-AF65-F5344CB8AC3E}">
        <p14:creationId xmlns:p14="http://schemas.microsoft.com/office/powerpoint/2010/main" val="333222561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Стохастический граф. Пример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78</a:t>
            </a:fld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5ADD6A-39F4-4F44-B0F7-70AEAB35E6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359" t="37266" r="35843" b="36167"/>
          <a:stretch/>
        </p:blipFill>
        <p:spPr>
          <a:xfrm>
            <a:off x="1384895" y="1989138"/>
            <a:ext cx="8002450" cy="28610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67C0F5-2987-4BE0-B8AE-39C88D71738E}"/>
              </a:ext>
            </a:extLst>
          </p:cNvPr>
          <p:cNvSpPr txBox="1"/>
          <p:nvPr/>
        </p:nvSpPr>
        <p:spPr>
          <a:xfrm>
            <a:off x="2005066" y="5151975"/>
            <a:ext cx="6762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Вес ребра = Вероятность*Вес детерминированного ребра</a:t>
            </a:r>
          </a:p>
        </p:txBody>
      </p:sp>
    </p:spTree>
    <p:extLst>
      <p:ext uri="{BB962C8B-B14F-4D97-AF65-F5344CB8AC3E}">
        <p14:creationId xmlns:p14="http://schemas.microsoft.com/office/powerpoint/2010/main" val="64419045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45AD45-251D-4E5C-AFE3-E6519B7FC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ru-RU" dirty="0"/>
              <a:t>Пример </a:t>
            </a:r>
            <a:r>
              <a:rPr lang="en-US" dirty="0"/>
              <a:t>CJ</a:t>
            </a:r>
            <a:r>
              <a:rPr lang="ru-RU" dirty="0"/>
              <a:t> приобретения поездки </a:t>
            </a:r>
            <a:br>
              <a:rPr lang="ru-RU" dirty="0"/>
            </a:br>
            <a:r>
              <a:rPr lang="ru-RU" dirty="0"/>
              <a:t>(товара) на сайте</a:t>
            </a:r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57CAC108-DAE4-4B1C-84C5-3B46D34B3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1519AFA1-E01F-4869-9A2C-AE6B64FF5724}" type="slidenum">
              <a:rPr lang="ru-RU" smtClean="0"/>
              <a:pPr>
                <a:spcAft>
                  <a:spcPts val="600"/>
                </a:spcAft>
              </a:pPr>
              <a:t>79</a:t>
            </a:fld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8E8136-EC88-4A8E-B429-F79A98BAD075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1204923" y="2196881"/>
            <a:ext cx="2949575" cy="2984500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V(1) – стартовая страница</a:t>
            </a:r>
          </a:p>
          <a:p>
            <a:r>
              <a:rPr lang="ru-RU" dirty="0"/>
              <a:t>3 вероятных действия пользователя:</a:t>
            </a:r>
          </a:p>
          <a:p>
            <a:r>
              <a:rPr lang="ru-RU" dirty="0"/>
              <a:t>i.	Авторизоваться (V2)</a:t>
            </a:r>
          </a:p>
          <a:p>
            <a:r>
              <a:rPr lang="ru-RU" dirty="0" err="1"/>
              <a:t>ii</a:t>
            </a:r>
            <a:r>
              <a:rPr lang="ru-RU" dirty="0"/>
              <a:t>.	Выбрать маршрут (V3)</a:t>
            </a:r>
          </a:p>
          <a:p>
            <a:r>
              <a:rPr lang="ru-RU" dirty="0" err="1"/>
              <a:t>iii</a:t>
            </a:r>
            <a:r>
              <a:rPr lang="ru-RU" dirty="0"/>
              <a:t>.	Покинуть систему (петля) (V1)</a:t>
            </a:r>
          </a:p>
          <a:p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E086F79-9B55-423A-AF4B-4966CC7065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2774" b="-4870"/>
          <a:stretch/>
        </p:blipFill>
        <p:spPr>
          <a:xfrm>
            <a:off x="5379770" y="2304949"/>
            <a:ext cx="3948502" cy="2984702"/>
          </a:xfrm>
          <a:prstGeom prst="rect">
            <a:avLst/>
          </a:prstGeom>
          <a:noFill/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D596210-56AA-4EA1-AC9B-90E791BABCC6}"/>
              </a:ext>
            </a:extLst>
          </p:cNvPr>
          <p:cNvSpPr txBox="1"/>
          <p:nvPr/>
        </p:nvSpPr>
        <p:spPr>
          <a:xfrm>
            <a:off x="6216431" y="4057431"/>
            <a:ext cx="451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4331C-75D5-40D4-96B1-9D05B9C4E964}"/>
              </a:ext>
            </a:extLst>
          </p:cNvPr>
          <p:cNvSpPr txBox="1"/>
          <p:nvPr/>
        </p:nvSpPr>
        <p:spPr>
          <a:xfrm>
            <a:off x="8116832" y="3001142"/>
            <a:ext cx="451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3FDE43-21FE-42E5-9ED2-80C546C4E4F8}"/>
              </a:ext>
            </a:extLst>
          </p:cNvPr>
          <p:cNvSpPr txBox="1"/>
          <p:nvPr/>
        </p:nvSpPr>
        <p:spPr>
          <a:xfrm>
            <a:off x="8095812" y="4703817"/>
            <a:ext cx="451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V3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769042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633B23-0D6B-42E0-9493-A14C89AA0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Вероятностные действия пользователя в системе</a:t>
            </a:r>
            <a:r>
              <a:rPr lang="en-US" dirty="0"/>
              <a:t> </a:t>
            </a:r>
            <a:r>
              <a:rPr lang="ru-RU" dirty="0"/>
              <a:t>после выбора маршрута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BEA2A4D-9623-41F1-B2DC-4C0DB066C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80</a:t>
            </a:fld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DA6DDF-B5CC-4C77-8069-153285AFB35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Выбрать поездку (услугу, товар) (</a:t>
            </a:r>
            <a:r>
              <a:rPr lang="en-US" dirty="0"/>
              <a:t>V4)</a:t>
            </a:r>
          </a:p>
          <a:p>
            <a:r>
              <a:rPr lang="ru-RU" dirty="0"/>
              <a:t>Перейти к другому варианту выбора (V5)</a:t>
            </a:r>
          </a:p>
          <a:p>
            <a:r>
              <a:rPr lang="ru-RU" dirty="0"/>
              <a:t>Выбрать маршрут (перейти в состояние V3)</a:t>
            </a:r>
          </a:p>
          <a:p>
            <a:r>
              <a:rPr lang="ru-RU" dirty="0"/>
              <a:t>Вернуться в начало (покинуть поиск) (V1)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6CA9F296-FA9A-4850-92E7-21F5249DC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9725" y="5850055"/>
            <a:ext cx="600075" cy="293165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p(2,1)</a:t>
            </a:r>
            <a:endParaRPr lang="en-US" altLang="ru-RU" sz="1200" dirty="0">
              <a:latin typeface="Arial" panose="020B0604020202020204" pitchFamily="34" charset="0"/>
            </a:endParaRPr>
          </a:p>
        </p:txBody>
      </p:sp>
      <p:sp>
        <p:nvSpPr>
          <p:cNvPr id="7" name="Flowchart: Connector 5">
            <a:extLst>
              <a:ext uri="{FF2B5EF4-FFF2-40B4-BE49-F238E27FC236}">
                <a16:creationId xmlns:a16="http://schemas.microsoft.com/office/drawing/2014/main" id="{F748E4D9-6F78-41AF-AEA6-37E1CDC0A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6746" y="4931211"/>
            <a:ext cx="600075" cy="624106"/>
          </a:xfrm>
          <a:prstGeom prst="flowChartConnector">
            <a:avLst/>
          </a:prstGeom>
          <a:solidFill>
            <a:srgbClr val="4472C4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V2</a:t>
            </a:r>
            <a:endParaRPr lang="en-US" altLang="ru-RU" sz="1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8DFFD77E-7FDD-42A8-8B3E-9C4CAA209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8790" y="4413989"/>
            <a:ext cx="625475" cy="239713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p(2,5)</a:t>
            </a:r>
            <a:endParaRPr lang="en-US" altLang="ru-RU" sz="1200" dirty="0">
              <a:latin typeface="Arial" panose="020B0604020202020204" pitchFamily="34" charset="0"/>
            </a:endParaRP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75F0B42D-3B1E-405D-892B-0DACC8B71C80}"/>
              </a:ext>
            </a:extLst>
          </p:cNvPr>
          <p:cNvSpPr/>
          <p:nvPr/>
        </p:nvSpPr>
        <p:spPr>
          <a:xfrm>
            <a:off x="5766282" y="4045615"/>
            <a:ext cx="725170" cy="64870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BD74C44E-9EE0-43BD-9DE7-60A52B2FC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7307" y="4930768"/>
            <a:ext cx="625475" cy="239713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p(2,3)</a:t>
            </a:r>
            <a:endParaRPr lang="en-US" altLang="ru-RU" sz="1200" dirty="0">
              <a:latin typeface="Arial" panose="020B0604020202020204" pitchFamily="34" charset="0"/>
            </a:endParaRPr>
          </a:p>
        </p:txBody>
      </p:sp>
      <p:cxnSp>
        <p:nvCxnSpPr>
          <p:cNvPr id="13" name="Straight Arrow Connector 18">
            <a:extLst>
              <a:ext uri="{FF2B5EF4-FFF2-40B4-BE49-F238E27FC236}">
                <a16:creationId xmlns:a16="http://schemas.microsoft.com/office/drawing/2014/main" id="{B4F047FC-FA81-4DAE-933C-4E269815A13E}"/>
              </a:ext>
            </a:extLst>
          </p:cNvPr>
          <p:cNvCxnSpPr>
            <a:cxnSpLocks/>
          </p:cNvCxnSpPr>
          <p:nvPr/>
        </p:nvCxnSpPr>
        <p:spPr>
          <a:xfrm flipV="1">
            <a:off x="5005191" y="4551233"/>
            <a:ext cx="835661" cy="551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0">
            <a:extLst>
              <a:ext uri="{FF2B5EF4-FFF2-40B4-BE49-F238E27FC236}">
                <a16:creationId xmlns:a16="http://schemas.microsoft.com/office/drawing/2014/main" id="{794621EB-F10A-4C14-B14E-C20C7E8D8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8771" y="25529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E0A6AF-0ED2-486D-B7E7-F5B4CC252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0046" y="27815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7" name="Flowchart: Connector 9">
            <a:extLst>
              <a:ext uri="{FF2B5EF4-FFF2-40B4-BE49-F238E27FC236}">
                <a16:creationId xmlns:a16="http://schemas.microsoft.com/office/drawing/2014/main" id="{7F7E6192-7D1D-4A4A-9D58-5A110A7E8F74}"/>
              </a:ext>
            </a:extLst>
          </p:cNvPr>
          <p:cNvSpPr/>
          <p:nvPr/>
        </p:nvSpPr>
        <p:spPr>
          <a:xfrm>
            <a:off x="5747386" y="5065420"/>
            <a:ext cx="725170" cy="64870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8" name="Flowchart: Connector 9">
            <a:extLst>
              <a:ext uri="{FF2B5EF4-FFF2-40B4-BE49-F238E27FC236}">
                <a16:creationId xmlns:a16="http://schemas.microsoft.com/office/drawing/2014/main" id="{A085E6EC-296C-4C41-BF61-6F79140C4CD8}"/>
              </a:ext>
            </a:extLst>
          </p:cNvPr>
          <p:cNvSpPr/>
          <p:nvPr/>
        </p:nvSpPr>
        <p:spPr>
          <a:xfrm>
            <a:off x="5746466" y="6083590"/>
            <a:ext cx="725170" cy="64870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cxnSp>
        <p:nvCxnSpPr>
          <p:cNvPr id="20" name="Straight Arrow Connector 18">
            <a:extLst>
              <a:ext uri="{FF2B5EF4-FFF2-40B4-BE49-F238E27FC236}">
                <a16:creationId xmlns:a16="http://schemas.microsoft.com/office/drawing/2014/main" id="{3951465A-D62D-4DB6-AE7C-29372056D6E5}"/>
              </a:ext>
            </a:extLst>
          </p:cNvPr>
          <p:cNvCxnSpPr>
            <a:cxnSpLocks/>
            <a:endCxn id="17" idx="2"/>
          </p:cNvCxnSpPr>
          <p:nvPr/>
        </p:nvCxnSpPr>
        <p:spPr>
          <a:xfrm>
            <a:off x="5056386" y="5244397"/>
            <a:ext cx="691001" cy="145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18">
            <a:extLst>
              <a:ext uri="{FF2B5EF4-FFF2-40B4-BE49-F238E27FC236}">
                <a16:creationId xmlns:a16="http://schemas.microsoft.com/office/drawing/2014/main" id="{4E601536-D6B4-4C54-9086-2F715BC4D2DD}"/>
              </a:ext>
            </a:extLst>
          </p:cNvPr>
          <p:cNvCxnSpPr>
            <a:cxnSpLocks/>
            <a:endCxn id="18" idx="2"/>
          </p:cNvCxnSpPr>
          <p:nvPr/>
        </p:nvCxnSpPr>
        <p:spPr>
          <a:xfrm>
            <a:off x="4910806" y="5519113"/>
            <a:ext cx="835661" cy="888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467B09B-700F-4000-B7A7-3C6723342D49}"/>
              </a:ext>
            </a:extLst>
          </p:cNvPr>
          <p:cNvSpPr txBox="1"/>
          <p:nvPr/>
        </p:nvSpPr>
        <p:spPr>
          <a:xfrm>
            <a:off x="5852248" y="6228312"/>
            <a:ext cx="451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9B98C6-83C7-4298-A6D2-F7DE241388CF}"/>
              </a:ext>
            </a:extLst>
          </p:cNvPr>
          <p:cNvSpPr txBox="1"/>
          <p:nvPr/>
        </p:nvSpPr>
        <p:spPr>
          <a:xfrm flipH="1">
            <a:off x="5888115" y="5196936"/>
            <a:ext cx="48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2262DB-5F25-45F9-B627-B6F71E47BF5D}"/>
              </a:ext>
            </a:extLst>
          </p:cNvPr>
          <p:cNvSpPr txBox="1"/>
          <p:nvPr/>
        </p:nvSpPr>
        <p:spPr>
          <a:xfrm flipH="1">
            <a:off x="5902960" y="4164513"/>
            <a:ext cx="48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8" name="Flowchart: Connector 9">
            <a:extLst>
              <a:ext uri="{FF2B5EF4-FFF2-40B4-BE49-F238E27FC236}">
                <a16:creationId xmlns:a16="http://schemas.microsoft.com/office/drawing/2014/main" id="{DB9D89F5-A6BE-4D83-9FEA-4E7C60431E08}"/>
              </a:ext>
            </a:extLst>
          </p:cNvPr>
          <p:cNvSpPr/>
          <p:nvPr/>
        </p:nvSpPr>
        <p:spPr>
          <a:xfrm>
            <a:off x="4374197" y="3649717"/>
            <a:ext cx="725170" cy="64870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DDFE1C-4390-4C33-A821-96319868BB88}"/>
              </a:ext>
            </a:extLst>
          </p:cNvPr>
          <p:cNvSpPr txBox="1"/>
          <p:nvPr/>
        </p:nvSpPr>
        <p:spPr>
          <a:xfrm flipH="1">
            <a:off x="4436746" y="3778164"/>
            <a:ext cx="48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V4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30" name="Straight Arrow Connector 18">
            <a:extLst>
              <a:ext uri="{FF2B5EF4-FFF2-40B4-BE49-F238E27FC236}">
                <a16:creationId xmlns:a16="http://schemas.microsoft.com/office/drawing/2014/main" id="{9635B484-2089-403B-96B1-A181505B5BC4}"/>
              </a:ext>
            </a:extLst>
          </p:cNvPr>
          <p:cNvCxnSpPr>
            <a:cxnSpLocks/>
            <a:stCxn id="7" idx="0"/>
            <a:endCxn id="28" idx="4"/>
          </p:cNvCxnSpPr>
          <p:nvPr/>
        </p:nvCxnSpPr>
        <p:spPr>
          <a:xfrm flipH="1" flipV="1">
            <a:off x="4736783" y="4298423"/>
            <a:ext cx="1" cy="632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Box 8">
            <a:extLst>
              <a:ext uri="{FF2B5EF4-FFF2-40B4-BE49-F238E27FC236}">
                <a16:creationId xmlns:a16="http://schemas.microsoft.com/office/drawing/2014/main" id="{124CF811-ADB2-470E-973E-C5E632F87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7168" y="4473304"/>
            <a:ext cx="625475" cy="239713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p(2,4)</a:t>
            </a:r>
            <a:endParaRPr lang="en-US" altLang="ru-RU" sz="1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96210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633B23-0D6B-42E0-9493-A14C89AA0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Вероятностные действия пользователя в системе</a:t>
            </a:r>
            <a:r>
              <a:rPr lang="en-US" dirty="0"/>
              <a:t> </a:t>
            </a:r>
            <a:r>
              <a:rPr lang="ru-RU" dirty="0"/>
              <a:t>после выбора поездки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BEA2A4D-9623-41F1-B2DC-4C0DB066C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81</a:t>
            </a:fld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DA6DDF-B5CC-4C77-8069-153285AFB35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Произвести покупку (</a:t>
            </a:r>
            <a:r>
              <a:rPr lang="en-US" dirty="0"/>
              <a:t>V6) </a:t>
            </a:r>
            <a:r>
              <a:rPr lang="ru-RU" dirty="0"/>
              <a:t>и выйти из системы (</a:t>
            </a:r>
            <a:r>
              <a:rPr lang="en-US" dirty="0"/>
              <a:t>V7)</a:t>
            </a:r>
          </a:p>
          <a:p>
            <a:r>
              <a:rPr lang="ru-RU" dirty="0"/>
              <a:t>Перейти к новому поиску (</a:t>
            </a:r>
            <a:r>
              <a:rPr lang="en-US" dirty="0"/>
              <a:t>V5)</a:t>
            </a:r>
            <a:endParaRPr lang="ru-RU" dirty="0"/>
          </a:p>
        </p:txBody>
      </p:sp>
      <p:sp>
        <p:nvSpPr>
          <p:cNvPr id="7" name="Flowchart: Connector 5">
            <a:extLst>
              <a:ext uri="{FF2B5EF4-FFF2-40B4-BE49-F238E27FC236}">
                <a16:creationId xmlns:a16="http://schemas.microsoft.com/office/drawing/2014/main" id="{F748E4D9-6F78-41AF-AEA6-37E1CDC0A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4110" y="4642614"/>
            <a:ext cx="600075" cy="624106"/>
          </a:xfrm>
          <a:prstGeom prst="flowChartConnector">
            <a:avLst/>
          </a:prstGeom>
          <a:solidFill>
            <a:srgbClr val="4472C4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</a:t>
            </a:r>
            <a:r>
              <a:rPr lang="ru-RU" altLang="ru-RU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</a:t>
            </a:r>
            <a:endParaRPr lang="en-US" altLang="ru-RU" sz="1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8DFFD77E-7FDD-42A8-8B3E-9C4CAA209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141" y="4139116"/>
            <a:ext cx="625475" cy="239713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</a:t>
            </a:r>
            <a:r>
              <a:rPr lang="ru-RU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</a:t>
            </a: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ru-RU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6</a:t>
            </a: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US" altLang="ru-RU" sz="1200" dirty="0">
              <a:latin typeface="Arial" panose="020B0604020202020204" pitchFamily="34" charset="0"/>
            </a:endParaRP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75F0B42D-3B1E-405D-892B-0DACC8B71C80}"/>
              </a:ext>
            </a:extLst>
          </p:cNvPr>
          <p:cNvSpPr/>
          <p:nvPr/>
        </p:nvSpPr>
        <p:spPr>
          <a:xfrm>
            <a:off x="4858232" y="3753354"/>
            <a:ext cx="725170" cy="64870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BD74C44E-9EE0-43BD-9DE7-60A52B2FC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4273" y="5254104"/>
            <a:ext cx="625475" cy="239713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</a:t>
            </a:r>
            <a:r>
              <a:rPr lang="ru-RU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</a:t>
            </a: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ru-RU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</a:t>
            </a: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US" altLang="ru-RU" sz="1200" dirty="0">
              <a:latin typeface="Arial" panose="020B0604020202020204" pitchFamily="34" charset="0"/>
            </a:endParaRPr>
          </a:p>
        </p:txBody>
      </p:sp>
      <p:cxnSp>
        <p:nvCxnSpPr>
          <p:cNvPr id="13" name="Straight Arrow Connector 18">
            <a:extLst>
              <a:ext uri="{FF2B5EF4-FFF2-40B4-BE49-F238E27FC236}">
                <a16:creationId xmlns:a16="http://schemas.microsoft.com/office/drawing/2014/main" id="{B4F047FC-FA81-4DAE-933C-4E269815A13E}"/>
              </a:ext>
            </a:extLst>
          </p:cNvPr>
          <p:cNvCxnSpPr>
            <a:cxnSpLocks/>
          </p:cNvCxnSpPr>
          <p:nvPr/>
        </p:nvCxnSpPr>
        <p:spPr>
          <a:xfrm flipV="1">
            <a:off x="4097141" y="4258972"/>
            <a:ext cx="835661" cy="551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0">
            <a:extLst>
              <a:ext uri="{FF2B5EF4-FFF2-40B4-BE49-F238E27FC236}">
                <a16:creationId xmlns:a16="http://schemas.microsoft.com/office/drawing/2014/main" id="{794621EB-F10A-4C14-B14E-C20C7E8D8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8771" y="25529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E0A6AF-0ED2-486D-B7E7-F5B4CC252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0046" y="27815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7" name="Flowchart: Connector 9">
            <a:extLst>
              <a:ext uri="{FF2B5EF4-FFF2-40B4-BE49-F238E27FC236}">
                <a16:creationId xmlns:a16="http://schemas.microsoft.com/office/drawing/2014/main" id="{7F7E6192-7D1D-4A4A-9D58-5A110A7E8F74}"/>
              </a:ext>
            </a:extLst>
          </p:cNvPr>
          <p:cNvSpPr/>
          <p:nvPr/>
        </p:nvSpPr>
        <p:spPr>
          <a:xfrm>
            <a:off x="4932801" y="4917832"/>
            <a:ext cx="725170" cy="64870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cxnSp>
        <p:nvCxnSpPr>
          <p:cNvPr id="20" name="Straight Arrow Connector 18">
            <a:extLst>
              <a:ext uri="{FF2B5EF4-FFF2-40B4-BE49-F238E27FC236}">
                <a16:creationId xmlns:a16="http://schemas.microsoft.com/office/drawing/2014/main" id="{3951465A-D62D-4DB6-AE7C-29372056D6E5}"/>
              </a:ext>
            </a:extLst>
          </p:cNvPr>
          <p:cNvCxnSpPr>
            <a:cxnSpLocks/>
            <a:stCxn id="7" idx="5"/>
            <a:endCxn id="17" idx="2"/>
          </p:cNvCxnSpPr>
          <p:nvPr/>
        </p:nvCxnSpPr>
        <p:spPr>
          <a:xfrm>
            <a:off x="4046305" y="5175323"/>
            <a:ext cx="886496" cy="66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49B98C6-83C7-4298-A6D2-F7DE241388CF}"/>
              </a:ext>
            </a:extLst>
          </p:cNvPr>
          <p:cNvSpPr txBox="1"/>
          <p:nvPr/>
        </p:nvSpPr>
        <p:spPr>
          <a:xfrm flipH="1">
            <a:off x="5054634" y="5022255"/>
            <a:ext cx="48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</a:t>
            </a:r>
            <a:r>
              <a:rPr lang="ru-RU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2262DB-5F25-45F9-B627-B6F71E47BF5D}"/>
              </a:ext>
            </a:extLst>
          </p:cNvPr>
          <p:cNvSpPr txBox="1"/>
          <p:nvPr/>
        </p:nvSpPr>
        <p:spPr>
          <a:xfrm flipH="1">
            <a:off x="4994910" y="3872252"/>
            <a:ext cx="48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</a:t>
            </a:r>
            <a:r>
              <a:rPr lang="ru-RU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1" name="Flowchart: Connector 9">
            <a:extLst>
              <a:ext uri="{FF2B5EF4-FFF2-40B4-BE49-F238E27FC236}">
                <a16:creationId xmlns:a16="http://schemas.microsoft.com/office/drawing/2014/main" id="{CED7DD74-6202-4032-84C7-74A19A37CE62}"/>
              </a:ext>
            </a:extLst>
          </p:cNvPr>
          <p:cNvSpPr/>
          <p:nvPr/>
        </p:nvSpPr>
        <p:spPr>
          <a:xfrm>
            <a:off x="6055374" y="3788789"/>
            <a:ext cx="725170" cy="64870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C5AD8D-9D95-4E89-B0EF-2D5C0639CFA8}"/>
              </a:ext>
            </a:extLst>
          </p:cNvPr>
          <p:cNvSpPr txBox="1"/>
          <p:nvPr/>
        </p:nvSpPr>
        <p:spPr>
          <a:xfrm flipH="1">
            <a:off x="6177207" y="3928476"/>
            <a:ext cx="48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</a:t>
            </a:r>
            <a:r>
              <a:rPr lang="ru-RU" dirty="0">
                <a:solidFill>
                  <a:schemeClr val="bg1"/>
                </a:solidFill>
              </a:rPr>
              <a:t>7</a:t>
            </a:r>
          </a:p>
        </p:txBody>
      </p:sp>
      <p:cxnSp>
        <p:nvCxnSpPr>
          <p:cNvPr id="33" name="Straight Arrow Connector 18">
            <a:extLst>
              <a:ext uri="{FF2B5EF4-FFF2-40B4-BE49-F238E27FC236}">
                <a16:creationId xmlns:a16="http://schemas.microsoft.com/office/drawing/2014/main" id="{1516A2DB-8F02-441B-81DD-9CCDFA44DC32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5595324" y="4113142"/>
            <a:ext cx="460050" cy="21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15421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62AF86-12CA-4762-BF2B-C2A48D256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Customer Journey </a:t>
            </a:r>
            <a:r>
              <a:rPr lang="ru-RU" dirty="0"/>
              <a:t>как</a:t>
            </a:r>
            <a:br>
              <a:rPr lang="ru-RU" dirty="0"/>
            </a:br>
            <a:r>
              <a:rPr lang="ru-RU" dirty="0"/>
              <a:t>стохастический граф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E6CCD77-5C8A-4C7A-BD95-DFEC9CF22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82</a:t>
            </a:fld>
            <a:endParaRPr lang="ru-RU"/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9AC5FFD8-0CC5-4031-8268-76F800E2F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624" y="3680104"/>
            <a:ext cx="600075" cy="293165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p(2,1)</a:t>
            </a:r>
            <a:endParaRPr lang="en-US" altLang="ru-RU" sz="1200" dirty="0">
              <a:latin typeface="Arial" panose="020B0604020202020204" pitchFamily="34" charset="0"/>
            </a:endParaRPr>
          </a:p>
        </p:txBody>
      </p:sp>
      <p:sp>
        <p:nvSpPr>
          <p:cNvPr id="8" name="Flowchart: Connector 5">
            <a:extLst>
              <a:ext uri="{FF2B5EF4-FFF2-40B4-BE49-F238E27FC236}">
                <a16:creationId xmlns:a16="http://schemas.microsoft.com/office/drawing/2014/main" id="{96795C17-A5C1-48E6-8754-B0BD38167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7532" y="4112775"/>
            <a:ext cx="600075" cy="624106"/>
          </a:xfrm>
          <a:prstGeom prst="flowChartConnector">
            <a:avLst/>
          </a:prstGeom>
          <a:solidFill>
            <a:srgbClr val="4472C4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V2</a:t>
            </a:r>
            <a:endParaRPr lang="en-US" altLang="ru-RU" sz="1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AD7E24C9-3435-4BFD-816D-826BE8742D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7793" y="4521384"/>
            <a:ext cx="625475" cy="239713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p(2,5)</a:t>
            </a:r>
            <a:endParaRPr lang="en-US" altLang="ru-RU" sz="1200" dirty="0">
              <a:latin typeface="Arial" panose="020B0604020202020204" pitchFamily="34" charset="0"/>
            </a:endParaRP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16C5224B-0BA3-4FEE-B128-10AAA2B32FFA}"/>
              </a:ext>
            </a:extLst>
          </p:cNvPr>
          <p:cNvSpPr/>
          <p:nvPr/>
        </p:nvSpPr>
        <p:spPr>
          <a:xfrm>
            <a:off x="6490973" y="4100475"/>
            <a:ext cx="725170" cy="64870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14013F26-0CEF-4336-B310-1CFA1AD9D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871" y="4701897"/>
            <a:ext cx="625475" cy="239713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p(2,3)</a:t>
            </a:r>
            <a:endParaRPr lang="en-US" altLang="ru-RU" sz="1200" dirty="0">
              <a:latin typeface="Arial" panose="020B0604020202020204" pitchFamily="34" charset="0"/>
            </a:endParaRPr>
          </a:p>
        </p:txBody>
      </p:sp>
      <p:cxnSp>
        <p:nvCxnSpPr>
          <p:cNvPr id="12" name="Straight Arrow Connector 18">
            <a:extLst>
              <a:ext uri="{FF2B5EF4-FFF2-40B4-BE49-F238E27FC236}">
                <a16:creationId xmlns:a16="http://schemas.microsoft.com/office/drawing/2014/main" id="{B47A3255-AF14-4F63-B626-EF5471E78539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5327607" y="4424828"/>
            <a:ext cx="11633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lowchart: Connector 9">
            <a:extLst>
              <a:ext uri="{FF2B5EF4-FFF2-40B4-BE49-F238E27FC236}">
                <a16:creationId xmlns:a16="http://schemas.microsoft.com/office/drawing/2014/main" id="{26A58D60-74FF-4A72-BED4-B31C3C3A1539}"/>
              </a:ext>
            </a:extLst>
          </p:cNvPr>
          <p:cNvSpPr/>
          <p:nvPr/>
        </p:nvSpPr>
        <p:spPr>
          <a:xfrm>
            <a:off x="3223040" y="5136695"/>
            <a:ext cx="725170" cy="64870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4" name="Flowchart: Connector 9">
            <a:extLst>
              <a:ext uri="{FF2B5EF4-FFF2-40B4-BE49-F238E27FC236}">
                <a16:creationId xmlns:a16="http://schemas.microsoft.com/office/drawing/2014/main" id="{57B2284F-C88C-4F87-9812-D24490EFCBC1}"/>
              </a:ext>
            </a:extLst>
          </p:cNvPr>
          <p:cNvSpPr/>
          <p:nvPr/>
        </p:nvSpPr>
        <p:spPr>
          <a:xfrm>
            <a:off x="2672805" y="3464069"/>
            <a:ext cx="725170" cy="64870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cxnSp>
        <p:nvCxnSpPr>
          <p:cNvPr id="15" name="Straight Arrow Connector 18">
            <a:extLst>
              <a:ext uri="{FF2B5EF4-FFF2-40B4-BE49-F238E27FC236}">
                <a16:creationId xmlns:a16="http://schemas.microsoft.com/office/drawing/2014/main" id="{151E4AF3-802A-4299-A91F-93821FBDDB9B}"/>
              </a:ext>
            </a:extLst>
          </p:cNvPr>
          <p:cNvCxnSpPr>
            <a:cxnSpLocks/>
            <a:stCxn id="8" idx="3"/>
            <a:endCxn id="13" idx="7"/>
          </p:cNvCxnSpPr>
          <p:nvPr/>
        </p:nvCxnSpPr>
        <p:spPr>
          <a:xfrm flipH="1">
            <a:off x="3842012" y="4645483"/>
            <a:ext cx="973399" cy="586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8">
            <a:extLst>
              <a:ext uri="{FF2B5EF4-FFF2-40B4-BE49-F238E27FC236}">
                <a16:creationId xmlns:a16="http://schemas.microsoft.com/office/drawing/2014/main" id="{A8146CB0-C89A-43ED-880F-EF9D08BABD98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3134519" y="3741136"/>
            <a:ext cx="1593013" cy="683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0177B69-8427-44D7-BC28-5F2965831189}"/>
              </a:ext>
            </a:extLst>
          </p:cNvPr>
          <p:cNvSpPr txBox="1"/>
          <p:nvPr/>
        </p:nvSpPr>
        <p:spPr>
          <a:xfrm>
            <a:off x="2809418" y="3603755"/>
            <a:ext cx="451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04B502-C961-48EE-9DF2-8DE0CC7D8F07}"/>
              </a:ext>
            </a:extLst>
          </p:cNvPr>
          <p:cNvSpPr txBox="1"/>
          <p:nvPr/>
        </p:nvSpPr>
        <p:spPr>
          <a:xfrm flipH="1">
            <a:off x="3368655" y="5285384"/>
            <a:ext cx="48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B51453-9AF2-43D4-92C8-040D260698A8}"/>
              </a:ext>
            </a:extLst>
          </p:cNvPr>
          <p:cNvSpPr txBox="1"/>
          <p:nvPr/>
        </p:nvSpPr>
        <p:spPr>
          <a:xfrm flipH="1">
            <a:off x="6612806" y="4247072"/>
            <a:ext cx="48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0" name="Flowchart: Connector 9">
            <a:extLst>
              <a:ext uri="{FF2B5EF4-FFF2-40B4-BE49-F238E27FC236}">
                <a16:creationId xmlns:a16="http://schemas.microsoft.com/office/drawing/2014/main" id="{7155FE7A-2D2D-428B-BF36-2685ED1A1327}"/>
              </a:ext>
            </a:extLst>
          </p:cNvPr>
          <p:cNvSpPr/>
          <p:nvPr/>
        </p:nvSpPr>
        <p:spPr>
          <a:xfrm>
            <a:off x="4664983" y="2224279"/>
            <a:ext cx="725170" cy="64870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E8D7AC-C258-4D76-A4B1-18F95ED56701}"/>
              </a:ext>
            </a:extLst>
          </p:cNvPr>
          <p:cNvSpPr txBox="1"/>
          <p:nvPr/>
        </p:nvSpPr>
        <p:spPr>
          <a:xfrm flipH="1">
            <a:off x="4780699" y="2382999"/>
            <a:ext cx="48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V4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22" name="Straight Arrow Connector 18">
            <a:extLst>
              <a:ext uri="{FF2B5EF4-FFF2-40B4-BE49-F238E27FC236}">
                <a16:creationId xmlns:a16="http://schemas.microsoft.com/office/drawing/2014/main" id="{EA80B10B-C681-41AE-9AA0-C2379A50E5D8}"/>
              </a:ext>
            </a:extLst>
          </p:cNvPr>
          <p:cNvCxnSpPr>
            <a:cxnSpLocks/>
            <a:stCxn id="8" idx="0"/>
            <a:endCxn id="20" idx="4"/>
          </p:cNvCxnSpPr>
          <p:nvPr/>
        </p:nvCxnSpPr>
        <p:spPr>
          <a:xfrm flipH="1" flipV="1">
            <a:off x="5027569" y="2872985"/>
            <a:ext cx="1" cy="1239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8">
            <a:extLst>
              <a:ext uri="{FF2B5EF4-FFF2-40B4-BE49-F238E27FC236}">
                <a16:creationId xmlns:a16="http://schemas.microsoft.com/office/drawing/2014/main" id="{B1DFA23C-9ED8-466E-AD61-574BC17E5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2246" y="2978484"/>
            <a:ext cx="625475" cy="239713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p(2,4)</a:t>
            </a:r>
            <a:endParaRPr lang="en-US" altLang="ru-RU" sz="1200" dirty="0">
              <a:latin typeface="Arial" panose="020B0604020202020204" pitchFamily="34" charset="0"/>
            </a:endParaRPr>
          </a:p>
        </p:txBody>
      </p:sp>
      <p:sp>
        <p:nvSpPr>
          <p:cNvPr id="29" name="Text Box 8">
            <a:extLst>
              <a:ext uri="{FF2B5EF4-FFF2-40B4-BE49-F238E27FC236}">
                <a16:creationId xmlns:a16="http://schemas.microsoft.com/office/drawing/2014/main" id="{155B016E-5E23-4917-8899-A4DDB7A0A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1369" y="2093059"/>
            <a:ext cx="625475" cy="239713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</a:t>
            </a:r>
            <a:r>
              <a:rPr lang="ru-RU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</a:t>
            </a: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ru-RU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6</a:t>
            </a: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US" altLang="ru-RU" sz="1200" dirty="0">
              <a:latin typeface="Arial" panose="020B0604020202020204" pitchFamily="34" charset="0"/>
            </a:endParaRPr>
          </a:p>
        </p:txBody>
      </p:sp>
      <p:sp>
        <p:nvSpPr>
          <p:cNvPr id="30" name="Flowchart: Connector 9">
            <a:extLst>
              <a:ext uri="{FF2B5EF4-FFF2-40B4-BE49-F238E27FC236}">
                <a16:creationId xmlns:a16="http://schemas.microsoft.com/office/drawing/2014/main" id="{8002F5A2-D9FC-4FB1-8FC3-985CAEE15A01}"/>
              </a:ext>
            </a:extLst>
          </p:cNvPr>
          <p:cNvSpPr/>
          <p:nvPr/>
        </p:nvSpPr>
        <p:spPr>
          <a:xfrm>
            <a:off x="6106843" y="2208441"/>
            <a:ext cx="725170" cy="64870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31" name="Flowchart: Connector 9">
            <a:extLst>
              <a:ext uri="{FF2B5EF4-FFF2-40B4-BE49-F238E27FC236}">
                <a16:creationId xmlns:a16="http://schemas.microsoft.com/office/drawing/2014/main" id="{413F05CB-9671-40F6-B9AE-C644B574E440}"/>
              </a:ext>
            </a:extLst>
          </p:cNvPr>
          <p:cNvSpPr/>
          <p:nvPr/>
        </p:nvSpPr>
        <p:spPr>
          <a:xfrm>
            <a:off x="7557183" y="2208441"/>
            <a:ext cx="725170" cy="64870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cxnSp>
        <p:nvCxnSpPr>
          <p:cNvPr id="32" name="Straight Arrow Connector 18">
            <a:extLst>
              <a:ext uri="{FF2B5EF4-FFF2-40B4-BE49-F238E27FC236}">
                <a16:creationId xmlns:a16="http://schemas.microsoft.com/office/drawing/2014/main" id="{ADC7802A-0B32-49BA-AC16-0EA3A9EC161E}"/>
              </a:ext>
            </a:extLst>
          </p:cNvPr>
          <p:cNvCxnSpPr>
            <a:cxnSpLocks/>
            <a:stCxn id="20" idx="6"/>
            <a:endCxn id="30" idx="2"/>
          </p:cNvCxnSpPr>
          <p:nvPr/>
        </p:nvCxnSpPr>
        <p:spPr>
          <a:xfrm flipV="1">
            <a:off x="5390153" y="2532794"/>
            <a:ext cx="716690" cy="15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18">
            <a:extLst>
              <a:ext uri="{FF2B5EF4-FFF2-40B4-BE49-F238E27FC236}">
                <a16:creationId xmlns:a16="http://schemas.microsoft.com/office/drawing/2014/main" id="{4D76D79D-4C65-4E0B-AFB4-DFC3FD1E1FE4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6832013" y="2532794"/>
            <a:ext cx="725170" cy="6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3182349-C909-4DD9-AD95-6463D064D3AD}"/>
              </a:ext>
            </a:extLst>
          </p:cNvPr>
          <p:cNvSpPr txBox="1"/>
          <p:nvPr/>
        </p:nvSpPr>
        <p:spPr>
          <a:xfrm flipH="1">
            <a:off x="6222559" y="2350775"/>
            <a:ext cx="48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</a:t>
            </a:r>
            <a:r>
              <a:rPr lang="ru-RU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25A5930-6B06-4DE5-B93B-62EA11F67A0B}"/>
              </a:ext>
            </a:extLst>
          </p:cNvPr>
          <p:cNvSpPr txBox="1"/>
          <p:nvPr/>
        </p:nvSpPr>
        <p:spPr>
          <a:xfrm flipH="1">
            <a:off x="7679016" y="2363965"/>
            <a:ext cx="48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</a:t>
            </a:r>
            <a:r>
              <a:rPr lang="ru-RU" dirty="0">
                <a:solidFill>
                  <a:schemeClr val="bg1"/>
                </a:solidFill>
              </a:rPr>
              <a:t>7</a:t>
            </a:r>
          </a:p>
        </p:txBody>
      </p:sp>
      <p:cxnSp>
        <p:nvCxnSpPr>
          <p:cNvPr id="43" name="Straight Arrow Connector 18">
            <a:extLst>
              <a:ext uri="{FF2B5EF4-FFF2-40B4-BE49-F238E27FC236}">
                <a16:creationId xmlns:a16="http://schemas.microsoft.com/office/drawing/2014/main" id="{2437B08D-793A-4EF4-B04B-3E4D73F796BA}"/>
              </a:ext>
            </a:extLst>
          </p:cNvPr>
          <p:cNvCxnSpPr>
            <a:cxnSpLocks/>
            <a:stCxn id="8" idx="1"/>
            <a:endCxn id="14" idx="7"/>
          </p:cNvCxnSpPr>
          <p:nvPr/>
        </p:nvCxnSpPr>
        <p:spPr>
          <a:xfrm flipH="1" flipV="1">
            <a:off x="3291776" y="3559069"/>
            <a:ext cx="1523634" cy="645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Box 6">
            <a:extLst>
              <a:ext uri="{FF2B5EF4-FFF2-40B4-BE49-F238E27FC236}">
                <a16:creationId xmlns:a16="http://schemas.microsoft.com/office/drawing/2014/main" id="{5E856597-9608-4BEB-BBC5-8AFB6C1DE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9732" y="4055111"/>
            <a:ext cx="600075" cy="293165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</a:t>
            </a:r>
            <a:r>
              <a:rPr lang="ru-RU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ru-RU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US" altLang="ru-RU" sz="1200" dirty="0">
              <a:latin typeface="Arial" panose="020B0604020202020204" pitchFamily="34" charset="0"/>
            </a:endParaRPr>
          </a:p>
        </p:txBody>
      </p:sp>
      <p:sp>
        <p:nvSpPr>
          <p:cNvPr id="49" name="Text Box 10">
            <a:extLst>
              <a:ext uri="{FF2B5EF4-FFF2-40B4-BE49-F238E27FC236}">
                <a16:creationId xmlns:a16="http://schemas.microsoft.com/office/drawing/2014/main" id="{B9E59BD7-8BE5-40F3-8624-9D946C7F7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5185" y="4641790"/>
            <a:ext cx="625475" cy="239713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</a:t>
            </a:r>
            <a:r>
              <a:rPr lang="ru-RU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,3)</a:t>
            </a:r>
            <a:endParaRPr lang="en-US" altLang="ru-RU" sz="1200" dirty="0">
              <a:latin typeface="Arial" panose="020B0604020202020204" pitchFamily="34" charset="0"/>
            </a:endParaRPr>
          </a:p>
        </p:txBody>
      </p:sp>
      <p:cxnSp>
        <p:nvCxnSpPr>
          <p:cNvPr id="50" name="Straight Arrow Connector 18">
            <a:extLst>
              <a:ext uri="{FF2B5EF4-FFF2-40B4-BE49-F238E27FC236}">
                <a16:creationId xmlns:a16="http://schemas.microsoft.com/office/drawing/2014/main" id="{6B7ACB50-6E3F-49AC-B478-A81BCD656522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3179165" y="4109107"/>
            <a:ext cx="150075" cy="1122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 Box 10">
            <a:extLst>
              <a:ext uri="{FF2B5EF4-FFF2-40B4-BE49-F238E27FC236}">
                <a16:creationId xmlns:a16="http://schemas.microsoft.com/office/drawing/2014/main" id="{B45928E9-155B-4D90-AAE6-06984E3B1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289" y="4701897"/>
            <a:ext cx="625475" cy="239713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p(2,3)</a:t>
            </a:r>
            <a:endParaRPr lang="en-US" altLang="ru-RU" sz="1200" dirty="0">
              <a:latin typeface="Arial" panose="020B0604020202020204" pitchFamily="34" charset="0"/>
            </a:endParaRPr>
          </a:p>
        </p:txBody>
      </p:sp>
      <p:cxnSp>
        <p:nvCxnSpPr>
          <p:cNvPr id="60" name="Straight Arrow Connector 18">
            <a:extLst>
              <a:ext uri="{FF2B5EF4-FFF2-40B4-BE49-F238E27FC236}">
                <a16:creationId xmlns:a16="http://schemas.microsoft.com/office/drawing/2014/main" id="{94DDFBFF-4551-4BE6-AE9C-C20A36900F6D}"/>
              </a:ext>
            </a:extLst>
          </p:cNvPr>
          <p:cNvCxnSpPr>
            <a:cxnSpLocks/>
            <a:endCxn id="8" idx="4"/>
          </p:cNvCxnSpPr>
          <p:nvPr/>
        </p:nvCxnSpPr>
        <p:spPr>
          <a:xfrm flipV="1">
            <a:off x="3905303" y="4736881"/>
            <a:ext cx="1122267" cy="670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Box 10">
            <a:extLst>
              <a:ext uri="{FF2B5EF4-FFF2-40B4-BE49-F238E27FC236}">
                <a16:creationId xmlns:a16="http://schemas.microsoft.com/office/drawing/2014/main" id="{EAF5F09F-2032-42DB-80B0-53287D419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3614" y="5165529"/>
            <a:ext cx="625475" cy="239713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</a:t>
            </a:r>
            <a:r>
              <a:rPr lang="ru-RU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ru-RU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US" altLang="ru-RU" sz="1200" dirty="0">
              <a:latin typeface="Arial" panose="020B0604020202020204" pitchFamily="34" charset="0"/>
            </a:endParaRPr>
          </a:p>
        </p:txBody>
      </p:sp>
      <p:sp>
        <p:nvSpPr>
          <p:cNvPr id="67" name="Text Box 8">
            <a:extLst>
              <a:ext uri="{FF2B5EF4-FFF2-40B4-BE49-F238E27FC236}">
                <a16:creationId xmlns:a16="http://schemas.microsoft.com/office/drawing/2014/main" id="{E0DC0DDD-DDF0-4F92-BEEF-C3CE19C33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8236" y="3426692"/>
            <a:ext cx="625475" cy="239713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</a:t>
            </a:r>
            <a:r>
              <a:rPr lang="ru-RU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</a:t>
            </a: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ru-RU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</a:t>
            </a: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US" altLang="ru-RU" sz="1200" dirty="0">
              <a:latin typeface="Arial" panose="020B0604020202020204" pitchFamily="34" charset="0"/>
            </a:endParaRPr>
          </a:p>
        </p:txBody>
      </p:sp>
      <p:cxnSp>
        <p:nvCxnSpPr>
          <p:cNvPr id="68" name="Straight Arrow Connector 18">
            <a:extLst>
              <a:ext uri="{FF2B5EF4-FFF2-40B4-BE49-F238E27FC236}">
                <a16:creationId xmlns:a16="http://schemas.microsoft.com/office/drawing/2014/main" id="{0EB6F41B-9DE2-4217-A29A-7F6284E0FB8E}"/>
              </a:ext>
            </a:extLst>
          </p:cNvPr>
          <p:cNvCxnSpPr>
            <a:cxnSpLocks/>
            <a:endCxn id="20" idx="5"/>
          </p:cNvCxnSpPr>
          <p:nvPr/>
        </p:nvCxnSpPr>
        <p:spPr>
          <a:xfrm flipH="1" flipV="1">
            <a:off x="5283954" y="2777984"/>
            <a:ext cx="1334890" cy="14328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4DA06673-6ADA-494B-BDA9-6C897AA75989}"/>
              </a:ext>
            </a:extLst>
          </p:cNvPr>
          <p:cNvCxnSpPr>
            <a:cxnSpLocks/>
            <a:stCxn id="14" idx="1"/>
            <a:endCxn id="14" idx="2"/>
          </p:cNvCxnSpPr>
          <p:nvPr/>
        </p:nvCxnSpPr>
        <p:spPr>
          <a:xfrm rot="16200000" flipH="1" flipV="1">
            <a:off x="2611229" y="3620646"/>
            <a:ext cx="229353" cy="106199"/>
          </a:xfrm>
          <a:prstGeom prst="curvedConnector4">
            <a:avLst>
              <a:gd name="adj1" fmla="val -141093"/>
              <a:gd name="adj2" fmla="val 31525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6">
            <a:extLst>
              <a:ext uri="{FF2B5EF4-FFF2-40B4-BE49-F238E27FC236}">
                <a16:creationId xmlns:a16="http://schemas.microsoft.com/office/drawing/2014/main" id="{FC70942C-7C7E-43B0-8D7B-AA9AA0FD9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2768" y="2872986"/>
            <a:ext cx="600075" cy="293165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</a:t>
            </a:r>
            <a:r>
              <a:rPr lang="ru-RU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ru-RU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r>
              <a:rPr lang="en-US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US" altLang="ru-RU" sz="1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13682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62AF86-12CA-4762-BF2B-C2A48D256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Ациклическая модель обучения ИИ</a:t>
            </a:r>
            <a:br>
              <a:rPr lang="ru-RU" dirty="0"/>
            </a:b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E6CCD77-5C8A-4C7A-BD95-DFEC9CF22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83</a:t>
            </a:fld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B292C2-25F9-5F9A-F541-466DDAB4A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4989" y="1139227"/>
            <a:ext cx="4059111" cy="56346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57FEDE-C2F3-4A7A-868D-39FD49EFD2FA}"/>
              </a:ext>
            </a:extLst>
          </p:cNvPr>
          <p:cNvSpPr txBox="1"/>
          <p:nvPr/>
        </p:nvSpPr>
        <p:spPr>
          <a:xfrm>
            <a:off x="3426460" y="1296036"/>
            <a:ext cx="902970" cy="108585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ru-RU" sz="800" dirty="0"/>
              <a:t>Постановка проблемы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1F4C42-95CE-470F-BDED-5D7A878F156E}"/>
              </a:ext>
            </a:extLst>
          </p:cNvPr>
          <p:cNvSpPr txBox="1"/>
          <p:nvPr/>
        </p:nvSpPr>
        <p:spPr>
          <a:xfrm>
            <a:off x="3643631" y="2042796"/>
            <a:ext cx="474345" cy="234315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ru-RU" sz="700" dirty="0"/>
              <a:t>Предложение</a:t>
            </a:r>
          </a:p>
          <a:p>
            <a:pPr algn="ctr"/>
            <a:r>
              <a:rPr lang="en-US" sz="700" dirty="0"/>
              <a:t>P1</a:t>
            </a:r>
            <a:endParaRPr lang="ru-RU" sz="7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1B48CF-FF91-4556-B094-BD8929B4869B}"/>
              </a:ext>
            </a:extLst>
          </p:cNvPr>
          <p:cNvSpPr txBox="1"/>
          <p:nvPr/>
        </p:nvSpPr>
        <p:spPr>
          <a:xfrm>
            <a:off x="3643631" y="3094311"/>
            <a:ext cx="474345" cy="234315"/>
          </a:xfrm>
          <a:prstGeom prst="rect">
            <a:avLst/>
          </a:prstGeom>
          <a:solidFill>
            <a:srgbClr val="CCCCFF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ru-RU" sz="700" dirty="0"/>
              <a:t>Предложение</a:t>
            </a:r>
          </a:p>
          <a:p>
            <a:pPr algn="ctr"/>
            <a:r>
              <a:rPr lang="en-US" sz="700" dirty="0"/>
              <a:t>P1*</a:t>
            </a:r>
            <a:endParaRPr lang="ru-RU" sz="7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EAF8EA-7439-4064-B967-017DFB540B44}"/>
              </a:ext>
            </a:extLst>
          </p:cNvPr>
          <p:cNvSpPr txBox="1"/>
          <p:nvPr/>
        </p:nvSpPr>
        <p:spPr>
          <a:xfrm>
            <a:off x="3608388" y="4164966"/>
            <a:ext cx="539115" cy="253320"/>
          </a:xfrm>
          <a:prstGeom prst="rect">
            <a:avLst/>
          </a:prstGeom>
          <a:solidFill>
            <a:srgbClr val="CCCCFF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ru-RU" sz="700" dirty="0"/>
              <a:t>Предложение</a:t>
            </a:r>
          </a:p>
          <a:p>
            <a:pPr algn="ctr"/>
            <a:r>
              <a:rPr lang="en-US" sz="700" dirty="0"/>
              <a:t>P1* </a:t>
            </a:r>
          </a:p>
          <a:p>
            <a:pPr algn="ctr"/>
            <a:r>
              <a:rPr lang="en-US" sz="700" dirty="0"/>
              <a:t>(</a:t>
            </a:r>
            <a:r>
              <a:rPr lang="ru-RU" sz="700" dirty="0"/>
              <a:t>проверенное</a:t>
            </a:r>
            <a:r>
              <a:rPr lang="en-US" sz="700" dirty="0"/>
              <a:t>)</a:t>
            </a:r>
            <a:endParaRPr lang="ru-RU" sz="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3EC5F6-AD90-4E8A-B380-B0A93C761890}"/>
              </a:ext>
            </a:extLst>
          </p:cNvPr>
          <p:cNvSpPr txBox="1"/>
          <p:nvPr/>
        </p:nvSpPr>
        <p:spPr>
          <a:xfrm>
            <a:off x="4862831" y="4166827"/>
            <a:ext cx="474345" cy="234315"/>
          </a:xfrm>
          <a:prstGeom prst="rect">
            <a:avLst/>
          </a:prstGeom>
          <a:solidFill>
            <a:srgbClr val="CCCCFF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ru-RU" sz="700" dirty="0"/>
              <a:t>Предложение</a:t>
            </a:r>
          </a:p>
          <a:p>
            <a:pPr algn="ctr"/>
            <a:r>
              <a:rPr lang="en-US" sz="700" dirty="0"/>
              <a:t>P3</a:t>
            </a:r>
            <a:endParaRPr lang="ru-RU" sz="7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341948-B657-49DC-BFEF-78BD19F48597}"/>
              </a:ext>
            </a:extLst>
          </p:cNvPr>
          <p:cNvSpPr txBox="1"/>
          <p:nvPr/>
        </p:nvSpPr>
        <p:spPr>
          <a:xfrm>
            <a:off x="4835430" y="5207522"/>
            <a:ext cx="539115" cy="253320"/>
          </a:xfrm>
          <a:prstGeom prst="rect">
            <a:avLst/>
          </a:prstGeom>
          <a:solidFill>
            <a:srgbClr val="CCCCFF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ru-RU" sz="700" dirty="0"/>
              <a:t>Предложение</a:t>
            </a:r>
          </a:p>
          <a:p>
            <a:pPr algn="ctr"/>
            <a:r>
              <a:rPr lang="en-US" sz="700" dirty="0"/>
              <a:t>P3 </a:t>
            </a:r>
          </a:p>
          <a:p>
            <a:pPr algn="ctr"/>
            <a:r>
              <a:rPr lang="en-US" sz="700" dirty="0"/>
              <a:t>(</a:t>
            </a:r>
            <a:r>
              <a:rPr lang="ru-RU" sz="700" dirty="0"/>
              <a:t>проверенное</a:t>
            </a:r>
            <a:r>
              <a:rPr lang="en-US" sz="700" dirty="0"/>
              <a:t>)</a:t>
            </a:r>
            <a:endParaRPr lang="ru-RU" sz="7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3FCFC8-F124-4F8D-886D-D81DC5A63E0E}"/>
              </a:ext>
            </a:extLst>
          </p:cNvPr>
          <p:cNvSpPr txBox="1"/>
          <p:nvPr/>
        </p:nvSpPr>
        <p:spPr>
          <a:xfrm>
            <a:off x="6104255" y="1404621"/>
            <a:ext cx="902970" cy="16382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noAutofit/>
          </a:bodyPr>
          <a:lstStyle/>
          <a:p>
            <a:r>
              <a:rPr lang="ru-RU" sz="750" dirty="0"/>
              <a:t>Действительное</a:t>
            </a:r>
            <a:endParaRPr lang="en-US" sz="750" dirty="0"/>
          </a:p>
          <a:p>
            <a:r>
              <a:rPr lang="ru-RU" sz="750" dirty="0"/>
              <a:t>предложение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C71DA9-EF59-4C12-8914-97889B47DB06}"/>
              </a:ext>
            </a:extLst>
          </p:cNvPr>
          <p:cNvSpPr txBox="1"/>
          <p:nvPr/>
        </p:nvSpPr>
        <p:spPr>
          <a:xfrm>
            <a:off x="6104255" y="1751929"/>
            <a:ext cx="968375" cy="16382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noAutofit/>
          </a:bodyPr>
          <a:lstStyle/>
          <a:p>
            <a:r>
              <a:rPr lang="ru-RU" sz="750" dirty="0"/>
              <a:t>Недействительное</a:t>
            </a:r>
            <a:endParaRPr lang="en-US" sz="750" dirty="0"/>
          </a:p>
          <a:p>
            <a:r>
              <a:rPr lang="ru-RU" sz="750" dirty="0"/>
              <a:t>предложение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97C850-10C4-4A32-9533-83606FE0FEB7}"/>
              </a:ext>
            </a:extLst>
          </p:cNvPr>
          <p:cNvSpPr txBox="1"/>
          <p:nvPr/>
        </p:nvSpPr>
        <p:spPr>
          <a:xfrm>
            <a:off x="6104255" y="2136739"/>
            <a:ext cx="968375" cy="16382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noAutofit/>
          </a:bodyPr>
          <a:lstStyle/>
          <a:p>
            <a:r>
              <a:rPr lang="ru-RU" sz="750" dirty="0"/>
              <a:t>Критика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62030A-B8CC-4E93-A5C1-8FED2E4CB9E0}"/>
              </a:ext>
            </a:extLst>
          </p:cNvPr>
          <p:cNvSpPr txBox="1"/>
          <p:nvPr/>
        </p:nvSpPr>
        <p:spPr>
          <a:xfrm>
            <a:off x="6104255" y="2489164"/>
            <a:ext cx="968375" cy="16382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noAutofit/>
          </a:bodyPr>
          <a:lstStyle/>
          <a:p>
            <a:r>
              <a:rPr lang="ru-RU" sz="750" dirty="0"/>
              <a:t>Резюме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F36DEE-64EB-4D8E-B1BF-612C54B51E76}"/>
              </a:ext>
            </a:extLst>
          </p:cNvPr>
          <p:cNvSpPr txBox="1"/>
          <p:nvPr/>
        </p:nvSpPr>
        <p:spPr>
          <a:xfrm>
            <a:off x="4800599" y="2038464"/>
            <a:ext cx="359412" cy="234315"/>
          </a:xfrm>
          <a:prstGeom prst="rect">
            <a:avLst/>
          </a:prstGeom>
          <a:solidFill>
            <a:srgbClr val="FFCCCC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ru-RU" sz="750" dirty="0"/>
              <a:t>Критика</a:t>
            </a:r>
            <a:endParaRPr lang="en-US" sz="750" dirty="0"/>
          </a:p>
          <a:p>
            <a:pPr algn="ctr"/>
            <a:r>
              <a:rPr lang="en-US" sz="750" dirty="0"/>
              <a:t>C1</a:t>
            </a:r>
            <a:endParaRPr lang="ru-RU" sz="7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176FB0-9A6C-40AE-B156-B66A26C22B18}"/>
              </a:ext>
            </a:extLst>
          </p:cNvPr>
          <p:cNvSpPr txBox="1"/>
          <p:nvPr/>
        </p:nvSpPr>
        <p:spPr>
          <a:xfrm>
            <a:off x="4800599" y="3098835"/>
            <a:ext cx="359412" cy="234315"/>
          </a:xfrm>
          <a:prstGeom prst="rect">
            <a:avLst/>
          </a:prstGeom>
          <a:solidFill>
            <a:srgbClr val="FFCCCC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ru-RU" sz="750" dirty="0"/>
              <a:t>Критика</a:t>
            </a:r>
            <a:endParaRPr lang="en-US" sz="750" dirty="0"/>
          </a:p>
          <a:p>
            <a:pPr algn="ctr"/>
            <a:r>
              <a:rPr lang="en-US" sz="750" dirty="0"/>
              <a:t>C2</a:t>
            </a:r>
            <a:endParaRPr lang="ru-RU" sz="7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99B38F-613A-46E4-84D5-5BCDA8101F3C}"/>
              </a:ext>
            </a:extLst>
          </p:cNvPr>
          <p:cNvSpPr txBox="1"/>
          <p:nvPr/>
        </p:nvSpPr>
        <p:spPr>
          <a:xfrm>
            <a:off x="6017893" y="4164967"/>
            <a:ext cx="359412" cy="234315"/>
          </a:xfrm>
          <a:prstGeom prst="rect">
            <a:avLst/>
          </a:prstGeom>
          <a:solidFill>
            <a:srgbClr val="FFCCCC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ru-RU" sz="750" dirty="0"/>
              <a:t>Критика</a:t>
            </a:r>
            <a:endParaRPr lang="en-US" sz="750" dirty="0"/>
          </a:p>
          <a:p>
            <a:pPr algn="ctr"/>
            <a:r>
              <a:rPr lang="en-US" sz="750" dirty="0"/>
              <a:t>C3</a:t>
            </a:r>
            <a:endParaRPr lang="ru-RU" sz="7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038EAE-B275-4A44-8EAB-98D0A60384A0}"/>
              </a:ext>
            </a:extLst>
          </p:cNvPr>
          <p:cNvSpPr txBox="1"/>
          <p:nvPr/>
        </p:nvSpPr>
        <p:spPr>
          <a:xfrm>
            <a:off x="4737575" y="6185491"/>
            <a:ext cx="717234" cy="163829"/>
          </a:xfrm>
          <a:prstGeom prst="rect">
            <a:avLst/>
          </a:prstGeom>
          <a:solidFill>
            <a:srgbClr val="CCFFCC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ru-RU" sz="750" dirty="0"/>
              <a:t>Резюме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B336FE-FCC9-460F-8410-3C42147D6334}"/>
              </a:ext>
            </a:extLst>
          </p:cNvPr>
          <p:cNvSpPr txBox="1"/>
          <p:nvPr/>
        </p:nvSpPr>
        <p:spPr>
          <a:xfrm>
            <a:off x="3633532" y="6509387"/>
            <a:ext cx="3482023" cy="16382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ru-RU" sz="750" dirty="0"/>
              <a:t>Рисунок 1: Диаграмма мышления:</a:t>
            </a:r>
            <a:endParaRPr lang="en-US" sz="750" dirty="0"/>
          </a:p>
          <a:p>
            <a:pPr algn="ctr"/>
            <a:r>
              <a:rPr lang="ru-RU" sz="750" dirty="0"/>
              <a:t>направленный ациклический граф итеративного мышления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F03FE0-7217-4501-8447-6FC4BE35F1B9}"/>
              </a:ext>
            </a:extLst>
          </p:cNvPr>
          <p:cNvSpPr txBox="1"/>
          <p:nvPr/>
        </p:nvSpPr>
        <p:spPr>
          <a:xfrm rot="18960000">
            <a:off x="4239579" y="2559156"/>
            <a:ext cx="315691" cy="11204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ru-RU" sz="600" dirty="0"/>
              <a:t>Уточнение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E156E1-F88F-4869-BEEE-404565E8337E}"/>
              </a:ext>
            </a:extLst>
          </p:cNvPr>
          <p:cNvSpPr txBox="1"/>
          <p:nvPr/>
        </p:nvSpPr>
        <p:spPr>
          <a:xfrm rot="18960000">
            <a:off x="4054793" y="3391258"/>
            <a:ext cx="315691" cy="11204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ru-RU" sz="600" dirty="0"/>
              <a:t>Проверенное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BBBE27-3E48-415F-817B-83180B551320}"/>
              </a:ext>
            </a:extLst>
          </p:cNvPr>
          <p:cNvSpPr txBox="1"/>
          <p:nvPr/>
        </p:nvSpPr>
        <p:spPr>
          <a:xfrm rot="18960000">
            <a:off x="5283518" y="4448419"/>
            <a:ext cx="315691" cy="11204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ru-RU" sz="600" dirty="0"/>
              <a:t>Проверенное</a:t>
            </a:r>
          </a:p>
        </p:txBody>
      </p:sp>
    </p:spTree>
    <p:extLst>
      <p:ext uri="{BB962C8B-B14F-4D97-AF65-F5344CB8AC3E}">
        <p14:creationId xmlns:p14="http://schemas.microsoft.com/office/powerpoint/2010/main" val="411778872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62AF86-12CA-4762-BF2B-C2A48D256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Языковые модели (</a:t>
            </a:r>
            <a:r>
              <a:rPr lang="en-US" dirty="0"/>
              <a:t>LM)</a:t>
            </a:r>
            <a:r>
              <a:rPr lang="ru-RU" dirty="0"/>
              <a:t> как стохастические деревья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E6CCD77-5C8A-4C7A-BD95-DFEC9CF22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84</a:t>
            </a:fld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C25748-C62E-DBCE-17F3-EA80FCF6F1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910"/>
          <a:stretch>
            <a:fillRect/>
          </a:stretch>
        </p:blipFill>
        <p:spPr>
          <a:xfrm>
            <a:off x="744220" y="1995615"/>
            <a:ext cx="9273271" cy="38781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864314-7B94-491C-94A8-9829E8F7CB2D}"/>
              </a:ext>
            </a:extLst>
          </p:cNvPr>
          <p:cNvSpPr txBox="1"/>
          <p:nvPr/>
        </p:nvSpPr>
        <p:spPr>
          <a:xfrm>
            <a:off x="1010829" y="2165230"/>
            <a:ext cx="902970" cy="17106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ru-RU" sz="1050" b="1" dirty="0">
                <a:solidFill>
                  <a:srgbClr val="4B4B4C"/>
                </a:solidFill>
              </a:rPr>
              <a:t>Ввод-вывод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64FFD9-B90C-4D7F-82B6-96BFF8D973B7}"/>
              </a:ext>
            </a:extLst>
          </p:cNvPr>
          <p:cNvSpPr txBox="1"/>
          <p:nvPr/>
        </p:nvSpPr>
        <p:spPr>
          <a:xfrm>
            <a:off x="2591598" y="2159895"/>
            <a:ext cx="1059180" cy="17106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ru-RU" sz="1050" b="1" dirty="0">
                <a:solidFill>
                  <a:srgbClr val="4B4B4C"/>
                </a:solidFill>
              </a:rPr>
              <a:t>Цепочка мыслей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C95A51-0A14-4747-99B2-11BB82D3B8D2}"/>
              </a:ext>
            </a:extLst>
          </p:cNvPr>
          <p:cNvSpPr txBox="1"/>
          <p:nvPr/>
        </p:nvSpPr>
        <p:spPr>
          <a:xfrm>
            <a:off x="4727738" y="2159895"/>
            <a:ext cx="1059180" cy="17106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ru-RU" sz="1050" b="1" dirty="0">
                <a:solidFill>
                  <a:srgbClr val="4B4B4C"/>
                </a:solidFill>
              </a:rPr>
              <a:t>Дерево мыслей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76901A-0C14-476D-A220-AB013FDDB7AF}"/>
              </a:ext>
            </a:extLst>
          </p:cNvPr>
          <p:cNvSpPr txBox="1"/>
          <p:nvPr/>
        </p:nvSpPr>
        <p:spPr>
          <a:xfrm>
            <a:off x="7719858" y="2159895"/>
            <a:ext cx="1244600" cy="17106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ru-RU" sz="1050" b="1" dirty="0">
                <a:solidFill>
                  <a:srgbClr val="4B4B4C"/>
                </a:solidFill>
              </a:rPr>
              <a:t>Итерация мыслей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CD7C09-6F8A-4B39-93B4-37704F53EF23}"/>
              </a:ext>
            </a:extLst>
          </p:cNvPr>
          <p:cNvSpPr txBox="1"/>
          <p:nvPr/>
        </p:nvSpPr>
        <p:spPr>
          <a:xfrm>
            <a:off x="1179993" y="2724920"/>
            <a:ext cx="571501" cy="171068"/>
          </a:xfrm>
          <a:prstGeom prst="ellipse">
            <a:avLst/>
          </a:prstGeom>
          <a:solidFill>
            <a:srgbClr val="D9D9D9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ru-RU" sz="900" dirty="0"/>
              <a:t>Ввод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453AE8-0614-40DE-85C2-84CC6204E8E4}"/>
              </a:ext>
            </a:extLst>
          </p:cNvPr>
          <p:cNvSpPr txBox="1"/>
          <p:nvPr/>
        </p:nvSpPr>
        <p:spPr>
          <a:xfrm>
            <a:off x="2835438" y="2723015"/>
            <a:ext cx="571501" cy="171068"/>
          </a:xfrm>
          <a:prstGeom prst="ellipse">
            <a:avLst/>
          </a:prstGeom>
          <a:solidFill>
            <a:srgbClr val="D9D9D9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ru-RU" sz="900" dirty="0"/>
              <a:t>Ввод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D8627-CDB3-4972-A916-480EA5AB87F9}"/>
              </a:ext>
            </a:extLst>
          </p:cNvPr>
          <p:cNvSpPr txBox="1"/>
          <p:nvPr/>
        </p:nvSpPr>
        <p:spPr>
          <a:xfrm>
            <a:off x="4965032" y="2723015"/>
            <a:ext cx="571501" cy="171068"/>
          </a:xfrm>
          <a:prstGeom prst="ellipse">
            <a:avLst/>
          </a:prstGeom>
          <a:solidFill>
            <a:srgbClr val="D9D9D9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ru-RU" sz="900" dirty="0"/>
              <a:t>Ввод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9ABDC3-7EE8-493A-B999-5B6206BF4F87}"/>
              </a:ext>
            </a:extLst>
          </p:cNvPr>
          <p:cNvSpPr txBox="1"/>
          <p:nvPr/>
        </p:nvSpPr>
        <p:spPr>
          <a:xfrm>
            <a:off x="8077999" y="2723015"/>
            <a:ext cx="571501" cy="171068"/>
          </a:xfrm>
          <a:prstGeom prst="ellipse">
            <a:avLst/>
          </a:prstGeom>
          <a:solidFill>
            <a:srgbClr val="D9D9D9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ru-RU" sz="900" dirty="0"/>
              <a:t>Ввод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2C97FE-E843-4328-A229-8A8AEFB38000}"/>
              </a:ext>
            </a:extLst>
          </p:cNvPr>
          <p:cNvSpPr txBox="1"/>
          <p:nvPr/>
        </p:nvSpPr>
        <p:spPr>
          <a:xfrm>
            <a:off x="2835437" y="4938529"/>
            <a:ext cx="571501" cy="127635"/>
          </a:xfrm>
          <a:prstGeom prst="rect">
            <a:avLst/>
          </a:prstGeom>
          <a:solidFill>
            <a:srgbClr val="91BE6D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ru-RU" sz="900" dirty="0"/>
              <a:t>Вывод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6AA601-19C1-4DF9-A738-3D80F14F824F}"/>
              </a:ext>
            </a:extLst>
          </p:cNvPr>
          <p:cNvSpPr txBox="1"/>
          <p:nvPr/>
        </p:nvSpPr>
        <p:spPr>
          <a:xfrm>
            <a:off x="4965031" y="4938529"/>
            <a:ext cx="571501" cy="127635"/>
          </a:xfrm>
          <a:prstGeom prst="rect">
            <a:avLst/>
          </a:prstGeom>
          <a:solidFill>
            <a:srgbClr val="91BE6D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ru-RU" sz="900" dirty="0"/>
              <a:t>Вывод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7FC74E-CB59-4FA7-9D17-25816D0A0B92}"/>
              </a:ext>
            </a:extLst>
          </p:cNvPr>
          <p:cNvSpPr txBox="1"/>
          <p:nvPr/>
        </p:nvSpPr>
        <p:spPr>
          <a:xfrm>
            <a:off x="8077999" y="4938528"/>
            <a:ext cx="571501" cy="127635"/>
          </a:xfrm>
          <a:prstGeom prst="rect">
            <a:avLst/>
          </a:prstGeom>
          <a:solidFill>
            <a:srgbClr val="91BE6D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ru-RU" sz="900" dirty="0"/>
              <a:t>Вывод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CB69C5-0AAF-413E-BFE0-052AAC62D897}"/>
              </a:ext>
            </a:extLst>
          </p:cNvPr>
          <p:cNvSpPr txBox="1"/>
          <p:nvPr/>
        </p:nvSpPr>
        <p:spPr>
          <a:xfrm>
            <a:off x="1176564" y="4938528"/>
            <a:ext cx="571501" cy="127635"/>
          </a:xfrm>
          <a:prstGeom prst="rect">
            <a:avLst/>
          </a:prstGeom>
          <a:solidFill>
            <a:srgbClr val="91BE6D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ru-RU" sz="900" dirty="0"/>
              <a:t>Вывод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43246C-DD95-45F7-A68D-F1EA664209E2}"/>
              </a:ext>
            </a:extLst>
          </p:cNvPr>
          <p:cNvSpPr txBox="1"/>
          <p:nvPr/>
        </p:nvSpPr>
        <p:spPr>
          <a:xfrm>
            <a:off x="1080551" y="5406139"/>
            <a:ext cx="763525" cy="127635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ru-RU" sz="700" dirty="0"/>
              <a:t>Прямой ввод-вывод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F48F8B-57B6-45CC-9824-931AE2823347}"/>
              </a:ext>
            </a:extLst>
          </p:cNvPr>
          <p:cNvSpPr txBox="1"/>
          <p:nvPr/>
        </p:nvSpPr>
        <p:spPr>
          <a:xfrm>
            <a:off x="2578070" y="5317045"/>
            <a:ext cx="1086233" cy="305821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ru-RU" sz="700" dirty="0"/>
              <a:t>Последовательные</a:t>
            </a:r>
            <a:endParaRPr lang="en-US" sz="700" dirty="0"/>
          </a:p>
          <a:p>
            <a:pPr algn="ctr"/>
            <a:r>
              <a:rPr lang="ru-RU" sz="700" dirty="0"/>
              <a:t>шаги рассуждений,</a:t>
            </a:r>
            <a:endParaRPr lang="en-US" sz="700" dirty="0"/>
          </a:p>
          <a:p>
            <a:pPr algn="ctr"/>
            <a:r>
              <a:rPr lang="ru-RU" sz="700" dirty="0"/>
              <a:t>генерируемые LLM по</a:t>
            </a:r>
            <a:endParaRPr lang="en-US" sz="700" dirty="0"/>
          </a:p>
          <a:p>
            <a:pPr algn="ctr"/>
            <a:r>
              <a:rPr lang="ru-RU" sz="700" dirty="0"/>
              <a:t>одному линейному пути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4C0BE0-C90E-41AC-A00A-B51142526C58}"/>
              </a:ext>
            </a:extLst>
          </p:cNvPr>
          <p:cNvSpPr txBox="1"/>
          <p:nvPr/>
        </p:nvSpPr>
        <p:spPr>
          <a:xfrm>
            <a:off x="4147688" y="5317044"/>
            <a:ext cx="2206184" cy="305821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ru-RU" sz="700" dirty="0"/>
              <a:t>Несколько путей рассуждений, исследуемых параллельно,</a:t>
            </a:r>
            <a:endParaRPr lang="en-US" sz="700" dirty="0"/>
          </a:p>
          <a:p>
            <a:pPr algn="ctr"/>
            <a:r>
              <a:rPr lang="ru-RU" sz="700" dirty="0"/>
              <a:t>образующих</a:t>
            </a:r>
            <a:r>
              <a:rPr lang="en-US" sz="700" dirty="0"/>
              <a:t> </a:t>
            </a:r>
            <a:r>
              <a:rPr lang="ru-RU" sz="700" dirty="0"/>
              <a:t>ветвящуюся структуру для</a:t>
            </a:r>
            <a:endParaRPr lang="en-US" sz="700" dirty="0"/>
          </a:p>
          <a:p>
            <a:pPr algn="ctr"/>
            <a:r>
              <a:rPr lang="ru-RU" sz="700" dirty="0"/>
              <a:t>достижения оптимального результата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FC8D39-BA61-4C5A-9558-15B629B87517}"/>
              </a:ext>
            </a:extLst>
          </p:cNvPr>
          <p:cNvSpPr txBox="1"/>
          <p:nvPr/>
        </p:nvSpPr>
        <p:spPr>
          <a:xfrm>
            <a:off x="7168213" y="5317044"/>
            <a:ext cx="2391070" cy="305821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ru-RU" sz="700" dirty="0"/>
              <a:t>Адаптивные пути рассуждений, динамически уточняемые</a:t>
            </a:r>
            <a:endParaRPr lang="en-US" sz="700" dirty="0"/>
          </a:p>
          <a:p>
            <a:pPr algn="ctr"/>
            <a:r>
              <a:rPr lang="ru-RU" sz="700" dirty="0"/>
              <a:t>на каждом шаге агентом внутреннего диалога,</a:t>
            </a:r>
            <a:endParaRPr lang="en-US" sz="700" dirty="0"/>
          </a:p>
          <a:p>
            <a:pPr algn="ctr"/>
            <a:r>
              <a:rPr lang="ru-RU" sz="700" dirty="0"/>
              <a:t>позволяющие исследовать перекрестные пути и целенаправленно</a:t>
            </a:r>
            <a:endParaRPr lang="en-US" sz="700" dirty="0"/>
          </a:p>
          <a:p>
            <a:pPr algn="ctr"/>
            <a:r>
              <a:rPr lang="ru-RU" sz="700" dirty="0"/>
              <a:t>перемещаться между несколькими деревьями рассуждений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91FFB2-7136-437C-8145-4F1DDB8C5FD3}"/>
              </a:ext>
            </a:extLst>
          </p:cNvPr>
          <p:cNvSpPr txBox="1"/>
          <p:nvPr/>
        </p:nvSpPr>
        <p:spPr>
          <a:xfrm>
            <a:off x="6744498" y="3942214"/>
            <a:ext cx="518161" cy="91441"/>
          </a:xfrm>
          <a:prstGeom prst="rect">
            <a:avLst/>
          </a:prstGeom>
          <a:solidFill>
            <a:srgbClr val="4C908E"/>
          </a:solidFill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ru-RU" sz="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Агент внутреннего</a:t>
            </a:r>
          </a:p>
          <a:p>
            <a:pPr algn="ctr"/>
            <a:r>
              <a:rPr lang="ru-RU" sz="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диалога</a:t>
            </a:r>
            <a:endParaRPr lang="en-US" sz="5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1349025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BC2E2-50AC-43FE-A240-2E2A4544D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Задача. Предложите Ваш вариант стохастического графа покупки авиабилетов 30 мин. – перерыв 50 мин. =</a:t>
            </a:r>
            <a:r>
              <a:rPr lang="en-US" dirty="0"/>
              <a:t>&gt;</a:t>
            </a:r>
            <a:r>
              <a:rPr lang="ru-RU" dirty="0"/>
              <a:t> 14-10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A2956-1C3D-45D7-B14C-B926CB25B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85</a:t>
            </a:fld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6B3BE-0A2F-4DB7-B896-12DA1509333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Используйте следующие ключевые шаги пользователя:</a:t>
            </a:r>
          </a:p>
          <a:p>
            <a:r>
              <a:rPr lang="ru-RU" dirty="0"/>
              <a:t>Регистрация в системе</a:t>
            </a:r>
          </a:p>
          <a:p>
            <a:r>
              <a:rPr lang="ru-RU" dirty="0"/>
              <a:t>Выбор маршрута</a:t>
            </a:r>
          </a:p>
          <a:p>
            <a:r>
              <a:rPr lang="ru-RU" dirty="0"/>
              <a:t>Выбор даты/времени</a:t>
            </a:r>
          </a:p>
          <a:p>
            <a:r>
              <a:rPr lang="ru-RU" dirty="0"/>
              <a:t>Выбор авиакомпании</a:t>
            </a:r>
          </a:p>
          <a:p>
            <a:r>
              <a:rPr lang="ru-RU" dirty="0"/>
              <a:t>Выбор способа оплаты</a:t>
            </a:r>
          </a:p>
          <a:p>
            <a:r>
              <a:rPr lang="ru-RU" dirty="0"/>
              <a:t>Оплата</a:t>
            </a:r>
          </a:p>
          <a:p>
            <a:r>
              <a:rPr lang="ru-RU" dirty="0"/>
              <a:t>Получение электронного билета</a:t>
            </a:r>
          </a:p>
        </p:txBody>
      </p:sp>
    </p:spTree>
    <p:extLst>
      <p:ext uri="{BB962C8B-B14F-4D97-AF65-F5344CB8AC3E}">
        <p14:creationId xmlns:p14="http://schemas.microsoft.com/office/powerpoint/2010/main" val="43685491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BA0154-549E-4C99-9BA6-A5DAAB1A4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Программные библиотеки анализа графов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77FB070-6B48-4344-A3AC-2C9471F07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86</a:t>
            </a:fld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ACA4B9-9782-45C4-9D6A-5906E5AA32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8009" y="1787190"/>
            <a:ext cx="9360000" cy="4126456"/>
          </a:xfrm>
        </p:spPr>
        <p:txBody>
          <a:bodyPr>
            <a:normAutofit fontScale="85000" lnSpcReduction="20000"/>
          </a:bodyPr>
          <a:lstStyle/>
          <a:p>
            <a:r>
              <a:rPr lang="ru-RU" dirty="0" err="1"/>
              <a:t>NumPy</a:t>
            </a:r>
            <a:r>
              <a:rPr lang="ru-RU" dirty="0"/>
              <a:t> (</a:t>
            </a:r>
            <a:r>
              <a:rPr lang="ru-RU" dirty="0">
                <a:hlinkClick r:id="rId2"/>
              </a:rPr>
              <a:t>http://numpy.scipy.org</a:t>
            </a:r>
            <a:r>
              <a:rPr lang="ru-RU" dirty="0"/>
              <a:t>)</a:t>
            </a:r>
          </a:p>
          <a:p>
            <a:r>
              <a:rPr lang="ru-RU" dirty="0" err="1"/>
              <a:t>NetworkX</a:t>
            </a:r>
            <a:r>
              <a:rPr lang="ru-RU" dirty="0"/>
              <a:t>: </a:t>
            </a:r>
            <a:r>
              <a:rPr lang="ru-RU" dirty="0">
                <a:hlinkClick r:id="rId3"/>
              </a:rPr>
              <a:t>http://networkx.lanl.gov</a:t>
            </a:r>
            <a:r>
              <a:rPr lang="ru-RU" dirty="0"/>
              <a:t> </a:t>
            </a:r>
          </a:p>
          <a:p>
            <a:r>
              <a:rPr lang="ru-RU" dirty="0" err="1"/>
              <a:t>python-graph</a:t>
            </a:r>
            <a:r>
              <a:rPr lang="ru-RU" dirty="0"/>
              <a:t>: http://code.google.com/p/python-graph</a:t>
            </a:r>
          </a:p>
          <a:p>
            <a:r>
              <a:rPr lang="ru-RU" dirty="0" err="1"/>
              <a:t>Graphine</a:t>
            </a:r>
            <a:r>
              <a:rPr lang="ru-RU" dirty="0"/>
              <a:t>: http://gitorious.org/projects/graphine/pages/Home</a:t>
            </a:r>
          </a:p>
          <a:p>
            <a:r>
              <a:rPr lang="ru-RU" dirty="0" err="1"/>
              <a:t>Pygr</a:t>
            </a:r>
            <a:r>
              <a:rPr lang="ru-RU" dirty="0"/>
              <a:t>, база данных графов (http://bioinfo.mbi.ucla.edu/pygr), </a:t>
            </a:r>
          </a:p>
          <a:p>
            <a:r>
              <a:rPr lang="en-US" dirty="0"/>
              <a:t>Exponential random graph models (</a:t>
            </a:r>
            <a:r>
              <a:rPr lang="ru-RU" dirty="0"/>
              <a:t>для </a:t>
            </a:r>
            <a:r>
              <a:rPr lang="en-US" dirty="0"/>
              <a:t>R</a:t>
            </a:r>
            <a:r>
              <a:rPr lang="ru-RU" dirty="0"/>
              <a:t> - </a:t>
            </a:r>
            <a:r>
              <a:rPr lang="en-US" dirty="0">
                <a:hlinkClick r:id="rId4"/>
              </a:rPr>
              <a:t>https://www.sciencedirect.com/science/article/abs/pii/S0378873306000372</a:t>
            </a:r>
            <a:r>
              <a:rPr lang="ru-RU" dirty="0"/>
              <a:t> </a:t>
            </a:r>
            <a:r>
              <a:rPr lang="en-US" dirty="0"/>
              <a:t>)</a:t>
            </a:r>
            <a:endParaRPr lang="ru-RU" dirty="0"/>
          </a:p>
          <a:p>
            <a:r>
              <a:rPr lang="ru-RU" dirty="0" err="1"/>
              <a:t>Gato</a:t>
            </a:r>
            <a:r>
              <a:rPr lang="ru-RU" dirty="0"/>
              <a:t>, набор инструментов для анимации графов (http://gato.sourceforge.net) </a:t>
            </a:r>
          </a:p>
          <a:p>
            <a:r>
              <a:rPr lang="ru-RU" dirty="0"/>
              <a:t>PADS, коллекция алгоритмов на графах (</a:t>
            </a:r>
            <a:r>
              <a:rPr lang="ru-RU" dirty="0">
                <a:hlinkClick r:id="rId5"/>
              </a:rPr>
              <a:t>http://www.ics.uci.edu/~eppstein/PADS</a:t>
            </a:r>
            <a:endParaRPr lang="ru-RU" dirty="0"/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В.А. Горбатов, Тимур </a:t>
            </a:r>
            <a:r>
              <a:rPr lang="ru-RU" dirty="0" err="1"/>
              <a:t>Пулатов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Рекомендация А. Вольхина: «</a:t>
            </a:r>
            <a:r>
              <a:rPr lang="ru-RU" dirty="0" err="1"/>
              <a:t>Грокаем</a:t>
            </a:r>
            <a:r>
              <a:rPr lang="ru-RU" dirty="0"/>
              <a:t> алгоритмы». (</a:t>
            </a:r>
            <a:r>
              <a:rPr lang="en-US" dirty="0">
                <a:hlinkClick r:id="rId6"/>
              </a:rPr>
              <a:t>https://www.chitai-gorod.ru/catalog/book/960907/</a:t>
            </a:r>
            <a:r>
              <a:rPr lang="ru-RU" dirty="0"/>
              <a:t>)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182576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Часть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19AFA1-E01F-4869-9A2C-AE6B64FF5724}" type="slidenum">
              <a:rPr lang="ru-RU">
                <a:solidFill>
                  <a:prstClr val="white"/>
                </a:solidFill>
              </a:rPr>
              <a:pPr>
                <a:defRPr/>
              </a:pPr>
              <a:t>87</a:t>
            </a:fld>
            <a:endParaRPr lang="ru-RU" dirty="0">
              <a:solidFill>
                <a:prstClr val="white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06120" y="1640177"/>
            <a:ext cx="7729538" cy="715963"/>
          </a:xfrm>
        </p:spPr>
        <p:txBody>
          <a:bodyPr>
            <a:normAutofit/>
          </a:bodyPr>
          <a:lstStyle/>
          <a:p>
            <a:r>
              <a:rPr lang="ru-RU" b="1" dirty="0"/>
              <a:t>Нечеткие или лингвистические переменные. </a:t>
            </a:r>
            <a:endParaRPr lang="en-US" b="1" dirty="0"/>
          </a:p>
        </p:txBody>
      </p:sp>
      <p:pic>
        <p:nvPicPr>
          <p:cNvPr id="6" name="Picture 5" descr="A picture containing meter&#10;&#10;Description automatically generated">
            <a:extLst>
              <a:ext uri="{FF2B5EF4-FFF2-40B4-BE49-F238E27FC236}">
                <a16:creationId xmlns:a16="http://schemas.microsoft.com/office/drawing/2014/main" id="{01DFC40A-FB9A-4E4D-9174-9F049014D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09181" y="2237164"/>
            <a:ext cx="9144000" cy="3710940"/>
          </a:xfrm>
          <a:prstGeom prst="rect">
            <a:avLst/>
          </a:prstGeom>
        </p:spPr>
      </p:pic>
      <p:sp useBgFill="1">
        <p:nvSpPr>
          <p:cNvPr id="7" name="TextBox 6">
            <a:extLst>
              <a:ext uri="{FF2B5EF4-FFF2-40B4-BE49-F238E27FC236}">
                <a16:creationId xmlns:a16="http://schemas.microsoft.com/office/drawing/2014/main" id="{1464B2D4-7D20-4E8F-9703-FAE02B36FB26}"/>
              </a:ext>
            </a:extLst>
          </p:cNvPr>
          <p:cNvSpPr txBox="1"/>
          <p:nvPr/>
        </p:nvSpPr>
        <p:spPr>
          <a:xfrm>
            <a:off x="5748847" y="5338954"/>
            <a:ext cx="2649855" cy="554354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>
              <a:defRPr/>
            </a:pPr>
            <a:r>
              <a:rPr lang="ru-RU" sz="3600" dirty="0">
                <a:solidFill>
                  <a:prstClr val="black"/>
                </a:solidFill>
              </a:rPr>
              <a:t>температура</a:t>
            </a:r>
          </a:p>
        </p:txBody>
      </p:sp>
      <p:sp useBgFill="1">
        <p:nvSpPr>
          <p:cNvPr id="8" name="TextBox 7">
            <a:extLst>
              <a:ext uri="{FF2B5EF4-FFF2-40B4-BE49-F238E27FC236}">
                <a16:creationId xmlns:a16="http://schemas.microsoft.com/office/drawing/2014/main" id="{1225C44C-8957-4DDE-93A8-26063B119DA9}"/>
              </a:ext>
            </a:extLst>
          </p:cNvPr>
          <p:cNvSpPr txBox="1"/>
          <p:nvPr/>
        </p:nvSpPr>
        <p:spPr>
          <a:xfrm>
            <a:off x="1918527" y="2334802"/>
            <a:ext cx="1029335" cy="554354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algn="ctr">
              <a:defRPr/>
            </a:pPr>
            <a:r>
              <a:rPr lang="ru-RU" sz="3600" dirty="0">
                <a:solidFill>
                  <a:prstClr val="black"/>
                </a:solidFill>
              </a:rPr>
              <a:t>холодно</a:t>
            </a:r>
          </a:p>
        </p:txBody>
      </p:sp>
      <p:sp useBgFill="1">
        <p:nvSpPr>
          <p:cNvPr id="9" name="TextBox 8">
            <a:extLst>
              <a:ext uri="{FF2B5EF4-FFF2-40B4-BE49-F238E27FC236}">
                <a16:creationId xmlns:a16="http://schemas.microsoft.com/office/drawing/2014/main" id="{88315810-78F8-45B9-A9C9-9FF0BCF8154B}"/>
              </a:ext>
            </a:extLst>
          </p:cNvPr>
          <p:cNvSpPr txBox="1"/>
          <p:nvPr/>
        </p:nvSpPr>
        <p:spPr>
          <a:xfrm>
            <a:off x="4997007" y="2328562"/>
            <a:ext cx="1029335" cy="554354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algn="ctr">
              <a:defRPr/>
            </a:pPr>
            <a:r>
              <a:rPr lang="ru-RU" sz="3600" dirty="0">
                <a:solidFill>
                  <a:prstClr val="black"/>
                </a:solidFill>
              </a:rPr>
              <a:t>тепло</a:t>
            </a:r>
          </a:p>
        </p:txBody>
      </p:sp>
      <p:sp useBgFill="1">
        <p:nvSpPr>
          <p:cNvPr id="10" name="TextBox 9">
            <a:extLst>
              <a:ext uri="{FF2B5EF4-FFF2-40B4-BE49-F238E27FC236}">
                <a16:creationId xmlns:a16="http://schemas.microsoft.com/office/drawing/2014/main" id="{8CC6C84D-1D7A-4BB1-9084-882E9693C179}"/>
              </a:ext>
            </a:extLst>
          </p:cNvPr>
          <p:cNvSpPr txBox="1"/>
          <p:nvPr/>
        </p:nvSpPr>
        <p:spPr>
          <a:xfrm>
            <a:off x="8295197" y="2336203"/>
            <a:ext cx="1029335" cy="554354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algn="ctr">
              <a:defRPr/>
            </a:pPr>
            <a:r>
              <a:rPr lang="ru-RU" sz="3600" dirty="0">
                <a:solidFill>
                  <a:prstClr val="black"/>
                </a:solidFill>
              </a:rPr>
              <a:t>горячо</a:t>
            </a:r>
          </a:p>
        </p:txBody>
      </p:sp>
    </p:spTree>
    <p:extLst>
      <p:ext uri="{BB962C8B-B14F-4D97-AF65-F5344CB8AC3E}">
        <p14:creationId xmlns:p14="http://schemas.microsoft.com/office/powerpoint/2010/main" val="197973745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Неопределенность высказываний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88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2000024"/>
            <a:ext cx="6538135" cy="1586631"/>
          </a:xfrm>
        </p:spPr>
        <p:txBody>
          <a:bodyPr>
            <a:normAutofit/>
          </a:bodyPr>
          <a:lstStyle/>
          <a:p>
            <a:r>
              <a:rPr lang="ru-RU" dirty="0"/>
              <a:t>Неточность знаний</a:t>
            </a:r>
          </a:p>
          <a:p>
            <a:r>
              <a:rPr lang="ru-RU" dirty="0"/>
              <a:t>Применение точных методов затруднено</a:t>
            </a:r>
          </a:p>
          <a:p>
            <a:r>
              <a:rPr lang="ru-RU" dirty="0"/>
              <a:t>Неточность </a:t>
            </a:r>
            <a:r>
              <a:rPr lang="en-US" dirty="0"/>
              <a:t>(</a:t>
            </a:r>
            <a:r>
              <a:rPr lang="ru-RU" dirty="0"/>
              <a:t>расплывчатость) формулировок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34232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Нечеткая логика с 1965 г.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89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2000024"/>
            <a:ext cx="8508825" cy="1775817"/>
          </a:xfrm>
        </p:spPr>
        <p:txBody>
          <a:bodyPr>
            <a:normAutofit/>
          </a:bodyPr>
          <a:lstStyle/>
          <a:p>
            <a:r>
              <a:rPr lang="ru-RU" dirty="0"/>
              <a:t>Неточная логика (</a:t>
            </a:r>
            <a:r>
              <a:rPr lang="en-US" dirty="0"/>
              <a:t>fuzzy logic, fuzzy set theory)</a:t>
            </a:r>
          </a:p>
          <a:p>
            <a:r>
              <a:rPr lang="ru-RU" dirty="0"/>
              <a:t>Предложена </a:t>
            </a:r>
            <a:r>
              <a:rPr lang="ru-RU" dirty="0" err="1"/>
              <a:t>Лотфи</a:t>
            </a:r>
            <a:r>
              <a:rPr lang="ru-RU" dirty="0"/>
              <a:t> Заде в 1965 г.</a:t>
            </a:r>
          </a:p>
          <a:p>
            <a:r>
              <a:rPr lang="ru-RU" dirty="0"/>
              <a:t>Основана на интерпретации терминов естественного языка (лингвистических переменных)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82222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ru-RU" dirty="0"/>
              <a:t>Логическая переменная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519AFA1-E01F-4869-9A2C-AE6B64FF5724}" type="slidenum">
              <a:rPr lang="ru-RU" smtClean="0"/>
              <a:pPr>
                <a:spcAft>
                  <a:spcPts val="600"/>
                </a:spcAft>
              </a:pPr>
              <a:t>90</a:t>
            </a:fld>
            <a:endParaRPr lang="ru-RU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223EA39-2EA3-499F-B781-C1E5C6C9D7B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581420979"/>
              </p:ext>
            </p:extLst>
          </p:nvPr>
        </p:nvGraphicFramePr>
        <p:xfrm>
          <a:off x="706438" y="2000250"/>
          <a:ext cx="9359900" cy="39608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328193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365124"/>
            <a:ext cx="5261128" cy="730579"/>
          </a:xfrm>
        </p:spPr>
        <p:txBody>
          <a:bodyPr>
            <a:normAutofit/>
          </a:bodyPr>
          <a:lstStyle/>
          <a:p>
            <a:r>
              <a:rPr lang="ru-RU" dirty="0"/>
              <a:t>Нечеткая переменная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91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2113" y="1298460"/>
            <a:ext cx="9360000" cy="1700248"/>
          </a:xfrm>
        </p:spPr>
        <p:txBody>
          <a:bodyPr>
            <a:normAutofit/>
          </a:bodyPr>
          <a:lstStyle/>
          <a:p>
            <a:r>
              <a:rPr lang="ru-RU" sz="1700" dirty="0"/>
              <a:t>Нечеткая переменная характеризуется тройкой (α, X, А), где</a:t>
            </a:r>
          </a:p>
          <a:p>
            <a:pPr lvl="1"/>
            <a:r>
              <a:rPr lang="ru-RU" sz="1300" dirty="0"/>
              <a:t>α — наименование переменной;</a:t>
            </a:r>
          </a:p>
          <a:p>
            <a:pPr lvl="1"/>
            <a:r>
              <a:rPr lang="ru-RU" sz="1300" dirty="0"/>
              <a:t>X — универсальное множество (область определения α);</a:t>
            </a:r>
          </a:p>
          <a:p>
            <a:pPr lvl="1"/>
            <a:r>
              <a:rPr lang="ru-RU" sz="1300" dirty="0"/>
              <a:t>А — нечеткое множество на X, описывающее ограничения (т.е. </a:t>
            </a:r>
            <a:r>
              <a:rPr lang="ru-RU" sz="1300" dirty="0" err="1"/>
              <a:t>μA</a:t>
            </a:r>
            <a:r>
              <a:rPr lang="ru-RU" sz="1300" dirty="0"/>
              <a:t>(x)) на значения нечеткой переменной α (или иными словами μ – степень уверенности, что х является значением нечеткой переменной α</a:t>
            </a:r>
            <a:endParaRPr lang="en-US" sz="13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28A6895-5301-4896-9C99-BDA07AE745B0}"/>
              </a:ext>
            </a:extLst>
          </p:cNvPr>
          <p:cNvSpPr txBox="1">
            <a:spLocks/>
          </p:cNvSpPr>
          <p:nvPr/>
        </p:nvSpPr>
        <p:spPr>
          <a:xfrm>
            <a:off x="572113" y="2998708"/>
            <a:ext cx="9709740" cy="27575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8775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30000"/>
              <a:buFontTx/>
              <a:buBlip>
                <a:blip r:embed="rId3"/>
              </a:buBlip>
              <a:defRPr lang="ru-RU" sz="2000" b="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2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30000"/>
              <a:buFontTx/>
              <a:buBlip>
                <a:blip r:embed="rId3"/>
              </a:buBlip>
              <a:defRPr lang="ru-RU" sz="16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080000" indent="-3600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30000"/>
              <a:buFontTx/>
              <a:buBlip>
                <a:blip r:embed="rId3"/>
              </a:buBlip>
              <a:defRPr lang="ru-RU" sz="14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440000" indent="-3600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30000"/>
              <a:buFontTx/>
              <a:buBlip>
                <a:blip r:embed="rId3"/>
              </a:buBlip>
              <a:defRPr lang="ru-RU" sz="14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00000" indent="-3600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30000"/>
              <a:buFontTx/>
              <a:buBlip>
                <a:blip r:embed="rId3"/>
              </a:buBlip>
              <a:defRPr lang="ru-RU" sz="14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/>
              <a:t>Пример: Нечеткая переменная α=возраст (юный, молодой, зрелый, пожилой, старый)</a:t>
            </a:r>
          </a:p>
          <a:p>
            <a:r>
              <a:rPr lang="ru-RU" sz="1800" dirty="0"/>
              <a:t>Х={0; 125}</a:t>
            </a:r>
          </a:p>
          <a:p>
            <a:r>
              <a:rPr lang="ru-RU" sz="1800" dirty="0"/>
              <a:t>х(молодой) € A={15;50}</a:t>
            </a:r>
          </a:p>
          <a:p>
            <a:r>
              <a:rPr lang="ru-RU" sz="1800" dirty="0"/>
              <a:t>x(зрелый) € A={30;65}</a:t>
            </a:r>
          </a:p>
          <a:p>
            <a:pPr lvl="1"/>
            <a:r>
              <a:rPr lang="ru-RU" sz="1400" dirty="0"/>
              <a:t>Х (молодой)=30, </a:t>
            </a:r>
            <a:r>
              <a:rPr lang="ru-RU" sz="1400" dirty="0" err="1"/>
              <a:t>μA</a:t>
            </a:r>
            <a:r>
              <a:rPr lang="ru-RU" sz="1400" dirty="0"/>
              <a:t>(x)=0,8 – форма записи: 30/0.8 или 0.8/30</a:t>
            </a:r>
          </a:p>
          <a:p>
            <a:pPr lvl="1"/>
            <a:r>
              <a:rPr lang="ru-RU" sz="1400" dirty="0"/>
              <a:t>Х (зрелый)=30, </a:t>
            </a:r>
            <a:r>
              <a:rPr lang="ru-RU" sz="1400" dirty="0" err="1"/>
              <a:t>μA</a:t>
            </a:r>
            <a:r>
              <a:rPr lang="ru-RU" sz="1400" dirty="0"/>
              <a:t>(x)=0,3</a:t>
            </a:r>
          </a:p>
          <a:p>
            <a:pPr lvl="1"/>
            <a:r>
              <a:rPr lang="ru-RU" sz="1400" dirty="0"/>
              <a:t>х=45, </a:t>
            </a:r>
            <a:r>
              <a:rPr lang="ru-RU" sz="1400" dirty="0" err="1"/>
              <a:t>μA</a:t>
            </a:r>
            <a:r>
              <a:rPr lang="ru-RU" sz="1400" dirty="0"/>
              <a:t>(x)=0,1</a:t>
            </a:r>
          </a:p>
          <a:p>
            <a:pPr lvl="1"/>
            <a:r>
              <a:rPr lang="ru-RU" sz="1400" dirty="0"/>
              <a:t>х(зрелый)=45, </a:t>
            </a:r>
            <a:r>
              <a:rPr lang="ru-RU" sz="1400" dirty="0" err="1"/>
              <a:t>μA</a:t>
            </a:r>
            <a:r>
              <a:rPr lang="ru-RU" sz="1400" dirty="0"/>
              <a:t>(x)=0,75</a:t>
            </a:r>
          </a:p>
        </p:txBody>
      </p:sp>
    </p:spTree>
    <p:extLst>
      <p:ext uri="{BB962C8B-B14F-4D97-AF65-F5344CB8AC3E}">
        <p14:creationId xmlns:p14="http://schemas.microsoft.com/office/powerpoint/2010/main" val="127552462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238ADA-37DD-435C-AD0E-762C85D8F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365124"/>
            <a:ext cx="9360000" cy="951297"/>
          </a:xfrm>
        </p:spPr>
        <p:txBody>
          <a:bodyPr/>
          <a:lstStyle/>
          <a:p>
            <a:r>
              <a:rPr lang="ru-RU" dirty="0"/>
              <a:t>Задача. </a:t>
            </a:r>
            <a:r>
              <a:rPr lang="en-US" dirty="0"/>
              <a:t>15 </a:t>
            </a:r>
            <a:r>
              <a:rPr lang="ru-RU" dirty="0"/>
              <a:t>мин. – 14-55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D7C6FA-CEAE-46BF-B78C-B562E7D2B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92</a:t>
            </a:fld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D0705D-7C0B-4169-86F4-774B2F9EF2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2000024"/>
            <a:ext cx="8453646" cy="232761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 Вашей области интересов </a:t>
            </a:r>
          </a:p>
          <a:p>
            <a:r>
              <a:rPr lang="ru-RU" dirty="0"/>
              <a:t>опишите нечеткую переменную.</a:t>
            </a:r>
          </a:p>
          <a:p>
            <a:r>
              <a:rPr lang="ru-RU" dirty="0"/>
              <a:t>Ее дискретную часть</a:t>
            </a:r>
          </a:p>
          <a:p>
            <a:r>
              <a:rPr lang="ru-RU" dirty="0"/>
              <a:t>Область определения непрерывную</a:t>
            </a:r>
          </a:p>
          <a:p>
            <a:r>
              <a:rPr lang="ru-RU" dirty="0"/>
              <a:t>Приведите пример значений с степенью уверенности</a:t>
            </a:r>
          </a:p>
        </p:txBody>
      </p:sp>
    </p:spTree>
    <p:extLst>
      <p:ext uri="{BB962C8B-B14F-4D97-AF65-F5344CB8AC3E}">
        <p14:creationId xmlns:p14="http://schemas.microsoft.com/office/powerpoint/2010/main" val="178570799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B0AAC29-CEDC-463B-9ABF-BC39F2F8F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93</a:t>
            </a:fld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A2861D-2140-479F-8CFA-131D558C0C7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95325" y="518161"/>
            <a:ext cx="9361488" cy="5101589"/>
          </a:xfrm>
        </p:spPr>
        <p:txBody>
          <a:bodyPr>
            <a:normAutofit/>
          </a:bodyPr>
          <a:lstStyle/>
          <a:p>
            <a:r>
              <a:rPr lang="ru-RU" dirty="0"/>
              <a:t>Стоимость лицензии для крупных клиентов $0,02 - $0.12; для средних $0,08 - 0,18; для мелких - $0,17 - 0,25. Как тогда рассчитать X?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Размер покупок</a:t>
            </a:r>
          </a:p>
          <a:p>
            <a:r>
              <a:rPr lang="ru-RU" dirty="0"/>
              <a:t>Крупный клиент – от 2000 – 12000</a:t>
            </a:r>
          </a:p>
          <a:p>
            <a:r>
              <a:rPr lang="ru-RU" dirty="0"/>
              <a:t>Средний клиент – от 500 до 8000</a:t>
            </a:r>
          </a:p>
          <a:p>
            <a:r>
              <a:rPr lang="ru-RU" dirty="0"/>
              <a:t>Малый клиент – от 100 до 2500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Клиент Х купил на 2000 ед. </a:t>
            </a:r>
          </a:p>
          <a:p>
            <a:pPr marL="0" indent="0">
              <a:buNone/>
            </a:pPr>
            <a:r>
              <a:rPr lang="ru-RU" dirty="0"/>
              <a:t>Мю(крупный) = 0,05</a:t>
            </a:r>
          </a:p>
          <a:p>
            <a:pPr marL="0" indent="0">
              <a:buNone/>
            </a:pPr>
            <a:r>
              <a:rPr lang="ru-RU" dirty="0"/>
              <a:t>Мю(средний) = 0,8</a:t>
            </a:r>
          </a:p>
          <a:p>
            <a:pPr marL="0" indent="0">
              <a:buNone/>
            </a:pPr>
            <a:r>
              <a:rPr lang="ru-RU" dirty="0"/>
              <a:t>Мю(малый) = 0,3</a:t>
            </a:r>
          </a:p>
        </p:txBody>
      </p:sp>
    </p:spTree>
    <p:extLst>
      <p:ext uri="{BB962C8B-B14F-4D97-AF65-F5344CB8AC3E}">
        <p14:creationId xmlns:p14="http://schemas.microsoft.com/office/powerpoint/2010/main" val="211293604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Нечеткая переменная</a:t>
            </a:r>
            <a:br>
              <a:rPr lang="ru-RU" dirty="0"/>
            </a:br>
            <a:r>
              <a:rPr lang="ru-RU" dirty="0"/>
              <a:t>Графическое представление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94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ru-RU" dirty="0"/>
              <a:t> </a:t>
            </a:r>
            <a:r>
              <a:rPr lang="ru-RU" dirty="0" err="1"/>
              <a:t>μA</a:t>
            </a:r>
            <a:r>
              <a:rPr lang="ru-RU" dirty="0"/>
              <a:t>(x) может также представлять собой функциональную зависимость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9657BF-056E-452B-A61B-286F19873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314" y="3258815"/>
            <a:ext cx="5026249" cy="26898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F0804B-3273-4980-A56C-5D2F6CA2E070}"/>
              </a:ext>
            </a:extLst>
          </p:cNvPr>
          <p:cNvSpPr txBox="1"/>
          <p:nvPr/>
        </p:nvSpPr>
        <p:spPr>
          <a:xfrm>
            <a:off x="3350314" y="256074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показывает степень принадлежности переменной к данному подмножеству</a:t>
            </a:r>
          </a:p>
        </p:txBody>
      </p:sp>
    </p:spTree>
    <p:extLst>
      <p:ext uri="{BB962C8B-B14F-4D97-AF65-F5344CB8AC3E}">
        <p14:creationId xmlns:p14="http://schemas.microsoft.com/office/powerpoint/2010/main" val="177191449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Определение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dirty="0"/>
              <a:t>функции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95</a:t>
            </a:fld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EAA144-3C86-4B84-BDE4-7F3BCD9C7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1628775"/>
            <a:ext cx="4992243" cy="25508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129D9E-7B45-423B-A878-DB045B87DA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9150" y="4282660"/>
            <a:ext cx="4365114" cy="233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74271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Виды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dirty="0"/>
              <a:t>функций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96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983226" y="1564274"/>
            <a:ext cx="4806950" cy="1212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левая сторона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правая сторона</a:t>
            </a:r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2629C9-375F-4CBD-8DC8-36A12D9DE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903" y="1556329"/>
            <a:ext cx="3362325" cy="1104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930660-4D64-4B5C-88AC-419F8AC39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8304" y="2995000"/>
            <a:ext cx="6067318" cy="3427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74623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365124"/>
            <a:ext cx="9360000" cy="739776"/>
          </a:xfrm>
        </p:spPr>
        <p:txBody>
          <a:bodyPr rIns="0">
            <a:normAutofit/>
          </a:bodyPr>
          <a:lstStyle/>
          <a:p>
            <a:r>
              <a:rPr lang="ru-RU" dirty="0"/>
              <a:t>Распространенные варианты процедуры </a:t>
            </a:r>
            <a:r>
              <a:rPr lang="en-US" dirty="0"/>
              <a:t>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97</a:t>
            </a:fld>
            <a:endParaRPr lang="ru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4E6AAB-3342-424F-A638-429F27BB17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547" t="15010" r="36335" b="68310"/>
          <a:stretch/>
        </p:blipFill>
        <p:spPr>
          <a:xfrm>
            <a:off x="841166" y="1104900"/>
            <a:ext cx="5254834" cy="14450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34921D-49FD-4F5D-B216-DBA68FED995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5447" r="14492"/>
          <a:stretch/>
        </p:blipFill>
        <p:spPr>
          <a:xfrm>
            <a:off x="3624232" y="2886965"/>
            <a:ext cx="6067205" cy="386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68464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68072-F4DF-4AD2-AB0F-4FBFC850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</a:t>
            </a:r>
            <a:r>
              <a:rPr lang="en-US" dirty="0"/>
              <a:t>G-</a:t>
            </a:r>
            <a:r>
              <a:rPr lang="ru-RU" dirty="0"/>
              <a:t>функции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3180B-DE0C-456B-BCEC-0FE11678D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98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ED611-0383-4D3D-BACF-7869A892FA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1628775"/>
            <a:ext cx="9360000" cy="4332061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Пусть х</a:t>
            </a:r>
            <a:r>
              <a:rPr lang="en-US" dirty="0"/>
              <a:t>(</a:t>
            </a:r>
            <a:r>
              <a:rPr lang="ru-RU" dirty="0"/>
              <a:t>молодой)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€ </a:t>
            </a:r>
            <a:r>
              <a:rPr lang="en-US" dirty="0"/>
              <a:t>A={15;</a:t>
            </a:r>
            <a:r>
              <a:rPr lang="ru-RU" dirty="0"/>
              <a:t>50</a:t>
            </a:r>
            <a:r>
              <a:rPr lang="en-US" dirty="0"/>
              <a:t>}</a:t>
            </a:r>
            <a:endParaRPr lang="ru-RU" dirty="0"/>
          </a:p>
          <a:p>
            <a:pPr lvl="1"/>
            <a:r>
              <a:rPr lang="ru-RU" dirty="0"/>
              <a:t>х=20, </a:t>
            </a:r>
            <a:r>
              <a:rPr lang="ru-RU" dirty="0" err="1"/>
              <a:t>μA</a:t>
            </a:r>
            <a:r>
              <a:rPr lang="ru-RU" dirty="0"/>
              <a:t>(x)=0,8</a:t>
            </a:r>
          </a:p>
          <a:p>
            <a:pPr lvl="1"/>
            <a:r>
              <a:rPr lang="ru-RU" dirty="0"/>
              <a:t>х=50, </a:t>
            </a:r>
            <a:r>
              <a:rPr lang="ru-RU" dirty="0" err="1"/>
              <a:t>μA</a:t>
            </a:r>
            <a:r>
              <a:rPr lang="ru-RU" dirty="0"/>
              <a:t>(x)=0,05</a:t>
            </a:r>
          </a:p>
          <a:p>
            <a:r>
              <a:rPr lang="ru-RU" dirty="0"/>
              <a:t>Не молодой: </a:t>
            </a:r>
          </a:p>
          <a:p>
            <a:pPr lvl="1"/>
            <a:r>
              <a:rPr lang="ru-RU" dirty="0"/>
              <a:t>х=20, </a:t>
            </a:r>
            <a:r>
              <a:rPr lang="ru-RU" dirty="0" err="1"/>
              <a:t>μТ</a:t>
            </a:r>
            <a:r>
              <a:rPr lang="ru-RU" dirty="0"/>
              <a:t>(x)=1-μA(x)=0,2</a:t>
            </a:r>
          </a:p>
          <a:p>
            <a:pPr lvl="1"/>
            <a:r>
              <a:rPr lang="ru-RU" dirty="0"/>
              <a:t>х=50, </a:t>
            </a:r>
            <a:r>
              <a:rPr lang="ru-RU" dirty="0" err="1"/>
              <a:t>μТ</a:t>
            </a:r>
            <a:r>
              <a:rPr lang="ru-RU" dirty="0"/>
              <a:t>(x)=1-μA(x)=0,95</a:t>
            </a:r>
          </a:p>
          <a:p>
            <a:r>
              <a:rPr lang="ru-RU" dirty="0"/>
              <a:t>Очень молодой</a:t>
            </a:r>
          </a:p>
          <a:p>
            <a:pPr lvl="1"/>
            <a:r>
              <a:rPr lang="ru-RU" dirty="0"/>
              <a:t>х=20, </a:t>
            </a:r>
            <a:r>
              <a:rPr lang="ru-RU" dirty="0" err="1"/>
              <a:t>μТ</a:t>
            </a:r>
            <a:r>
              <a:rPr lang="ru-RU" dirty="0"/>
              <a:t>(x)=(</a:t>
            </a:r>
            <a:r>
              <a:rPr lang="ru-RU" dirty="0" err="1"/>
              <a:t>μA</a:t>
            </a:r>
            <a:r>
              <a:rPr lang="ru-RU" dirty="0"/>
              <a:t>(x))</a:t>
            </a:r>
            <a:r>
              <a:rPr lang="ru-RU" baseline="30000" dirty="0"/>
              <a:t>2</a:t>
            </a:r>
            <a:r>
              <a:rPr lang="ru-RU" dirty="0"/>
              <a:t>=0,64</a:t>
            </a:r>
          </a:p>
          <a:p>
            <a:pPr lvl="1"/>
            <a:r>
              <a:rPr lang="ru-RU" dirty="0"/>
              <a:t>х=50, </a:t>
            </a:r>
            <a:r>
              <a:rPr lang="ru-RU" dirty="0" err="1"/>
              <a:t>μТ</a:t>
            </a:r>
            <a:r>
              <a:rPr lang="ru-RU" dirty="0"/>
              <a:t>(x)=(</a:t>
            </a:r>
            <a:r>
              <a:rPr lang="ru-RU" dirty="0" err="1"/>
              <a:t>μA</a:t>
            </a:r>
            <a:r>
              <a:rPr lang="ru-RU" dirty="0"/>
              <a:t>(x))</a:t>
            </a:r>
            <a:r>
              <a:rPr lang="ru-RU" baseline="30000" dirty="0"/>
              <a:t>2</a:t>
            </a:r>
            <a:r>
              <a:rPr lang="ru-RU" dirty="0"/>
              <a:t>=0,00025</a:t>
            </a:r>
          </a:p>
          <a:p>
            <a:r>
              <a:rPr lang="ru-RU" dirty="0"/>
              <a:t>Чересчур молодой </a:t>
            </a:r>
          </a:p>
          <a:p>
            <a:pPr lvl="1"/>
            <a:r>
              <a:rPr lang="en-US" dirty="0"/>
              <a:t>X-20, </a:t>
            </a:r>
            <a:r>
              <a:rPr lang="ru-RU" dirty="0" err="1"/>
              <a:t>μТ</a:t>
            </a:r>
            <a:r>
              <a:rPr lang="ru-RU" dirty="0"/>
              <a:t>(x)=(</a:t>
            </a:r>
            <a:r>
              <a:rPr lang="ru-RU" dirty="0" err="1"/>
              <a:t>μA</a:t>
            </a:r>
            <a:r>
              <a:rPr lang="ru-RU" dirty="0"/>
              <a:t>(x))</a:t>
            </a:r>
            <a:r>
              <a:rPr lang="en-US" baseline="30000" dirty="0"/>
              <a:t>3</a:t>
            </a:r>
            <a:r>
              <a:rPr lang="ru-RU" dirty="0"/>
              <a:t>=0</a:t>
            </a:r>
            <a:r>
              <a:rPr lang="en-US" dirty="0"/>
              <a:t>.512</a:t>
            </a:r>
            <a:endParaRPr lang="ru-RU" dirty="0"/>
          </a:p>
          <a:p>
            <a:r>
              <a:rPr lang="ru-RU" dirty="0"/>
              <a:t>Более-менее молодой</a:t>
            </a:r>
          </a:p>
          <a:p>
            <a:pPr lvl="1"/>
            <a:r>
              <a:rPr lang="ru-RU" dirty="0"/>
              <a:t>х=20, </a:t>
            </a:r>
            <a:r>
              <a:rPr lang="ru-RU" dirty="0" err="1"/>
              <a:t>μТ</a:t>
            </a:r>
            <a:r>
              <a:rPr lang="ru-RU" dirty="0"/>
              <a:t>(x)=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r>
              <a:rPr lang="ru-RU" dirty="0"/>
              <a:t>(</a:t>
            </a:r>
            <a:r>
              <a:rPr lang="ru-RU" dirty="0" err="1"/>
              <a:t>μA</a:t>
            </a:r>
            <a:r>
              <a:rPr lang="ru-RU" dirty="0"/>
              <a:t>(x))=0,</a:t>
            </a:r>
            <a:r>
              <a:rPr lang="en-US" dirty="0"/>
              <a:t>89</a:t>
            </a:r>
            <a:endParaRPr lang="ru-RU" dirty="0"/>
          </a:p>
          <a:p>
            <a:pPr lvl="1"/>
            <a:r>
              <a:rPr lang="ru-RU" dirty="0"/>
              <a:t>х=50, </a:t>
            </a:r>
            <a:r>
              <a:rPr lang="ru-RU" dirty="0" err="1"/>
              <a:t>μТ</a:t>
            </a:r>
            <a:r>
              <a:rPr lang="ru-RU" dirty="0"/>
              <a:t>(x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√ </a:t>
            </a:r>
            <a:r>
              <a:rPr lang="ru-RU" dirty="0" err="1"/>
              <a:t>μA</a:t>
            </a:r>
            <a:r>
              <a:rPr lang="ru-RU" dirty="0"/>
              <a:t>(x))=0,</a:t>
            </a:r>
            <a:r>
              <a:rPr lang="en-US" dirty="0"/>
              <a:t>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931400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A30FF-4973-4FEF-9A66-938BD67C9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365124"/>
            <a:ext cx="9360000" cy="958851"/>
          </a:xfrm>
        </p:spPr>
        <p:txBody>
          <a:bodyPr/>
          <a:lstStyle/>
          <a:p>
            <a:r>
              <a:rPr lang="ru-RU" dirty="0"/>
              <a:t>Задача – 15-45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CFF80-A45A-41EC-9EAE-21CE11CAB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99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64871-91F6-40A7-A0E3-4028B8D0F84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ru-RU" dirty="0"/>
              <a:t>В Вашей предметной области предложите ОДНУ нечеткую переменную, примеры ее значений (5-7) и </a:t>
            </a:r>
            <a:r>
              <a:rPr lang="el-GR" dirty="0"/>
              <a:t>μ - </a:t>
            </a:r>
            <a:r>
              <a:rPr lang="ru-RU" dirty="0"/>
              <a:t>функции</a:t>
            </a:r>
          </a:p>
          <a:p>
            <a:r>
              <a:rPr lang="ru-RU" dirty="0"/>
              <a:t>Приведите примеры расчета для </a:t>
            </a:r>
            <a:r>
              <a:rPr lang="en-US" dirty="0"/>
              <a:t>G-</a:t>
            </a:r>
            <a:r>
              <a:rPr lang="ru-RU" dirty="0"/>
              <a:t>функций «НЕ», «ОЧЕНЬ», «Более-менее», ".</a:t>
            </a:r>
            <a:endParaRPr lang="en-US" dirty="0"/>
          </a:p>
          <a:p>
            <a:r>
              <a:rPr lang="ru-RU" dirty="0"/>
              <a:t>Приведите пример расчета «Не Очень»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10F791E-85F4-4C18-B925-93F0C74ECE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603175"/>
              </p:ext>
            </p:extLst>
          </p:nvPr>
        </p:nvGraphicFramePr>
        <p:xfrm>
          <a:off x="2338120" y="4459514"/>
          <a:ext cx="60960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3829516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6976557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317072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1870608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424318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029476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 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Очень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Б-М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 очень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014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20 лет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642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50 лет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387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853565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Лингвистическая переменная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100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1628775"/>
            <a:ext cx="9360000" cy="486410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/>
              <a:t>Лингвистической переменной (ЛП) </a:t>
            </a:r>
            <a:r>
              <a:rPr lang="ru-RU" dirty="0"/>
              <a:t>называется набор (β, Т, X, G, М), где</a:t>
            </a:r>
          </a:p>
          <a:p>
            <a:r>
              <a:rPr lang="ru-RU" dirty="0"/>
              <a:t>β — наименование лингвистической переменной;</a:t>
            </a:r>
          </a:p>
          <a:p>
            <a:r>
              <a:rPr lang="ru-RU" dirty="0"/>
              <a:t>Т — множество ее значений (терм-множество), представляю­щих собой наименования нечетких переменных, областью опре­деления каждой из которых является </a:t>
            </a:r>
            <a:r>
              <a:rPr lang="ru-RU" dirty="0" err="1"/>
              <a:t>множествоX</a:t>
            </a:r>
            <a:r>
              <a:rPr lang="ru-RU" dirty="0"/>
              <a:t>. Множество Т называется базовым терм-множеством лингвистической пе­ременной;</a:t>
            </a:r>
          </a:p>
          <a:p>
            <a:r>
              <a:rPr lang="ru-RU" dirty="0"/>
              <a:t>G — синтаксическая процедура, позволяющая оперировать эле­ментами терм-множества T, в частности, генерировать новые тер­мы (значения). Множество T∪G(T), где G(T) — множество сгене­рированных термов, называется расширенным терм-множеством лингвистической переменной;</a:t>
            </a:r>
          </a:p>
          <a:p>
            <a:r>
              <a:rPr lang="ru-RU" dirty="0"/>
              <a:t>М — семантическая процедура, позволяющая превратить каж­дое новое значение лингвистической переменной, образуемое про­цедурой G, в нечеткую переменную, т.е. сформировать соответ­ствующее нечеткое множество.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b="1" dirty="0"/>
              <a:t>Замечание</a:t>
            </a:r>
            <a:r>
              <a:rPr lang="ru-RU" dirty="0"/>
              <a:t>. Чтобы избежать большого количества символов:</a:t>
            </a:r>
          </a:p>
          <a:p>
            <a:endParaRPr lang="ru-RU" dirty="0"/>
          </a:p>
          <a:p>
            <a:r>
              <a:rPr lang="ru-RU" dirty="0"/>
              <a:t>1) символ β используют как для названия самой переменной, так и для всех ее значений;</a:t>
            </a:r>
          </a:p>
          <a:p>
            <a:r>
              <a:rPr lang="ru-RU" dirty="0"/>
              <a:t>2) пользуются одним и тем же символом для обозначения не­четкого множества и его названия, например терм «Молодой», явля­ющийся значением лингвистической переменной β = «возраст», одновременно есть и нечеткое множество М («Молодой»).</a:t>
            </a:r>
          </a:p>
          <a:p>
            <a:r>
              <a:rPr lang="ru-RU" dirty="0"/>
              <a:t>3) G — процедура образования новых термов с помощью связок «и», «или» и модификаторов типа «очень», «не», «слегка» и т.п.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86354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365124"/>
            <a:ext cx="9360000" cy="777876"/>
          </a:xfrm>
        </p:spPr>
        <p:txBody>
          <a:bodyPr>
            <a:normAutofit/>
          </a:bodyPr>
          <a:lstStyle/>
          <a:p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101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1352550"/>
            <a:ext cx="9360000" cy="5140326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Пусть эксперт определяет возраст с помощью понятий «Молодой», «Средний возраст» и «Старый», при этом минимальный возраст 10 лет, а максималь­ный – 120 лет.</a:t>
            </a:r>
          </a:p>
          <a:p>
            <a:r>
              <a:rPr lang="ru-RU" dirty="0"/>
              <a:t>Формализация такого описания может быть проведена с помощью следующей лингвистической переменной (</a:t>
            </a:r>
            <a:r>
              <a:rPr lang="ru-RU" i="1" dirty="0"/>
              <a:t>β</a:t>
            </a:r>
            <a:r>
              <a:rPr lang="ru-RU" dirty="0"/>
              <a:t>, </a:t>
            </a:r>
            <a:r>
              <a:rPr lang="ru-RU" i="1" dirty="0"/>
              <a:t>Т, X</a:t>
            </a:r>
            <a:r>
              <a:rPr lang="ru-RU" dirty="0"/>
              <a:t>, G, М</a:t>
            </a:r>
            <a:r>
              <a:rPr lang="ru-RU" i="1" dirty="0"/>
              <a:t>),</a:t>
            </a:r>
            <a:r>
              <a:rPr lang="ru-RU" dirty="0"/>
              <a:t> где</a:t>
            </a:r>
          </a:p>
          <a:p>
            <a:r>
              <a:rPr lang="ru-RU" i="1" dirty="0"/>
              <a:t>β </a:t>
            </a:r>
            <a:r>
              <a:rPr lang="ru-RU" dirty="0"/>
              <a:t>— «возраст»;</a:t>
            </a:r>
          </a:p>
          <a:p>
            <a:r>
              <a:rPr lang="ru-RU" i="1" dirty="0"/>
              <a:t>Т </a:t>
            </a:r>
            <a:r>
              <a:rPr lang="ru-RU" dirty="0"/>
              <a:t>— </a:t>
            </a:r>
            <a:r>
              <a:rPr lang="en-US" dirty="0"/>
              <a:t>{</a:t>
            </a:r>
            <a:r>
              <a:rPr lang="ru-RU" dirty="0"/>
              <a:t>«Молодой», «Средний возраст»</a:t>
            </a:r>
            <a:r>
              <a:rPr lang="en-US" dirty="0"/>
              <a:t>,</a:t>
            </a:r>
            <a:r>
              <a:rPr lang="ru-RU" dirty="0"/>
              <a:t>«Старый»};</a:t>
            </a:r>
          </a:p>
          <a:p>
            <a:r>
              <a:rPr lang="ru-RU" i="1" dirty="0"/>
              <a:t>X </a:t>
            </a:r>
            <a:r>
              <a:rPr lang="ru-RU" dirty="0"/>
              <a:t>— [0, 120];</a:t>
            </a:r>
          </a:p>
          <a:p>
            <a:r>
              <a:rPr lang="ru-RU" dirty="0"/>
              <a:t>G — процедура образования новых термов с помощью связок «и», «или» и модификаторов типа «очень», «не», «слегка» и т.п. Например: «Молодой и средний возраст», «Не молодой» и т.п.;</a:t>
            </a:r>
          </a:p>
          <a:p>
            <a:r>
              <a:rPr lang="ru-RU" i="1" dirty="0"/>
              <a:t>М </a:t>
            </a:r>
            <a:r>
              <a:rPr lang="ru-RU" dirty="0"/>
              <a:t>— процедура задания на </a:t>
            </a:r>
            <a:r>
              <a:rPr lang="ru-RU" i="1" dirty="0"/>
              <a:t>X =</a:t>
            </a:r>
            <a:r>
              <a:rPr lang="ru-RU" dirty="0"/>
              <a:t> [10, 120] нечетких подмножеств </a:t>
            </a:r>
            <a:r>
              <a:rPr lang="ru-RU" i="1" dirty="0"/>
              <a:t>А</a:t>
            </a:r>
            <a:r>
              <a:rPr lang="ru-RU" baseline="-25000" dirty="0"/>
              <a:t>1</a:t>
            </a:r>
            <a:r>
              <a:rPr lang="ru-RU" dirty="0"/>
              <a:t>  = «Молодой», </a:t>
            </a:r>
            <a:r>
              <a:rPr lang="ru-RU" i="1" dirty="0"/>
              <a:t>А</a:t>
            </a:r>
            <a:r>
              <a:rPr lang="ru-RU" baseline="-25000" dirty="0"/>
              <a:t>2</a:t>
            </a:r>
            <a:r>
              <a:rPr lang="ru-RU" dirty="0"/>
              <a:t>= «Средний возраст», </a:t>
            </a:r>
            <a:r>
              <a:rPr lang="ru-RU" i="1" dirty="0"/>
              <a:t>A</a:t>
            </a:r>
            <a:r>
              <a:rPr lang="ru-RU" i="1" baseline="-25000" dirty="0"/>
              <a:t>3 </a:t>
            </a:r>
            <a:r>
              <a:rPr lang="ru-RU" dirty="0"/>
              <a:t>= «Старый», а также нечетких множеств для термов из G</a:t>
            </a:r>
            <a:r>
              <a:rPr lang="ru-RU" i="1" dirty="0"/>
              <a:t>(Т)</a:t>
            </a:r>
            <a:r>
              <a:rPr lang="ru-RU" dirty="0"/>
              <a:t>в соответствии с пра­вилами трансляции нечетких связок и модификаторов «и», «или», «не», «очень», «слегка» и других операций над нечеткими множествами.</a:t>
            </a:r>
            <a:endParaRPr lang="en-US" dirty="0"/>
          </a:p>
          <a:p>
            <a:pPr lvl="1"/>
            <a:r>
              <a:rPr lang="en-US" dirty="0"/>
              <a:t>M(A1)=[</a:t>
            </a:r>
            <a:r>
              <a:rPr lang="ru-RU" dirty="0"/>
              <a:t>14;50</a:t>
            </a:r>
            <a:r>
              <a:rPr lang="en-US" dirty="0"/>
              <a:t>]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816909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Нечеткое множество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102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1781175"/>
            <a:ext cx="9360000" cy="41796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Нечёткое множество </a:t>
            </a:r>
            <a:r>
              <a:rPr lang="ru-RU" dirty="0"/>
              <a:t>(иногда размытое, расплывчатое, туманное) — понятие, введённое </a:t>
            </a:r>
            <a:r>
              <a:rPr lang="ru-RU" dirty="0" err="1"/>
              <a:t>Лотфи</a:t>
            </a:r>
            <a:r>
              <a:rPr lang="ru-RU" dirty="0"/>
              <a:t> Заде в 1965 году в статье «</a:t>
            </a:r>
            <a:r>
              <a:rPr lang="ru-RU" dirty="0" err="1"/>
              <a:t>Fuzzy</a:t>
            </a:r>
            <a:r>
              <a:rPr lang="ru-RU" dirty="0"/>
              <a:t> </a:t>
            </a:r>
            <a:r>
              <a:rPr lang="ru-RU" dirty="0" err="1"/>
              <a:t>Sets</a:t>
            </a:r>
            <a:r>
              <a:rPr lang="ru-RU" dirty="0"/>
              <a:t>» в журнале </a:t>
            </a:r>
            <a:r>
              <a:rPr lang="ru-RU" dirty="0" err="1"/>
              <a:t>Information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Control</a:t>
            </a:r>
            <a:r>
              <a:rPr lang="ru-RU" dirty="0"/>
              <a:t>, в котором характеристическая функция множества (функция принадлежности) может принимать любые значения в интервале [0, 1], а не только значения 0 или 1. </a:t>
            </a:r>
          </a:p>
          <a:p>
            <a:pPr marL="0" indent="0">
              <a:buNone/>
            </a:pPr>
            <a:r>
              <a:rPr lang="ru-RU" dirty="0"/>
              <a:t>А = {</a:t>
            </a:r>
            <a:r>
              <a:rPr lang="ru-RU" dirty="0" err="1"/>
              <a:t>μA</a:t>
            </a:r>
            <a:r>
              <a:rPr lang="ru-RU" dirty="0"/>
              <a:t>(x) / x},</a:t>
            </a:r>
          </a:p>
          <a:p>
            <a:pPr marL="0" indent="0">
              <a:buNone/>
            </a:pPr>
            <a:r>
              <a:rPr lang="ru-RU" dirty="0"/>
              <a:t>где </a:t>
            </a:r>
            <a:r>
              <a:rPr lang="ru-RU" dirty="0" err="1"/>
              <a:t>μА</a:t>
            </a:r>
            <a:r>
              <a:rPr lang="ru-RU" dirty="0"/>
              <a:t>(х) — характеристическая функция принадлежности (или просто функция принадлежности), принимающая значения в некотором вполне упорядоченном множестве М (например, М = [0, 1]).</a:t>
            </a:r>
          </a:p>
        </p:txBody>
      </p:sp>
    </p:spTree>
    <p:extLst>
      <p:ext uri="{BB962C8B-B14F-4D97-AF65-F5344CB8AC3E}">
        <p14:creationId xmlns:p14="http://schemas.microsoft.com/office/powerpoint/2010/main" val="298893856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Примеры записи нечеткого множества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103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920" y="1742848"/>
            <a:ext cx="9638030" cy="4391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Пусть </a:t>
            </a:r>
            <a:r>
              <a:rPr lang="en-US" dirty="0"/>
              <a:t>T</a:t>
            </a:r>
            <a:r>
              <a:rPr lang="ru-RU" dirty="0"/>
              <a:t> = {x1, x2, </a:t>
            </a:r>
            <a:r>
              <a:rPr lang="ru-RU" dirty="0" err="1"/>
              <a:t>хз</a:t>
            </a:r>
            <a:r>
              <a:rPr lang="ru-RU" dirty="0"/>
              <a:t>, x4,x5}, М = [0, 1]; 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А — нечеткое множество, для которого </a:t>
            </a:r>
          </a:p>
          <a:p>
            <a:pPr marL="0" indent="0">
              <a:buNone/>
            </a:pPr>
            <a:r>
              <a:rPr lang="ru-RU" dirty="0" err="1"/>
              <a:t>μA</a:t>
            </a:r>
            <a:r>
              <a:rPr lang="ru-RU" dirty="0"/>
              <a:t>(x1)=0,3; </a:t>
            </a:r>
            <a:r>
              <a:rPr lang="ru-RU" dirty="0" err="1"/>
              <a:t>μA</a:t>
            </a:r>
            <a:r>
              <a:rPr lang="ru-RU" dirty="0"/>
              <a:t>(х2)= 0; </a:t>
            </a:r>
            <a:r>
              <a:rPr lang="ru-RU" dirty="0" err="1"/>
              <a:t>μA</a:t>
            </a:r>
            <a:r>
              <a:rPr lang="ru-RU" dirty="0"/>
              <a:t>(х3) = 1; </a:t>
            </a:r>
            <a:r>
              <a:rPr lang="ru-RU" dirty="0" err="1"/>
              <a:t>μA</a:t>
            </a:r>
            <a:r>
              <a:rPr lang="ru-RU" dirty="0"/>
              <a:t>(x4) = 0,5; </a:t>
            </a:r>
            <a:r>
              <a:rPr lang="ru-RU" dirty="0" err="1"/>
              <a:t>μA</a:t>
            </a:r>
            <a:r>
              <a:rPr lang="ru-RU" dirty="0"/>
              <a:t>(х5)=0,9.</a:t>
            </a:r>
          </a:p>
          <a:p>
            <a:pPr marL="0" indent="0">
              <a:buNone/>
            </a:pPr>
            <a:r>
              <a:rPr lang="ru-RU" dirty="0"/>
              <a:t>Тогда А можно представить в виде</a:t>
            </a:r>
          </a:p>
          <a:p>
            <a:pPr marL="0" indent="0">
              <a:buNone/>
            </a:pPr>
            <a:r>
              <a:rPr lang="ru-RU" dirty="0"/>
              <a:t>А ={0,3/x1; 0/х2; 1/х3; 0,5/х4; 0,9/х5},</a:t>
            </a:r>
          </a:p>
          <a:p>
            <a:pPr marL="0" indent="0">
              <a:buNone/>
            </a:pPr>
            <a:r>
              <a:rPr lang="ru-RU" dirty="0"/>
              <a:t>или</a:t>
            </a:r>
          </a:p>
          <a:p>
            <a:pPr marL="0" indent="0">
              <a:buNone/>
            </a:pPr>
            <a:r>
              <a:rPr lang="ru-RU" dirty="0"/>
              <a:t>А={0,3/x1+0/х2+1/х3+0,5/х4+0,9/х5},</a:t>
            </a:r>
          </a:p>
          <a:p>
            <a:pPr marL="0" indent="0">
              <a:buNone/>
            </a:pPr>
            <a:r>
              <a:rPr lang="ru-RU" dirty="0"/>
              <a:t>или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A0BCEF-2D1C-4239-8437-D9D3C381C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20" y="5190863"/>
            <a:ext cx="3999860" cy="769973"/>
          </a:xfrm>
          <a:prstGeom prst="rect">
            <a:avLst/>
          </a:prstGeom>
        </p:spPr>
      </p:pic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FCD5B27C-AC6F-D1B1-DBDA-5E7593C633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813111"/>
              </p:ext>
            </p:extLst>
          </p:nvPr>
        </p:nvGraphicFramePr>
        <p:xfrm>
          <a:off x="5449571" y="4071962"/>
          <a:ext cx="6742429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3738">
                  <a:extLst>
                    <a:ext uri="{9D8B030D-6E8A-4147-A177-3AD203B41FA5}">
                      <a16:colId xmlns:a16="http://schemas.microsoft.com/office/drawing/2014/main" val="1634044338"/>
                    </a:ext>
                  </a:extLst>
                </a:gridCol>
                <a:gridCol w="1123738">
                  <a:extLst>
                    <a:ext uri="{9D8B030D-6E8A-4147-A177-3AD203B41FA5}">
                      <a16:colId xmlns:a16="http://schemas.microsoft.com/office/drawing/2014/main" val="3167842601"/>
                    </a:ext>
                  </a:extLst>
                </a:gridCol>
                <a:gridCol w="1123738">
                  <a:extLst>
                    <a:ext uri="{9D8B030D-6E8A-4147-A177-3AD203B41FA5}">
                      <a16:colId xmlns:a16="http://schemas.microsoft.com/office/drawing/2014/main" val="640405377"/>
                    </a:ext>
                  </a:extLst>
                </a:gridCol>
                <a:gridCol w="1123738">
                  <a:extLst>
                    <a:ext uri="{9D8B030D-6E8A-4147-A177-3AD203B41FA5}">
                      <a16:colId xmlns:a16="http://schemas.microsoft.com/office/drawing/2014/main" val="3084675118"/>
                    </a:ext>
                  </a:extLst>
                </a:gridCol>
                <a:gridCol w="1120995">
                  <a:extLst>
                    <a:ext uri="{9D8B030D-6E8A-4147-A177-3AD203B41FA5}">
                      <a16:colId xmlns:a16="http://schemas.microsoft.com/office/drawing/2014/main" val="3270616210"/>
                    </a:ext>
                  </a:extLst>
                </a:gridCol>
                <a:gridCol w="1126482">
                  <a:extLst>
                    <a:ext uri="{9D8B030D-6E8A-4147-A177-3AD203B41FA5}">
                      <a16:colId xmlns:a16="http://schemas.microsoft.com/office/drawing/2014/main" val="5502043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А1</a:t>
                      </a:r>
                    </a:p>
                    <a:p>
                      <a:r>
                        <a:rPr lang="ru-RU" dirty="0"/>
                        <a:t>(молодой)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80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μ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765377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2988C640-82D2-C9FB-8F15-1CC058B47F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335719"/>
              </p:ext>
            </p:extLst>
          </p:nvPr>
        </p:nvGraphicFramePr>
        <p:xfrm>
          <a:off x="5449571" y="5481956"/>
          <a:ext cx="6742429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3738">
                  <a:extLst>
                    <a:ext uri="{9D8B030D-6E8A-4147-A177-3AD203B41FA5}">
                      <a16:colId xmlns:a16="http://schemas.microsoft.com/office/drawing/2014/main" val="1634044338"/>
                    </a:ext>
                  </a:extLst>
                </a:gridCol>
                <a:gridCol w="1123738">
                  <a:extLst>
                    <a:ext uri="{9D8B030D-6E8A-4147-A177-3AD203B41FA5}">
                      <a16:colId xmlns:a16="http://schemas.microsoft.com/office/drawing/2014/main" val="3167842601"/>
                    </a:ext>
                  </a:extLst>
                </a:gridCol>
                <a:gridCol w="1123738">
                  <a:extLst>
                    <a:ext uri="{9D8B030D-6E8A-4147-A177-3AD203B41FA5}">
                      <a16:colId xmlns:a16="http://schemas.microsoft.com/office/drawing/2014/main" val="640405377"/>
                    </a:ext>
                  </a:extLst>
                </a:gridCol>
                <a:gridCol w="1123738">
                  <a:extLst>
                    <a:ext uri="{9D8B030D-6E8A-4147-A177-3AD203B41FA5}">
                      <a16:colId xmlns:a16="http://schemas.microsoft.com/office/drawing/2014/main" val="3084675118"/>
                    </a:ext>
                  </a:extLst>
                </a:gridCol>
                <a:gridCol w="1120995">
                  <a:extLst>
                    <a:ext uri="{9D8B030D-6E8A-4147-A177-3AD203B41FA5}">
                      <a16:colId xmlns:a16="http://schemas.microsoft.com/office/drawing/2014/main" val="3270616210"/>
                    </a:ext>
                  </a:extLst>
                </a:gridCol>
                <a:gridCol w="1126482">
                  <a:extLst>
                    <a:ext uri="{9D8B030D-6E8A-4147-A177-3AD203B41FA5}">
                      <a16:colId xmlns:a16="http://schemas.microsoft.com/office/drawing/2014/main" val="5502043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А2(средний)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80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μ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765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875899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Пример. Продолжение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104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520556" y="4370388"/>
            <a:ext cx="7731125" cy="11414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Функции принадлежности нечетких множеств </a:t>
            </a:r>
            <a:r>
              <a:rPr lang="ru-RU" i="1" dirty="0"/>
              <a:t>А</a:t>
            </a:r>
            <a:r>
              <a:rPr lang="ru-RU" baseline="-25000" dirty="0"/>
              <a:t>1</a:t>
            </a:r>
            <a:r>
              <a:rPr lang="ru-RU" dirty="0"/>
              <a:t>  = «Молодой», </a:t>
            </a:r>
            <a:r>
              <a:rPr lang="ru-RU" i="1" dirty="0"/>
              <a:t>А</a:t>
            </a:r>
            <a:r>
              <a:rPr lang="ru-RU" baseline="-25000" dirty="0"/>
              <a:t>2</a:t>
            </a:r>
            <a:r>
              <a:rPr lang="ru-RU" dirty="0"/>
              <a:t>= «Средний возраст», </a:t>
            </a:r>
            <a:r>
              <a:rPr lang="ru-RU" i="1" dirty="0"/>
              <a:t>A</a:t>
            </a:r>
            <a:r>
              <a:rPr lang="ru-RU" i="1" baseline="-25000" dirty="0"/>
              <a:t>3 </a:t>
            </a:r>
            <a:r>
              <a:rPr lang="ru-RU" dirty="0"/>
              <a:t>= «Старый»</a:t>
            </a:r>
          </a:p>
          <a:p>
            <a:pPr marL="0" indent="0">
              <a:buNone/>
            </a:pPr>
            <a:r>
              <a:rPr lang="ru-RU" dirty="0"/>
              <a:t>Для простоты функция перехода </a:t>
            </a:r>
            <a:r>
              <a:rPr lang="ru-RU" dirty="0" err="1"/>
              <a:t>μA</a:t>
            </a:r>
            <a:r>
              <a:rPr lang="ru-RU" dirty="0"/>
              <a:t>(x) линейная.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61DB81-2341-43DD-A230-4F5CF5C80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5112" y="1628775"/>
            <a:ext cx="5322014" cy="255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14959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Нечеткие высказывания и отношения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105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49020" y="1809524"/>
            <a:ext cx="9360000" cy="39608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Нечетким высказыванием </a:t>
            </a:r>
            <a:r>
              <a:rPr lang="el-GR" dirty="0"/>
              <a:t>β</a:t>
            </a:r>
            <a:r>
              <a:rPr lang="ru-RU" dirty="0"/>
              <a:t> называется </a:t>
            </a:r>
          </a:p>
          <a:p>
            <a:pPr marL="0" indent="0">
              <a:buNone/>
            </a:pPr>
            <a:r>
              <a:rPr lang="ru-RU" dirty="0"/>
              <a:t>высказывание А, степень уверенности которого можно оценить числом из некоторого интервала И</a:t>
            </a:r>
          </a:p>
          <a:p>
            <a:pPr marL="0" indent="0">
              <a:buNone/>
            </a:pPr>
            <a:r>
              <a:rPr lang="ru-RU" dirty="0"/>
              <a:t>Модификация исходного высказывания </a:t>
            </a:r>
            <a:r>
              <a:rPr lang="el-GR" dirty="0"/>
              <a:t>β</a:t>
            </a:r>
            <a:r>
              <a:rPr lang="ru-RU" dirty="0"/>
              <a:t> модификаторами </a:t>
            </a:r>
            <a:r>
              <a:rPr lang="en-US" dirty="0"/>
              <a:t>m (“</a:t>
            </a:r>
            <a:r>
              <a:rPr lang="ru-RU" dirty="0"/>
              <a:t>очень</a:t>
            </a:r>
            <a:r>
              <a:rPr lang="en-US" dirty="0"/>
              <a:t>”, “</a:t>
            </a:r>
            <a:r>
              <a:rPr lang="ru-RU" dirty="0"/>
              <a:t>около</a:t>
            </a:r>
            <a:r>
              <a:rPr lang="en-US" dirty="0"/>
              <a:t>”</a:t>
            </a:r>
            <a:r>
              <a:rPr lang="ru-RU" dirty="0"/>
              <a:t>, </a:t>
            </a:r>
            <a:r>
              <a:rPr lang="en-US" dirty="0"/>
              <a:t>“</a:t>
            </a:r>
            <a:r>
              <a:rPr lang="ru-RU" dirty="0"/>
              <a:t>более или менее</a:t>
            </a:r>
            <a:r>
              <a:rPr lang="en-US" dirty="0"/>
              <a:t>”</a:t>
            </a:r>
            <a:r>
              <a:rPr lang="ru-RU" dirty="0"/>
              <a:t> и подобные) И</a:t>
            </a:r>
          </a:p>
          <a:p>
            <a:pPr marL="0" indent="0">
              <a:buNone/>
            </a:pPr>
            <a:r>
              <a:rPr lang="ru-RU" dirty="0"/>
              <a:t>Составные высказывания, образованные из </a:t>
            </a:r>
            <a:r>
              <a:rPr lang="el-GR" dirty="0"/>
              <a:t>β</a:t>
            </a:r>
            <a:r>
              <a:rPr lang="en-US" dirty="0" err="1"/>
              <a:t>i</a:t>
            </a:r>
            <a:r>
              <a:rPr lang="el-GR" dirty="0"/>
              <a:t> β</a:t>
            </a:r>
            <a:r>
              <a:rPr lang="en-US" dirty="0"/>
              <a:t>j </a:t>
            </a:r>
            <a:r>
              <a:rPr lang="ru-RU" dirty="0"/>
              <a:t>с помощью операций И, ИЛИ, ЕСЛИ…ТО.</a:t>
            </a:r>
          </a:p>
          <a:p>
            <a:pPr marL="0" indent="0">
              <a:buNone/>
            </a:pPr>
            <a:r>
              <a:rPr lang="ru-RU" dirty="0"/>
              <a:t>В зависимости от длины интервала нечеткая логика будет являться:</a:t>
            </a:r>
          </a:p>
          <a:p>
            <a:pPr marL="0" indent="0">
              <a:buNone/>
            </a:pPr>
            <a:r>
              <a:rPr lang="ru-RU" dirty="0"/>
              <a:t>Логикой Заде: </a:t>
            </a:r>
            <a:r>
              <a:rPr lang="en-US" dirty="0"/>
              <a:t>[0;1]</a:t>
            </a:r>
          </a:p>
          <a:p>
            <a:pPr marL="0" indent="0">
              <a:buNone/>
            </a:pPr>
            <a:r>
              <a:rPr lang="ru-RU" dirty="0"/>
              <a:t>Логикой антонимов </a:t>
            </a:r>
            <a:r>
              <a:rPr lang="en-US" dirty="0"/>
              <a:t>[0;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∞[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Бесконечно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значной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логикой: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-∞; ∞[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420760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7A7297-8ACA-450E-AB07-C7C0E3CC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Задача</a:t>
            </a:r>
            <a:r>
              <a:rPr lang="en-US" dirty="0"/>
              <a:t> – </a:t>
            </a:r>
            <a:r>
              <a:rPr lang="ru-RU" dirty="0"/>
              <a:t>16-40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FBF0573-573A-4E9F-9398-989DE78BF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106</a:t>
            </a:fld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794DE3-292C-44DC-A1AC-E84BEF94C6D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2000024"/>
            <a:ext cx="9360000" cy="2267176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Построить графическое представление нечетких множеств по выбранной Вам области</a:t>
            </a:r>
          </a:p>
          <a:p>
            <a:r>
              <a:rPr lang="ru-RU" dirty="0"/>
              <a:t>2 терма (пример. «Уверенная», «Слабая» техника)</a:t>
            </a:r>
          </a:p>
          <a:p>
            <a:r>
              <a:rPr lang="ru-RU" dirty="0"/>
              <a:t>2 </a:t>
            </a:r>
            <a:r>
              <a:rPr lang="en-US" dirty="0"/>
              <a:t>G-</a:t>
            </a:r>
            <a:r>
              <a:rPr lang="ru-RU" dirty="0"/>
              <a:t> выражения (пример. «Очень уверенная техника», «Не слабая техника»)</a:t>
            </a:r>
          </a:p>
        </p:txBody>
      </p:sp>
    </p:spTree>
    <p:extLst>
      <p:ext uri="{BB962C8B-B14F-4D97-AF65-F5344CB8AC3E}">
        <p14:creationId xmlns:p14="http://schemas.microsoft.com/office/powerpoint/2010/main" val="91298940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Сравнение нечетких множеств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107</a:t>
            </a:fld>
            <a:endParaRPr lang="ru-RU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AE6DD56-FF10-46AD-930A-541405F2BE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1673" r="6875" b="26779"/>
          <a:stretch/>
        </p:blipFill>
        <p:spPr>
          <a:xfrm>
            <a:off x="63545" y="1989137"/>
            <a:ext cx="10791411" cy="311100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Рукописный ввод 18">
                <a:extLst>
                  <a:ext uri="{FF2B5EF4-FFF2-40B4-BE49-F238E27FC236}">
                    <a16:creationId xmlns:a16="http://schemas.microsoft.com/office/drawing/2014/main" id="{6769BF56-66B5-CB7D-AF69-208F67C109CE}"/>
                  </a:ext>
                </a:extLst>
              </p14:cNvPr>
              <p14:cNvContentPartPr/>
              <p14:nvPr/>
            </p14:nvContentPartPr>
            <p14:xfrm>
              <a:off x="1717374" y="4695033"/>
              <a:ext cx="1342800" cy="634320"/>
            </p14:xfrm>
          </p:contentPart>
        </mc:Choice>
        <mc:Fallback xmlns="">
          <p:pic>
            <p:nvPicPr>
              <p:cNvPr id="19" name="Рукописный ввод 18">
                <a:extLst>
                  <a:ext uri="{FF2B5EF4-FFF2-40B4-BE49-F238E27FC236}">
                    <a16:creationId xmlns:a16="http://schemas.microsoft.com/office/drawing/2014/main" id="{6769BF56-66B5-CB7D-AF69-208F67C109C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11254" y="4688913"/>
                <a:ext cx="1355040" cy="64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964334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46DA9-D419-49AB-85C9-05494FBB9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включения нечетких множеств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6103EA-421D-4903-A044-9E1EAE61B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108</a:t>
            </a:fld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4B46D8-7877-43C6-8C63-C97C4CF0017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11200" y="1989138"/>
            <a:ext cx="7886700" cy="3055828"/>
          </a:xfrm>
        </p:spPr>
        <p:txBody>
          <a:bodyPr/>
          <a:lstStyle/>
          <a:p>
            <a:r>
              <a:rPr lang="ru-RU" dirty="0"/>
              <a:t>«Молодой по версии А» = 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«Молодой по версии Б» =</a:t>
            </a:r>
          </a:p>
          <a:p>
            <a:pPr marL="0" indent="0">
              <a:buNone/>
            </a:pPr>
            <a:r>
              <a:rPr lang="ru-RU" dirty="0"/>
              <a:t> </a:t>
            </a: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CC09FB43-D1CA-49D5-84AA-D090581097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442623"/>
              </p:ext>
            </p:extLst>
          </p:nvPr>
        </p:nvGraphicFramePr>
        <p:xfrm>
          <a:off x="1048657" y="2362656"/>
          <a:ext cx="702328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4794">
                  <a:extLst>
                    <a:ext uri="{9D8B030D-6E8A-4147-A177-3AD203B41FA5}">
                      <a16:colId xmlns:a16="http://schemas.microsoft.com/office/drawing/2014/main" val="1124462762"/>
                    </a:ext>
                  </a:extLst>
                </a:gridCol>
                <a:gridCol w="1154794">
                  <a:extLst>
                    <a:ext uri="{9D8B030D-6E8A-4147-A177-3AD203B41FA5}">
                      <a16:colId xmlns:a16="http://schemas.microsoft.com/office/drawing/2014/main" val="1851189760"/>
                    </a:ext>
                  </a:extLst>
                </a:gridCol>
                <a:gridCol w="1154794">
                  <a:extLst>
                    <a:ext uri="{9D8B030D-6E8A-4147-A177-3AD203B41FA5}">
                      <a16:colId xmlns:a16="http://schemas.microsoft.com/office/drawing/2014/main" val="3304873295"/>
                    </a:ext>
                  </a:extLst>
                </a:gridCol>
                <a:gridCol w="1154794">
                  <a:extLst>
                    <a:ext uri="{9D8B030D-6E8A-4147-A177-3AD203B41FA5}">
                      <a16:colId xmlns:a16="http://schemas.microsoft.com/office/drawing/2014/main" val="2794518664"/>
                    </a:ext>
                  </a:extLst>
                </a:gridCol>
                <a:gridCol w="1202056">
                  <a:extLst>
                    <a:ext uri="{9D8B030D-6E8A-4147-A177-3AD203B41FA5}">
                      <a16:colId xmlns:a16="http://schemas.microsoft.com/office/drawing/2014/main" val="582184691"/>
                    </a:ext>
                  </a:extLst>
                </a:gridCol>
                <a:gridCol w="1202056">
                  <a:extLst>
                    <a:ext uri="{9D8B030D-6E8A-4147-A177-3AD203B41FA5}">
                      <a16:colId xmlns:a16="http://schemas.microsoft.com/office/drawing/2014/main" val="2196256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</a:t>
                      </a:r>
                      <a:r>
                        <a:rPr lang="en-US" dirty="0"/>
                        <a:t>75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</a:t>
                      </a:r>
                      <a:r>
                        <a:rPr lang="en-US" dirty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7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1973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3C057A0E-2DBC-4138-A7B0-9D1266D1AF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887362"/>
              </p:ext>
            </p:extLst>
          </p:nvPr>
        </p:nvGraphicFramePr>
        <p:xfrm>
          <a:off x="1048656" y="3680351"/>
          <a:ext cx="7179132" cy="742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858">
                  <a:extLst>
                    <a:ext uri="{9D8B030D-6E8A-4147-A177-3AD203B41FA5}">
                      <a16:colId xmlns:a16="http://schemas.microsoft.com/office/drawing/2014/main" val="1124462762"/>
                    </a:ext>
                  </a:extLst>
                </a:gridCol>
                <a:gridCol w="1191986">
                  <a:extLst>
                    <a:ext uri="{9D8B030D-6E8A-4147-A177-3AD203B41FA5}">
                      <a16:colId xmlns:a16="http://schemas.microsoft.com/office/drawing/2014/main" val="1851189760"/>
                    </a:ext>
                  </a:extLst>
                </a:gridCol>
                <a:gridCol w="1216479">
                  <a:extLst>
                    <a:ext uri="{9D8B030D-6E8A-4147-A177-3AD203B41FA5}">
                      <a16:colId xmlns:a16="http://schemas.microsoft.com/office/drawing/2014/main" val="3304873295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794518664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582184691"/>
                    </a:ext>
                  </a:extLst>
                </a:gridCol>
                <a:gridCol w="1143002">
                  <a:extLst>
                    <a:ext uri="{9D8B030D-6E8A-4147-A177-3AD203B41FA5}">
                      <a16:colId xmlns:a16="http://schemas.microsoft.com/office/drawing/2014/main" val="3579917778"/>
                    </a:ext>
                  </a:extLst>
                </a:gridCol>
              </a:tblGrid>
              <a:tr h="371857">
                <a:tc>
                  <a:txBody>
                    <a:bodyPr/>
                    <a:lstStyle/>
                    <a:p>
                      <a:r>
                        <a:rPr lang="ru-RU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</a:t>
                      </a:r>
                      <a:r>
                        <a:rPr lang="en-US" dirty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</a:t>
                      </a:r>
                      <a:r>
                        <a:rPr lang="en-US" dirty="0"/>
                        <a:t>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7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197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Рукописный ввод 20">
                <a:extLst>
                  <a:ext uri="{FF2B5EF4-FFF2-40B4-BE49-F238E27FC236}">
                    <a16:creationId xmlns:a16="http://schemas.microsoft.com/office/drawing/2014/main" id="{512C729E-231D-9F7A-9654-F2105AAD72B2}"/>
                  </a:ext>
                </a:extLst>
              </p14:cNvPr>
              <p14:cNvContentPartPr/>
              <p14:nvPr/>
            </p14:nvContentPartPr>
            <p14:xfrm>
              <a:off x="2782254" y="2455833"/>
              <a:ext cx="6480" cy="4680"/>
            </p14:xfrm>
          </p:contentPart>
        </mc:Choice>
        <mc:Fallback xmlns="">
          <p:pic>
            <p:nvPicPr>
              <p:cNvPr id="21" name="Рукописный ввод 20">
                <a:extLst>
                  <a:ext uri="{FF2B5EF4-FFF2-40B4-BE49-F238E27FC236}">
                    <a16:creationId xmlns:a16="http://schemas.microsoft.com/office/drawing/2014/main" id="{512C729E-231D-9F7A-9654-F2105AAD72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76134" y="2449713"/>
                <a:ext cx="18720" cy="16920"/>
              </a:xfrm>
              <a:prstGeom prst="rect">
                <a:avLst/>
              </a:prstGeom>
            </p:spPr>
          </p:pic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76FC02AA-7D7F-FC09-7C47-A8ADAC1422D0}"/>
              </a:ext>
            </a:extLst>
          </p:cNvPr>
          <p:cNvSpPr txBox="1"/>
          <p:nvPr/>
        </p:nvSpPr>
        <p:spPr>
          <a:xfrm>
            <a:off x="1048656" y="5039648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AСB=3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778663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46DA9-D419-49AB-85C9-05494FBB9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равенства НМ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6103EA-421D-4903-A044-9E1EAE61B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109</a:t>
            </a:fld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4B46D8-7877-43C6-8C63-C97C4CF0017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95325" y="1989138"/>
            <a:ext cx="7886700" cy="3719512"/>
          </a:xfrm>
        </p:spPr>
        <p:txBody>
          <a:bodyPr>
            <a:normAutofit/>
          </a:bodyPr>
          <a:lstStyle/>
          <a:p>
            <a:r>
              <a:rPr lang="ru-RU" dirty="0"/>
              <a:t>«Молодой по версии А» = 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«Молодой по версии Б» =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ru-RU" dirty="0"/>
              <a:t>Степень равенства </a:t>
            </a:r>
            <a:r>
              <a:rPr lang="en-US" dirty="0"/>
              <a:t>l(s)=1-max|(</a:t>
            </a:r>
            <a:r>
              <a:rPr lang="ru-RU" dirty="0"/>
              <a:t>μ</a:t>
            </a:r>
            <a:r>
              <a:rPr lang="en-US" dirty="0"/>
              <a:t>A(x)-</a:t>
            </a:r>
            <a:r>
              <a:rPr lang="ru-RU" dirty="0"/>
              <a:t> μ </a:t>
            </a:r>
            <a:r>
              <a:rPr lang="en-US" dirty="0"/>
              <a:t>B(x)|=1-(0.7-0.3)=0.6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CC09FB43-D1CA-49D5-84AA-D090581097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834877"/>
              </p:ext>
            </p:extLst>
          </p:nvPr>
        </p:nvGraphicFramePr>
        <p:xfrm>
          <a:off x="1055007" y="2349956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12446276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85118976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0487329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9451866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582184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7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1973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3C057A0E-2DBC-4138-A7B0-9D1266D1AF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981727"/>
              </p:ext>
            </p:extLst>
          </p:nvPr>
        </p:nvGraphicFramePr>
        <p:xfrm>
          <a:off x="1055006" y="3667651"/>
          <a:ext cx="6036130" cy="742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858">
                  <a:extLst>
                    <a:ext uri="{9D8B030D-6E8A-4147-A177-3AD203B41FA5}">
                      <a16:colId xmlns:a16="http://schemas.microsoft.com/office/drawing/2014/main" val="1124462762"/>
                    </a:ext>
                  </a:extLst>
                </a:gridCol>
                <a:gridCol w="1191986">
                  <a:extLst>
                    <a:ext uri="{9D8B030D-6E8A-4147-A177-3AD203B41FA5}">
                      <a16:colId xmlns:a16="http://schemas.microsoft.com/office/drawing/2014/main" val="1851189760"/>
                    </a:ext>
                  </a:extLst>
                </a:gridCol>
                <a:gridCol w="1216479">
                  <a:extLst>
                    <a:ext uri="{9D8B030D-6E8A-4147-A177-3AD203B41FA5}">
                      <a16:colId xmlns:a16="http://schemas.microsoft.com/office/drawing/2014/main" val="3304873295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794518664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582184691"/>
                    </a:ext>
                  </a:extLst>
                </a:gridCol>
              </a:tblGrid>
              <a:tr h="371857">
                <a:tc>
                  <a:txBody>
                    <a:bodyPr/>
                    <a:lstStyle/>
                    <a:p>
                      <a:r>
                        <a:rPr lang="ru-RU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7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1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889463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Операции над нечеткими множествами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110</a:t>
            </a:fld>
            <a:endParaRPr lang="ru-RU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0712CA7C-8B86-4C21-AEE6-34EEEAD8E45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95324" y="3652316"/>
            <a:ext cx="9359999" cy="1330325"/>
          </a:xfrm>
        </p:spPr>
        <p:txBody>
          <a:bodyPr>
            <a:normAutofit/>
          </a:bodyPr>
          <a:lstStyle/>
          <a:p>
            <a:r>
              <a:rPr lang="ru-RU" b="1" dirty="0">
                <a:latin typeface="+mn-lt"/>
              </a:rPr>
              <a:t>Пересечением</a:t>
            </a:r>
            <a:r>
              <a:rPr lang="ru-RU" dirty="0">
                <a:latin typeface="+mn-lt"/>
              </a:rPr>
              <a:t> </a:t>
            </a:r>
            <a:r>
              <a:rPr lang="ru-RU" sz="1700" dirty="0">
                <a:solidFill>
                  <a:srgbClr val="404040"/>
                </a:solidFill>
                <a:latin typeface="+mn-lt"/>
              </a:rPr>
              <a:t>нечетких множеств называется нечеткое множество с функцией принадлежности</a:t>
            </a:r>
          </a:p>
          <a:p>
            <a:r>
              <a:rPr lang="ru-RU" sz="2100" b="1" dirty="0">
                <a:latin typeface="+mn-lt"/>
              </a:rPr>
              <a:t>ПЕРЕСЕЧЕНИЕ</a:t>
            </a:r>
            <a:r>
              <a:rPr lang="ru-RU" sz="2100" dirty="0">
                <a:latin typeface="+mn-lt"/>
              </a:rPr>
              <a:t>: </a:t>
            </a:r>
            <a:r>
              <a:rPr lang="ru-RU" sz="1700" dirty="0">
                <a:solidFill>
                  <a:srgbClr val="404040"/>
                </a:solidFill>
                <a:latin typeface="+mn-lt"/>
              </a:rPr>
              <a:t>создается новое множество из одинаковых элементов исходных множеств, принадлежность которых берется минимальной.</a:t>
            </a:r>
            <a:endParaRPr lang="en-US" sz="1700" dirty="0">
              <a:solidFill>
                <a:srgbClr val="404040"/>
              </a:solidFill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6D923C-639A-49A8-A836-F1B7C32F7D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888" t="23118" r="32472" b="72468"/>
          <a:stretch/>
        </p:blipFill>
        <p:spPr>
          <a:xfrm>
            <a:off x="2610329" y="5179928"/>
            <a:ext cx="5529986" cy="5395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75D05B-219F-436A-AFEE-EB3C8ED5918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0377" t="40771" r="33310" b="55233"/>
          <a:stretch/>
        </p:blipFill>
        <p:spPr>
          <a:xfrm>
            <a:off x="2807785" y="2986332"/>
            <a:ext cx="5135073" cy="438703"/>
          </a:xfrm>
          <a:prstGeom prst="rect">
            <a:avLst/>
          </a:prstGeom>
        </p:spPr>
      </p:pic>
      <p:sp>
        <p:nvSpPr>
          <p:cNvPr id="8" name="Content Placeholder 26">
            <a:extLst>
              <a:ext uri="{FF2B5EF4-FFF2-40B4-BE49-F238E27FC236}">
                <a16:creationId xmlns:a16="http://schemas.microsoft.com/office/drawing/2014/main" id="{582E724F-4682-445C-9B33-2EC4EDE4A488}"/>
              </a:ext>
            </a:extLst>
          </p:cNvPr>
          <p:cNvSpPr txBox="1">
            <a:spLocks/>
          </p:cNvSpPr>
          <p:nvPr/>
        </p:nvSpPr>
        <p:spPr>
          <a:xfrm>
            <a:off x="706121" y="1635125"/>
            <a:ext cx="9359999" cy="13303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58775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30000"/>
              <a:buFontTx/>
              <a:buBlip>
                <a:blip r:embed="rId5"/>
              </a:buBlip>
              <a:defRPr lang="ru-RU" sz="2000" b="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2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30000"/>
              <a:buFontTx/>
              <a:buBlip>
                <a:blip r:embed="rId5"/>
              </a:buBlip>
              <a:defRPr lang="ru-RU" sz="16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080000" indent="-3600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30000"/>
              <a:buFontTx/>
              <a:buBlip>
                <a:blip r:embed="rId5"/>
              </a:buBlip>
              <a:defRPr lang="ru-RU" sz="14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440000" indent="-3600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30000"/>
              <a:buFontTx/>
              <a:buBlip>
                <a:blip r:embed="rId5"/>
              </a:buBlip>
              <a:defRPr lang="ru-RU" sz="14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00000" indent="-3600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30000"/>
              <a:buFontTx/>
              <a:buBlip>
                <a:blip r:embed="rId5"/>
              </a:buBlip>
              <a:defRPr lang="ru-RU" sz="14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Сумма </a:t>
            </a:r>
            <a:r>
              <a:rPr lang="en-US" b="1" dirty="0"/>
              <a:t>(</a:t>
            </a:r>
            <a:r>
              <a:rPr lang="ru-RU" b="1" dirty="0"/>
              <a:t>объединение) </a:t>
            </a:r>
            <a:r>
              <a:rPr lang="ru-RU" dirty="0"/>
              <a:t>нечетких множеств - нечеткое множество, определенное функцией принадлежности</a:t>
            </a:r>
          </a:p>
          <a:p>
            <a:r>
              <a:rPr lang="ru-RU" b="1" dirty="0">
                <a:solidFill>
                  <a:srgbClr val="404040"/>
                </a:solidFill>
              </a:rPr>
              <a:t>ОБЪЕДИНЕНИЕ:</a:t>
            </a:r>
            <a:r>
              <a:rPr lang="ru-RU" dirty="0">
                <a:solidFill>
                  <a:srgbClr val="404040"/>
                </a:solidFill>
              </a:rPr>
              <a:t> создается новое множество из элементов исходных множеств, причем для одинаковых элементов принадлежность берется максимальной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28271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46DA9-D419-49AB-85C9-05494FBB9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Объединение</a:t>
            </a:r>
            <a:r>
              <a:rPr lang="en-US" dirty="0"/>
              <a:t> (</a:t>
            </a:r>
            <a:r>
              <a:rPr lang="ru-RU" dirty="0"/>
              <a:t>ИЛИ)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6103EA-421D-4903-A044-9E1EAE61B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111</a:t>
            </a:fld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4B46D8-7877-43C6-8C63-C97C4CF0017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02253" y="1995918"/>
            <a:ext cx="7886700" cy="3719513"/>
          </a:xfrm>
        </p:spPr>
        <p:txBody>
          <a:bodyPr/>
          <a:lstStyle/>
          <a:p>
            <a:r>
              <a:rPr lang="ru-RU" dirty="0"/>
              <a:t>«Молодой по версии А» = 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«Молодой по версии Б» =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en-US" dirty="0"/>
              <a:t>A U B =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 </a:t>
            </a: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CC09FB43-D1CA-49D5-84AA-D090581097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274313"/>
              </p:ext>
            </p:extLst>
          </p:nvPr>
        </p:nvGraphicFramePr>
        <p:xfrm>
          <a:off x="1061934" y="2362631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12446276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85118976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0487329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9451866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582184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7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1973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3C057A0E-2DBC-4138-A7B0-9D1266D1AF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962944"/>
              </p:ext>
            </p:extLst>
          </p:nvPr>
        </p:nvGraphicFramePr>
        <p:xfrm>
          <a:off x="1061934" y="3650556"/>
          <a:ext cx="7179132" cy="742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858">
                  <a:extLst>
                    <a:ext uri="{9D8B030D-6E8A-4147-A177-3AD203B41FA5}">
                      <a16:colId xmlns:a16="http://schemas.microsoft.com/office/drawing/2014/main" val="1124462762"/>
                    </a:ext>
                  </a:extLst>
                </a:gridCol>
                <a:gridCol w="1191986">
                  <a:extLst>
                    <a:ext uri="{9D8B030D-6E8A-4147-A177-3AD203B41FA5}">
                      <a16:colId xmlns:a16="http://schemas.microsoft.com/office/drawing/2014/main" val="1851189760"/>
                    </a:ext>
                  </a:extLst>
                </a:gridCol>
                <a:gridCol w="1216479">
                  <a:extLst>
                    <a:ext uri="{9D8B030D-6E8A-4147-A177-3AD203B41FA5}">
                      <a16:colId xmlns:a16="http://schemas.microsoft.com/office/drawing/2014/main" val="3304873295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794518664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582184691"/>
                    </a:ext>
                  </a:extLst>
                </a:gridCol>
                <a:gridCol w="1143002">
                  <a:extLst>
                    <a:ext uri="{9D8B030D-6E8A-4147-A177-3AD203B41FA5}">
                      <a16:colId xmlns:a16="http://schemas.microsoft.com/office/drawing/2014/main" val="3579917778"/>
                    </a:ext>
                  </a:extLst>
                </a:gridCol>
              </a:tblGrid>
              <a:tr h="371857">
                <a:tc>
                  <a:txBody>
                    <a:bodyPr/>
                    <a:lstStyle/>
                    <a:p>
                      <a:r>
                        <a:rPr lang="ru-RU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</a:t>
                      </a:r>
                      <a:r>
                        <a:rPr lang="en-US" dirty="0"/>
                        <a:t>75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7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1973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4A870AE9-35AB-417B-9C3B-F6B1458A37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749873"/>
              </p:ext>
            </p:extLst>
          </p:nvPr>
        </p:nvGraphicFramePr>
        <p:xfrm>
          <a:off x="1061935" y="5338222"/>
          <a:ext cx="7179131" cy="742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5978">
                  <a:extLst>
                    <a:ext uri="{9D8B030D-6E8A-4147-A177-3AD203B41FA5}">
                      <a16:colId xmlns:a16="http://schemas.microsoft.com/office/drawing/2014/main" val="3806729918"/>
                    </a:ext>
                  </a:extLst>
                </a:gridCol>
                <a:gridCol w="1065978">
                  <a:extLst>
                    <a:ext uri="{9D8B030D-6E8A-4147-A177-3AD203B41FA5}">
                      <a16:colId xmlns:a16="http://schemas.microsoft.com/office/drawing/2014/main" val="1124462762"/>
                    </a:ext>
                  </a:extLst>
                </a:gridCol>
                <a:gridCol w="1014996">
                  <a:extLst>
                    <a:ext uri="{9D8B030D-6E8A-4147-A177-3AD203B41FA5}">
                      <a16:colId xmlns:a16="http://schemas.microsoft.com/office/drawing/2014/main" val="1851189760"/>
                    </a:ext>
                  </a:extLst>
                </a:gridCol>
                <a:gridCol w="1035853">
                  <a:extLst>
                    <a:ext uri="{9D8B030D-6E8A-4147-A177-3AD203B41FA5}">
                      <a16:colId xmlns:a16="http://schemas.microsoft.com/office/drawing/2014/main" val="3304873295"/>
                    </a:ext>
                  </a:extLst>
                </a:gridCol>
                <a:gridCol w="1001092">
                  <a:extLst>
                    <a:ext uri="{9D8B030D-6E8A-4147-A177-3AD203B41FA5}">
                      <a16:colId xmlns:a16="http://schemas.microsoft.com/office/drawing/2014/main" val="2794518664"/>
                    </a:ext>
                  </a:extLst>
                </a:gridCol>
                <a:gridCol w="1021948">
                  <a:extLst>
                    <a:ext uri="{9D8B030D-6E8A-4147-A177-3AD203B41FA5}">
                      <a16:colId xmlns:a16="http://schemas.microsoft.com/office/drawing/2014/main" val="582184691"/>
                    </a:ext>
                  </a:extLst>
                </a:gridCol>
                <a:gridCol w="973286">
                  <a:extLst>
                    <a:ext uri="{9D8B030D-6E8A-4147-A177-3AD203B41FA5}">
                      <a16:colId xmlns:a16="http://schemas.microsoft.com/office/drawing/2014/main" val="3579917778"/>
                    </a:ext>
                  </a:extLst>
                </a:gridCol>
              </a:tblGrid>
              <a:tr h="371857"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</a:t>
                      </a:r>
                      <a:r>
                        <a:rPr lang="en-US" dirty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7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1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071147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46DA9-D419-49AB-85C9-05494FBB9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Пересечение (И)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6103EA-421D-4903-A044-9E1EAE61B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112</a:t>
            </a:fld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4B46D8-7877-43C6-8C63-C97C4CF0017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02252" y="1995917"/>
            <a:ext cx="7886700" cy="350678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«Молодой по версии А» = 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«Молодой по версии Б» =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en-US" dirty="0"/>
              <a:t>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∩B</a:t>
            </a:r>
            <a:r>
              <a:rPr lang="en-US" dirty="0"/>
              <a:t> =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 </a:t>
            </a: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CC09FB43-D1CA-49D5-84AA-D090581097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287121"/>
              </p:ext>
            </p:extLst>
          </p:nvPr>
        </p:nvGraphicFramePr>
        <p:xfrm>
          <a:off x="1105477" y="2356280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12446276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85118976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0487329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9451866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582184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7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1973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3C057A0E-2DBC-4138-A7B0-9D1266D1AF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972656"/>
              </p:ext>
            </p:extLst>
          </p:nvPr>
        </p:nvGraphicFramePr>
        <p:xfrm>
          <a:off x="1105477" y="3684532"/>
          <a:ext cx="7179132" cy="742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858">
                  <a:extLst>
                    <a:ext uri="{9D8B030D-6E8A-4147-A177-3AD203B41FA5}">
                      <a16:colId xmlns:a16="http://schemas.microsoft.com/office/drawing/2014/main" val="1124462762"/>
                    </a:ext>
                  </a:extLst>
                </a:gridCol>
                <a:gridCol w="1191986">
                  <a:extLst>
                    <a:ext uri="{9D8B030D-6E8A-4147-A177-3AD203B41FA5}">
                      <a16:colId xmlns:a16="http://schemas.microsoft.com/office/drawing/2014/main" val="1851189760"/>
                    </a:ext>
                  </a:extLst>
                </a:gridCol>
                <a:gridCol w="1216479">
                  <a:extLst>
                    <a:ext uri="{9D8B030D-6E8A-4147-A177-3AD203B41FA5}">
                      <a16:colId xmlns:a16="http://schemas.microsoft.com/office/drawing/2014/main" val="3304873295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794518664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582184691"/>
                    </a:ext>
                  </a:extLst>
                </a:gridCol>
                <a:gridCol w="1143002">
                  <a:extLst>
                    <a:ext uri="{9D8B030D-6E8A-4147-A177-3AD203B41FA5}">
                      <a16:colId xmlns:a16="http://schemas.microsoft.com/office/drawing/2014/main" val="3579917778"/>
                    </a:ext>
                  </a:extLst>
                </a:gridCol>
              </a:tblGrid>
              <a:tr h="371857">
                <a:tc>
                  <a:txBody>
                    <a:bodyPr/>
                    <a:lstStyle/>
                    <a:p>
                      <a:r>
                        <a:rPr lang="ru-RU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</a:t>
                      </a:r>
                      <a:r>
                        <a:rPr lang="en-US" dirty="0"/>
                        <a:t>75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7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1973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4A870AE9-35AB-417B-9C3B-F6B1458A37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408661"/>
              </p:ext>
            </p:extLst>
          </p:nvPr>
        </p:nvGraphicFramePr>
        <p:xfrm>
          <a:off x="2387271" y="4763281"/>
          <a:ext cx="4220935" cy="742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821">
                  <a:extLst>
                    <a:ext uri="{9D8B030D-6E8A-4147-A177-3AD203B41FA5}">
                      <a16:colId xmlns:a16="http://schemas.microsoft.com/office/drawing/2014/main" val="1851189760"/>
                    </a:ext>
                  </a:extLst>
                </a:gridCol>
                <a:gridCol w="1240972">
                  <a:extLst>
                    <a:ext uri="{9D8B030D-6E8A-4147-A177-3AD203B41FA5}">
                      <a16:colId xmlns:a16="http://schemas.microsoft.com/office/drawing/2014/main" val="3304873295"/>
                    </a:ext>
                  </a:extLst>
                </a:gridCol>
                <a:gridCol w="987878">
                  <a:extLst>
                    <a:ext uri="{9D8B030D-6E8A-4147-A177-3AD203B41FA5}">
                      <a16:colId xmlns:a16="http://schemas.microsoft.com/office/drawing/2014/main" val="2794518664"/>
                    </a:ext>
                  </a:extLst>
                </a:gridCol>
                <a:gridCol w="808264">
                  <a:extLst>
                    <a:ext uri="{9D8B030D-6E8A-4147-A177-3AD203B41FA5}">
                      <a16:colId xmlns:a16="http://schemas.microsoft.com/office/drawing/2014/main" val="582184691"/>
                    </a:ext>
                  </a:extLst>
                </a:gridCol>
              </a:tblGrid>
              <a:tr h="371857">
                <a:tc>
                  <a:txBody>
                    <a:bodyPr/>
                    <a:lstStyle/>
                    <a:p>
                      <a:r>
                        <a:rPr lang="ru-RU" dirty="0"/>
                        <a:t>0.</a:t>
                      </a:r>
                      <a:r>
                        <a:rPr lang="en-US" dirty="0"/>
                        <a:t>75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</a:t>
                      </a:r>
                      <a:r>
                        <a:rPr lang="en-US" dirty="0"/>
                        <a:t>75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</a:t>
                      </a:r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</a:t>
                      </a:r>
                      <a:r>
                        <a:rPr lang="en-US" dirty="0"/>
                        <a:t>25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7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1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21063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1ADE40-7867-4A91-A59C-7F50F1083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области применения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DDDF4D-E39F-473B-8C6E-6BDB62960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113</a:t>
            </a:fld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728D28-33C7-4B66-BAE1-14847FBE36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+mn-lt"/>
              </a:rPr>
              <a:t>выбор показателей, например, качества, которые удовлетворят разные группы покупателей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+mn-lt"/>
              </a:rPr>
              <a:t>объединение имеет значение т.к. показывает возможность интегрированного влияния нескольких процессов на конечный результат (</a:t>
            </a:r>
            <a:r>
              <a:rPr lang="en-US" b="0" i="0" dirty="0">
                <a:solidFill>
                  <a:srgbClr val="000000"/>
                </a:solidFill>
                <a:effectLst/>
                <a:latin typeface="+mn-lt"/>
              </a:rPr>
              <a:t>IDEF 0..3)</a:t>
            </a:r>
            <a:endParaRPr lang="ru-RU" b="0" i="0" dirty="0">
              <a:solidFill>
                <a:srgbClr val="000000"/>
              </a:solidFill>
              <a:effectLst/>
              <a:latin typeface="+mn-lt"/>
            </a:endParaRP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+mn-lt"/>
              </a:rPr>
              <a:t>пересечение множеств может быть когда в интернет магазине добавляешь товары в сравнение друг с другом и смотришь по параметрам отличия их</a:t>
            </a:r>
          </a:p>
          <a:p>
            <a:endParaRPr lang="ru-RU" b="0" i="0" dirty="0">
              <a:solidFill>
                <a:srgbClr val="000000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61653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46DA9-D419-49AB-85C9-05494FBB9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Разность нечетких множеств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6103EA-421D-4903-A044-9E1EAE61B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114</a:t>
            </a:fld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4B46D8-7877-43C6-8C63-C97C4CF0017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06120" y="2433638"/>
            <a:ext cx="7886700" cy="350678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«Молодой по версии А» = 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«Молодой по версии Б» =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en-US" dirty="0"/>
              <a:t>A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/>
              <a:t> =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 </a:t>
            </a: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CC09FB43-D1CA-49D5-84AA-D090581097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91269"/>
              </p:ext>
            </p:extLst>
          </p:nvPr>
        </p:nvGraphicFramePr>
        <p:xfrm>
          <a:off x="1035050" y="2764964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12446276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85118976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0487329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9451866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582184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7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1973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3C057A0E-2DBC-4138-A7B0-9D1266D1AF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054999"/>
              </p:ext>
            </p:extLst>
          </p:nvPr>
        </p:nvGraphicFramePr>
        <p:xfrm>
          <a:off x="1035050" y="3914000"/>
          <a:ext cx="7179132" cy="742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858">
                  <a:extLst>
                    <a:ext uri="{9D8B030D-6E8A-4147-A177-3AD203B41FA5}">
                      <a16:colId xmlns:a16="http://schemas.microsoft.com/office/drawing/2014/main" val="1124462762"/>
                    </a:ext>
                  </a:extLst>
                </a:gridCol>
                <a:gridCol w="1191986">
                  <a:extLst>
                    <a:ext uri="{9D8B030D-6E8A-4147-A177-3AD203B41FA5}">
                      <a16:colId xmlns:a16="http://schemas.microsoft.com/office/drawing/2014/main" val="1851189760"/>
                    </a:ext>
                  </a:extLst>
                </a:gridCol>
                <a:gridCol w="1216479">
                  <a:extLst>
                    <a:ext uri="{9D8B030D-6E8A-4147-A177-3AD203B41FA5}">
                      <a16:colId xmlns:a16="http://schemas.microsoft.com/office/drawing/2014/main" val="3304873295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794518664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582184691"/>
                    </a:ext>
                  </a:extLst>
                </a:gridCol>
                <a:gridCol w="1143002">
                  <a:extLst>
                    <a:ext uri="{9D8B030D-6E8A-4147-A177-3AD203B41FA5}">
                      <a16:colId xmlns:a16="http://schemas.microsoft.com/office/drawing/2014/main" val="3579917778"/>
                    </a:ext>
                  </a:extLst>
                </a:gridCol>
              </a:tblGrid>
              <a:tr h="371857">
                <a:tc>
                  <a:txBody>
                    <a:bodyPr/>
                    <a:lstStyle/>
                    <a:p>
                      <a:r>
                        <a:rPr lang="ru-RU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7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1973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4A870AE9-35AB-417B-9C3B-F6B1458A37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445812"/>
              </p:ext>
            </p:extLst>
          </p:nvPr>
        </p:nvGraphicFramePr>
        <p:xfrm>
          <a:off x="1100365" y="5406844"/>
          <a:ext cx="2050849" cy="742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996">
                  <a:extLst>
                    <a:ext uri="{9D8B030D-6E8A-4147-A177-3AD203B41FA5}">
                      <a16:colId xmlns:a16="http://schemas.microsoft.com/office/drawing/2014/main" val="1851189760"/>
                    </a:ext>
                  </a:extLst>
                </a:gridCol>
                <a:gridCol w="1035853">
                  <a:extLst>
                    <a:ext uri="{9D8B030D-6E8A-4147-A177-3AD203B41FA5}">
                      <a16:colId xmlns:a16="http://schemas.microsoft.com/office/drawing/2014/main" val="3304873295"/>
                    </a:ext>
                  </a:extLst>
                </a:gridCol>
              </a:tblGrid>
              <a:tr h="371857">
                <a:tc>
                  <a:txBody>
                    <a:bodyPr/>
                    <a:lstStyle/>
                    <a:p>
                      <a:r>
                        <a:rPr lang="ru-RU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</a:t>
                      </a:r>
                      <a:r>
                        <a:rPr lang="en-US" dirty="0"/>
                        <a:t>75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7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197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6C94A24-F7DB-4C89-880B-B2BDA23832EE}"/>
              </a:ext>
            </a:extLst>
          </p:cNvPr>
          <p:cNvSpPr txBox="1"/>
          <p:nvPr/>
        </p:nvSpPr>
        <p:spPr>
          <a:xfrm>
            <a:off x="706120" y="1640572"/>
            <a:ext cx="61558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РАЗНОСТЬ:</a:t>
            </a:r>
            <a:r>
              <a:rPr lang="ru-RU" dirty="0"/>
              <a:t> новое множество состоит из одинаковых элементов исходных множеств.</a:t>
            </a:r>
          </a:p>
        </p:txBody>
      </p:sp>
    </p:spTree>
    <p:extLst>
      <p:ext uri="{BB962C8B-B14F-4D97-AF65-F5344CB8AC3E}">
        <p14:creationId xmlns:p14="http://schemas.microsoft.com/office/powerpoint/2010/main" val="2366821854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46DA9-D419-49AB-85C9-05494FBB9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Дополнение или Отрицание</a:t>
            </a:r>
            <a:br>
              <a:rPr lang="ru-RU" dirty="0"/>
            </a:br>
            <a:r>
              <a:rPr lang="ru-RU" dirty="0"/>
              <a:t>к нечеткому множеству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6103EA-421D-4903-A044-9E1EAE61B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115</a:t>
            </a:fld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4B46D8-7877-43C6-8C63-C97C4CF0017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95325" y="2324100"/>
            <a:ext cx="7886700" cy="350678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«Молодой по версии А» = </a:t>
            </a:r>
          </a:p>
          <a:p>
            <a:endParaRPr lang="ru-RU" dirty="0"/>
          </a:p>
          <a:p>
            <a:endParaRPr lang="ru-RU" dirty="0"/>
          </a:p>
          <a:p>
            <a:endParaRPr lang="en-US" dirty="0"/>
          </a:p>
          <a:p>
            <a:r>
              <a:rPr lang="ru-RU" dirty="0"/>
              <a:t>«Дополнение (Отрицание) к А» =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 </a:t>
            </a: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CC09FB43-D1CA-49D5-84AA-D090581097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272868"/>
              </p:ext>
            </p:extLst>
          </p:nvPr>
        </p:nvGraphicFramePr>
        <p:xfrm>
          <a:off x="1054099" y="2783881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12446276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85118976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0487329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9451866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582184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7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197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6C94A24-F7DB-4C89-880B-B2BDA23832EE}"/>
              </a:ext>
            </a:extLst>
          </p:cNvPr>
          <p:cNvSpPr txBox="1"/>
          <p:nvPr/>
        </p:nvSpPr>
        <p:spPr>
          <a:xfrm>
            <a:off x="701675" y="1635125"/>
            <a:ext cx="6539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Дополнение:</a:t>
            </a:r>
            <a:r>
              <a:rPr lang="ru-RU" dirty="0"/>
              <a:t> μ</a:t>
            </a:r>
            <a:r>
              <a:rPr lang="en-US" dirty="0"/>
              <a:t>A`(x)=1-</a:t>
            </a:r>
            <a:r>
              <a:rPr lang="ru-RU" dirty="0"/>
              <a:t>μ</a:t>
            </a:r>
            <a:r>
              <a:rPr lang="en-US" dirty="0"/>
              <a:t>A(x</a:t>
            </a:r>
            <a:r>
              <a:rPr lang="ru-RU" dirty="0"/>
              <a:t>)</a:t>
            </a:r>
          </a:p>
        </p:txBody>
      </p:sp>
      <p:graphicFrame>
        <p:nvGraphicFramePr>
          <p:cNvPr id="10" name="Таблица 6">
            <a:extLst>
              <a:ext uri="{FF2B5EF4-FFF2-40B4-BE49-F238E27FC236}">
                <a16:creationId xmlns:a16="http://schemas.microsoft.com/office/drawing/2014/main" id="{2ED9BB0A-5D26-4A8F-BB6B-73FB88A57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21291"/>
              </p:ext>
            </p:extLst>
          </p:nvPr>
        </p:nvGraphicFramePr>
        <p:xfrm>
          <a:off x="1054099" y="4454128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12446276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85118976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0487329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9451866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582184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0.</a:t>
                      </a:r>
                      <a:r>
                        <a:rPr lang="en-US" dirty="0"/>
                        <a:t>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</a:t>
                      </a:r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7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1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531335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Графическое представление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116</a:t>
            </a:fld>
            <a:endParaRPr lang="ru-RU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0712CA7C-8B86-4C21-AEE6-34EEEAD8E45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126708" y="5954575"/>
            <a:ext cx="2703512" cy="712787"/>
          </a:xfrm>
        </p:spPr>
        <p:txBody>
          <a:bodyPr/>
          <a:lstStyle/>
          <a:p>
            <a:r>
              <a:rPr lang="ru-RU" dirty="0"/>
              <a:t>Инверсия или Отрицание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D2B821-CA06-4991-977A-13D87F3C1B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932" t="20457" r="18089" b="41590"/>
          <a:stretch/>
        </p:blipFill>
        <p:spPr>
          <a:xfrm>
            <a:off x="706120" y="2453742"/>
            <a:ext cx="9124099" cy="3359650"/>
          </a:xfrm>
          <a:prstGeom prst="rect">
            <a:avLst/>
          </a:prstGeom>
        </p:spPr>
      </p:pic>
      <p:sp>
        <p:nvSpPr>
          <p:cNvPr id="8" name="Content Placeholder 26">
            <a:extLst>
              <a:ext uri="{FF2B5EF4-FFF2-40B4-BE49-F238E27FC236}">
                <a16:creationId xmlns:a16="http://schemas.microsoft.com/office/drawing/2014/main" id="{7E07E7ED-F16A-48AB-B258-4F4E4CBB64EA}"/>
              </a:ext>
            </a:extLst>
          </p:cNvPr>
          <p:cNvSpPr txBox="1">
            <a:spLocks/>
          </p:cNvSpPr>
          <p:nvPr/>
        </p:nvSpPr>
        <p:spPr>
          <a:xfrm>
            <a:off x="1566444" y="5955041"/>
            <a:ext cx="3498850" cy="6869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8775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30000"/>
              <a:buFontTx/>
              <a:buBlip>
                <a:blip r:embed="rId4"/>
              </a:buBlip>
              <a:defRPr lang="ru-RU" sz="2000" b="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2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30000"/>
              <a:buFontTx/>
              <a:buBlip>
                <a:blip r:embed="rId4"/>
              </a:buBlip>
              <a:defRPr lang="ru-RU" sz="16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080000" indent="-3600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30000"/>
              <a:buFontTx/>
              <a:buBlip>
                <a:blip r:embed="rId4"/>
              </a:buBlip>
              <a:defRPr lang="ru-RU" sz="14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440000" indent="-3600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30000"/>
              <a:buFontTx/>
              <a:buBlip>
                <a:blip r:embed="rId4"/>
              </a:buBlip>
              <a:defRPr lang="ru-RU" sz="14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00000" indent="-3600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30000"/>
              <a:buFontTx/>
              <a:buBlip>
                <a:blip r:embed="rId4"/>
              </a:buBlip>
              <a:defRPr lang="ru-RU" sz="14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Объединение или простое суммирование</a:t>
            </a:r>
          </a:p>
        </p:txBody>
      </p:sp>
      <p:sp>
        <p:nvSpPr>
          <p:cNvPr id="9" name="Content Placeholder 26">
            <a:extLst>
              <a:ext uri="{FF2B5EF4-FFF2-40B4-BE49-F238E27FC236}">
                <a16:creationId xmlns:a16="http://schemas.microsoft.com/office/drawing/2014/main" id="{573423DF-C913-4185-892D-396694B915EA}"/>
              </a:ext>
            </a:extLst>
          </p:cNvPr>
          <p:cNvSpPr txBox="1">
            <a:spLocks/>
          </p:cNvSpPr>
          <p:nvPr/>
        </p:nvSpPr>
        <p:spPr>
          <a:xfrm>
            <a:off x="6650876" y="1639094"/>
            <a:ext cx="3179343" cy="7127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8775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30000"/>
              <a:buFontTx/>
              <a:buBlip>
                <a:blip r:embed="rId4"/>
              </a:buBlip>
              <a:defRPr lang="ru-RU" sz="2000" b="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2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30000"/>
              <a:buFontTx/>
              <a:buBlip>
                <a:blip r:embed="rId4"/>
              </a:buBlip>
              <a:defRPr lang="ru-RU" sz="16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080000" indent="-3600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30000"/>
              <a:buFontTx/>
              <a:buBlip>
                <a:blip r:embed="rId4"/>
              </a:buBlip>
              <a:defRPr lang="ru-RU" sz="14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440000" indent="-3600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30000"/>
              <a:buFontTx/>
              <a:buBlip>
                <a:blip r:embed="rId4"/>
              </a:buBlip>
              <a:defRPr lang="ru-RU" sz="14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00000" indent="-3600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30000"/>
              <a:buFontTx/>
              <a:buBlip>
                <a:blip r:embed="rId4"/>
              </a:buBlip>
              <a:defRPr lang="ru-RU" sz="14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Пересечение или простое умножение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56C3AC33-FE76-CE69-8DB0-9AC1CD5287FA}"/>
                  </a:ext>
                </a:extLst>
              </p14:cNvPr>
              <p14:cNvContentPartPr/>
              <p14:nvPr/>
            </p14:nvContentPartPr>
            <p14:xfrm>
              <a:off x="4106694" y="3037593"/>
              <a:ext cx="324000" cy="20880"/>
            </p14:xfrm>
          </p:contentPart>
        </mc:Choice>
        <mc:Fallback xmlns=""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56C3AC33-FE76-CE69-8DB0-9AC1CD5287F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00574" y="3031473"/>
                <a:ext cx="33624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Рукописный ввод 9">
                <a:extLst>
                  <a:ext uri="{FF2B5EF4-FFF2-40B4-BE49-F238E27FC236}">
                    <a16:creationId xmlns:a16="http://schemas.microsoft.com/office/drawing/2014/main" id="{B21F28EE-175D-0274-86A8-C548BE59CC2A}"/>
                  </a:ext>
                </a:extLst>
              </p14:cNvPr>
              <p14:cNvContentPartPr/>
              <p14:nvPr/>
            </p14:nvContentPartPr>
            <p14:xfrm>
              <a:off x="8347494" y="3515313"/>
              <a:ext cx="47880" cy="213480"/>
            </p14:xfrm>
          </p:contentPart>
        </mc:Choice>
        <mc:Fallback xmlns="">
          <p:pic>
            <p:nvPicPr>
              <p:cNvPr id="10" name="Рукописный ввод 9">
                <a:extLst>
                  <a:ext uri="{FF2B5EF4-FFF2-40B4-BE49-F238E27FC236}">
                    <a16:creationId xmlns:a16="http://schemas.microsoft.com/office/drawing/2014/main" id="{B21F28EE-175D-0274-86A8-C548BE59CC2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41374" y="3509193"/>
                <a:ext cx="6012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Рукописный ввод 10">
                <a:extLst>
                  <a:ext uri="{FF2B5EF4-FFF2-40B4-BE49-F238E27FC236}">
                    <a16:creationId xmlns:a16="http://schemas.microsoft.com/office/drawing/2014/main" id="{BCB9A078-9BB7-036B-EBAB-A5E23875A918}"/>
                  </a:ext>
                </a:extLst>
              </p14:cNvPr>
              <p14:cNvContentPartPr/>
              <p14:nvPr/>
            </p14:nvContentPartPr>
            <p14:xfrm>
              <a:off x="8394654" y="3515313"/>
              <a:ext cx="80280" cy="213480"/>
            </p14:xfrm>
          </p:contentPart>
        </mc:Choice>
        <mc:Fallback xmlns="">
          <p:pic>
            <p:nvPicPr>
              <p:cNvPr id="11" name="Рукописный ввод 10">
                <a:extLst>
                  <a:ext uri="{FF2B5EF4-FFF2-40B4-BE49-F238E27FC236}">
                    <a16:creationId xmlns:a16="http://schemas.microsoft.com/office/drawing/2014/main" id="{BCB9A078-9BB7-036B-EBAB-A5E23875A91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388534" y="3509193"/>
                <a:ext cx="92520" cy="22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165374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Пример. Продолжение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117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514206" y="4455895"/>
            <a:ext cx="7731125" cy="114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Функция принадлежности нечеткого множества  «Молодой ИЛИ средний возраст»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Для простоты функция перехода </a:t>
            </a:r>
            <a:r>
              <a:rPr lang="ru-RU" dirty="0" err="1"/>
              <a:t>μA</a:t>
            </a:r>
            <a:r>
              <a:rPr lang="ru-RU" dirty="0"/>
              <a:t>(x) линейная.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E4D411-DD27-438C-B4C4-E51E97FF2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1459" y="1995488"/>
            <a:ext cx="4996621" cy="23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15783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Задача 30 мин. – 11-30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118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1897548"/>
            <a:ext cx="9360000" cy="39608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srgbClr val="004777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1. Приведите примеры включения, сравнения, объединения, пересечения и разности 2х множеств (по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4777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5</a:t>
            </a: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srgbClr val="004777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-7 значений в каждом множестве) </a:t>
            </a:r>
            <a:b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srgbClr val="004777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</a:b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srgbClr val="004777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1.1. Обдумайте практическое применение в вашей области</a:t>
            </a:r>
            <a:b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srgbClr val="004777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</a:br>
            <a:b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srgbClr val="004777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</a:b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srgbClr val="004777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2. Постройте нечеткое множество «игрок уверенной ИЛИ «звездной» техники»</a:t>
            </a:r>
            <a:b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srgbClr val="004777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</a:b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srgbClr val="004777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Постройте множество «Игрок среднего И высокого роста» (чуть выше среднего) или на своем примере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На основе примера в </a:t>
            </a:r>
            <a:r>
              <a:rPr lang="en-US" dirty="0"/>
              <a:t>Excel</a:t>
            </a:r>
            <a:r>
              <a:rPr lang="ru-RU" dirty="0"/>
              <a:t> на листе </a:t>
            </a:r>
            <a:r>
              <a:rPr lang="en-US" dirty="0"/>
              <a:t>mu-</a:t>
            </a:r>
            <a:r>
              <a:rPr lang="ru-RU" dirty="0"/>
              <a:t>функции</a:t>
            </a:r>
          </a:p>
        </p:txBody>
      </p:sp>
    </p:spTree>
    <p:extLst>
      <p:ext uri="{BB962C8B-B14F-4D97-AF65-F5344CB8AC3E}">
        <p14:creationId xmlns:p14="http://schemas.microsoft.com/office/powerpoint/2010/main" val="65559988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Нечеткий вывод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119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2000024"/>
            <a:ext cx="9360000" cy="31395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Нечетким логическим выводом</a:t>
            </a:r>
            <a:r>
              <a:rPr lang="ru-RU" dirty="0"/>
              <a:t> называется аппроксимация зависимости каждой выходной нечеткой переменной от множества входных нечетких переменных и получение заключения в виде нечеткого множества.</a:t>
            </a:r>
          </a:p>
          <a:p>
            <a:pPr marL="0" indent="0">
              <a:buNone/>
            </a:pPr>
            <a:r>
              <a:rPr lang="ru-RU" dirty="0"/>
              <a:t>Нечеткий вывод производится на основе композиционного правила.</a:t>
            </a:r>
          </a:p>
          <a:p>
            <a:pPr marL="0" indent="0">
              <a:buNone/>
            </a:pPr>
            <a:r>
              <a:rPr lang="ru-RU" dirty="0"/>
              <a:t>Базовым является композиционное правило Заде.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sz="1600" u="sng" dirty="0"/>
              <a:t>Примечание. Также существуют правила </a:t>
            </a:r>
            <a:r>
              <a:rPr lang="ru-RU" sz="1600" u="sng" dirty="0" err="1"/>
              <a:t>Мамдани</a:t>
            </a:r>
            <a:r>
              <a:rPr lang="ru-RU" sz="1600" u="sng" dirty="0"/>
              <a:t>, </a:t>
            </a:r>
            <a:r>
              <a:rPr lang="ru-RU" sz="1600" u="sng" dirty="0" err="1"/>
              <a:t>Лукасевича</a:t>
            </a:r>
            <a:r>
              <a:rPr lang="ru-RU" sz="1600" u="sng" dirty="0"/>
              <a:t> и др.</a:t>
            </a:r>
          </a:p>
        </p:txBody>
      </p:sp>
    </p:spTree>
    <p:extLst>
      <p:ext uri="{BB962C8B-B14F-4D97-AF65-F5344CB8AC3E}">
        <p14:creationId xmlns:p14="http://schemas.microsoft.com/office/powerpoint/2010/main" val="184287244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1B5BFB-78C9-42F9-A36C-1C6499396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отличий логик Заде, </a:t>
            </a:r>
            <a:r>
              <a:rPr lang="ru-RU" dirty="0" err="1"/>
              <a:t>Мамдани</a:t>
            </a:r>
            <a:r>
              <a:rPr lang="ru-RU" dirty="0"/>
              <a:t>, </a:t>
            </a:r>
            <a:r>
              <a:rPr lang="ru-RU" dirty="0" err="1"/>
              <a:t>Лукасевича</a:t>
            </a:r>
            <a:r>
              <a:rPr lang="ru-RU" dirty="0"/>
              <a:t> и пр.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46675BE-51E3-47F3-B753-F22EAB864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120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68467AF-B44D-440F-AC3E-AEC557A37C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14" t="25397" r="31875" b="17936"/>
          <a:stretch/>
        </p:blipFill>
        <p:spPr>
          <a:xfrm>
            <a:off x="1039697" y="1995488"/>
            <a:ext cx="8680145" cy="443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28135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ru-RU" dirty="0"/>
              <a:t>Система нечеткого вывода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519AFA1-E01F-4869-9A2C-AE6B64FF5724}" type="slidenum">
              <a:rPr lang="ru-RU" smtClean="0"/>
              <a:pPr>
                <a:spcAft>
                  <a:spcPts val="600"/>
                </a:spcAft>
              </a:pPr>
              <a:t>121</a:t>
            </a:fld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402021" y="2249487"/>
            <a:ext cx="3644199" cy="2359025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Система нечеткого вывода </a:t>
            </a:r>
            <a:r>
              <a:rPr lang="ru-RU" dirty="0"/>
              <a:t>– это процесс получения нечетких заключений о требуемом управлении объектом на основе нечетких условий или предпосылок, представляющих собой информацию о текущем состоянии объекта.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B57881-55D8-4075-976C-B11A623DE8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505" t="34269" r="45393" b="45556"/>
          <a:stretch/>
        </p:blipFill>
        <p:spPr>
          <a:xfrm>
            <a:off x="4636486" y="2370345"/>
            <a:ext cx="5429634" cy="211730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6492400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733674"/>
            <a:ext cx="3971925" cy="1260000"/>
          </a:xfrm>
        </p:spPr>
        <p:txBody>
          <a:bodyPr anchor="ctr">
            <a:noAutofit/>
          </a:bodyPr>
          <a:lstStyle/>
          <a:p>
            <a:r>
              <a:rPr lang="ru-RU" dirty="0"/>
              <a:t>Продукционное (нечеткое) правило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519AFA1-E01F-4869-9A2C-AE6B64FF5724}" type="slidenum">
              <a:rPr lang="ru-RU" smtClean="0"/>
              <a:pPr>
                <a:spcAft>
                  <a:spcPts val="600"/>
                </a:spcAft>
              </a:pPr>
              <a:t>122</a:t>
            </a:fld>
            <a:endParaRPr lang="ru-RU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4AAA62B-04C5-4496-82B3-7E3B5BE97FDA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377494983"/>
              </p:ext>
            </p:extLst>
          </p:nvPr>
        </p:nvGraphicFramePr>
        <p:xfrm>
          <a:off x="4703763" y="428386"/>
          <a:ext cx="5614768" cy="6114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2061120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импликации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123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ПРАВИЛО</a:t>
            </a:r>
            <a:r>
              <a:rPr lang="en-US" dirty="0"/>
              <a:t>: </a:t>
            </a:r>
            <a:r>
              <a:rPr lang="ru-RU" dirty="0"/>
              <a:t>«ЕСЛИ «оценка» положительная, ТО «результат экзамена» = «зачет» «ставим в ведомость»»</a:t>
            </a:r>
          </a:p>
          <a:p>
            <a:r>
              <a:rPr lang="ru-RU" b="1" dirty="0"/>
              <a:t>Здесь:</a:t>
            </a:r>
          </a:p>
          <a:p>
            <a:pPr lvl="1"/>
            <a:r>
              <a:rPr lang="en-US" dirty="0"/>
              <a:t>Q – </a:t>
            </a:r>
            <a:r>
              <a:rPr lang="ru-RU" dirty="0"/>
              <a:t>образование (скрытая компонента)</a:t>
            </a:r>
          </a:p>
          <a:p>
            <a:pPr lvl="1"/>
            <a:r>
              <a:rPr lang="ru-RU" dirty="0"/>
              <a:t>Р – условие «ЕСЛИ»</a:t>
            </a:r>
          </a:p>
          <a:p>
            <a:pPr lvl="1"/>
            <a:r>
              <a:rPr lang="ru-RU" dirty="0"/>
              <a:t>А (антецедент) – «оценка»</a:t>
            </a:r>
          </a:p>
          <a:p>
            <a:pPr lvl="1"/>
            <a:r>
              <a:rPr lang="ru-RU" dirty="0"/>
              <a:t>В (</a:t>
            </a:r>
            <a:r>
              <a:rPr lang="ru-RU" dirty="0" err="1"/>
              <a:t>консеквент</a:t>
            </a:r>
            <a:r>
              <a:rPr lang="ru-RU" dirty="0"/>
              <a:t>) – «результат»</a:t>
            </a:r>
          </a:p>
          <a:p>
            <a:pPr lvl="1"/>
            <a:r>
              <a:rPr lang="en-US" dirty="0"/>
              <a:t>S</a:t>
            </a:r>
            <a:r>
              <a:rPr lang="ru-RU" dirty="0"/>
              <a:t> – «положительная»</a:t>
            </a:r>
          </a:p>
          <a:p>
            <a:pPr lvl="1"/>
            <a:r>
              <a:rPr lang="en-US" dirty="0"/>
              <a:t>N</a:t>
            </a:r>
            <a:r>
              <a:rPr lang="ru-RU" dirty="0"/>
              <a:t> – постусловие – «ставим в ведомость»</a:t>
            </a:r>
          </a:p>
          <a:p>
            <a:pPr lvl="1"/>
            <a:r>
              <a:rPr lang="en-US" dirty="0"/>
              <a:t>F </a:t>
            </a:r>
            <a:r>
              <a:rPr lang="ru-RU" dirty="0"/>
              <a:t>определяется по </a:t>
            </a:r>
            <a:r>
              <a:rPr lang="el-GR" dirty="0"/>
              <a:t>μ - </a:t>
            </a:r>
            <a:r>
              <a:rPr lang="ru-RU" dirty="0"/>
              <a:t>функции</a:t>
            </a:r>
          </a:p>
          <a:p>
            <a:pPr lvl="1"/>
            <a:endParaRPr lang="ru-RU" dirty="0"/>
          </a:p>
          <a:p>
            <a:pPr lvl="1"/>
            <a:endParaRPr lang="el-G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EADAF2-41D2-46D2-92C1-B7C8027893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843" b="7311"/>
          <a:stretch/>
        </p:blipFill>
        <p:spPr>
          <a:xfrm>
            <a:off x="6711808" y="4042280"/>
            <a:ext cx="3345005" cy="19058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857478-8912-4D08-ACCE-88098BE40E14}"/>
              </a:ext>
            </a:extLst>
          </p:cNvPr>
          <p:cNvSpPr txBox="1"/>
          <p:nvPr/>
        </p:nvSpPr>
        <p:spPr>
          <a:xfrm>
            <a:off x="7163406" y="5948136"/>
            <a:ext cx="1860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1    2     3    4    5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65722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Вывод правила. </a:t>
            </a:r>
            <a:br>
              <a:rPr lang="ru-RU" dirty="0"/>
            </a:br>
            <a:r>
              <a:rPr lang="ru-RU" dirty="0" err="1"/>
              <a:t>Импликиция</a:t>
            </a:r>
            <a:r>
              <a:rPr lang="ru-RU" dirty="0"/>
              <a:t> «ЕСЛИ…, ТО…»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124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ПРАВИЛО &lt;#&gt; : ЕСЛИ </a:t>
            </a:r>
            <a:r>
              <a:rPr lang="el-GR" dirty="0"/>
              <a:t>β 1 « </a:t>
            </a:r>
            <a:r>
              <a:rPr lang="ru-RU" dirty="0"/>
              <a:t>ЕСТЬ </a:t>
            </a:r>
            <a:r>
              <a:rPr lang="el-GR" dirty="0"/>
              <a:t>ά 1 » </a:t>
            </a:r>
            <a:r>
              <a:rPr lang="ru-RU" dirty="0"/>
              <a:t>ТО « </a:t>
            </a:r>
            <a:r>
              <a:rPr lang="el-GR" dirty="0"/>
              <a:t>β 2 </a:t>
            </a:r>
            <a:r>
              <a:rPr lang="ru-RU" dirty="0"/>
              <a:t>ЕСТЬ </a:t>
            </a:r>
            <a:r>
              <a:rPr lang="el-GR" dirty="0"/>
              <a:t>ά 2 »</a:t>
            </a:r>
          </a:p>
          <a:p>
            <a:r>
              <a:rPr lang="ru-RU" dirty="0"/>
              <a:t>Антецедент и </a:t>
            </a:r>
            <a:r>
              <a:rPr lang="ru-RU" dirty="0" err="1"/>
              <a:t>консеквент</a:t>
            </a:r>
            <a:r>
              <a:rPr lang="ru-RU" dirty="0"/>
              <a:t> ядра нечеткой продукции может быть сложным, состоящим из связок «И», «ИЛИ», «НЕ», например:</a:t>
            </a:r>
          </a:p>
          <a:p>
            <a:r>
              <a:rPr lang="ru-RU" dirty="0"/>
              <a:t>ПРАВИЛО &lt;#&gt;: ЕСЛИ « </a:t>
            </a:r>
            <a:r>
              <a:rPr lang="el-GR" dirty="0"/>
              <a:t>β 1 </a:t>
            </a:r>
            <a:r>
              <a:rPr lang="ru-RU" dirty="0"/>
              <a:t>ЕСТЬ </a:t>
            </a:r>
            <a:r>
              <a:rPr lang="el-GR" dirty="0"/>
              <a:t>ά » </a:t>
            </a:r>
            <a:r>
              <a:rPr lang="ru-RU" dirty="0"/>
              <a:t>И « </a:t>
            </a:r>
            <a:r>
              <a:rPr lang="el-GR" dirty="0"/>
              <a:t>β 2 </a:t>
            </a:r>
            <a:r>
              <a:rPr lang="ru-RU" dirty="0"/>
              <a:t>ЕСТЬ НЕ </a:t>
            </a:r>
            <a:r>
              <a:rPr lang="el-GR" dirty="0"/>
              <a:t>ά » </a:t>
            </a:r>
            <a:r>
              <a:rPr lang="ru-RU" dirty="0"/>
              <a:t>ТО « </a:t>
            </a:r>
            <a:r>
              <a:rPr lang="el-GR" dirty="0"/>
              <a:t>β 1 </a:t>
            </a:r>
            <a:r>
              <a:rPr lang="ru-RU" dirty="0"/>
              <a:t>ЕСТЬ НЕ </a:t>
            </a:r>
            <a:r>
              <a:rPr lang="el-GR" dirty="0"/>
              <a:t>β 2 »</a:t>
            </a:r>
            <a:endParaRPr lang="ru-RU" dirty="0"/>
          </a:p>
          <a:p>
            <a:r>
              <a:rPr lang="ru-RU" dirty="0"/>
              <a:t>Операция логического ИЛИ называется </a:t>
            </a:r>
            <a:r>
              <a:rPr lang="ru-RU" b="1" dirty="0"/>
              <a:t>Дизъюнкцией</a:t>
            </a:r>
          </a:p>
          <a:p>
            <a:r>
              <a:rPr lang="ru-RU" dirty="0"/>
              <a:t>Операция логического И называется </a:t>
            </a:r>
            <a:r>
              <a:rPr lang="ru-RU" b="1" dirty="0"/>
              <a:t>Конъюнкцией</a:t>
            </a:r>
          </a:p>
          <a:p>
            <a:r>
              <a:rPr lang="ru-RU" b="1" dirty="0"/>
              <a:t>Пример: </a:t>
            </a:r>
            <a:r>
              <a:rPr lang="ru-RU" dirty="0"/>
              <a:t>ЕСЛИ</a:t>
            </a:r>
            <a:r>
              <a:rPr lang="en-US" dirty="0"/>
              <a:t> “</a:t>
            </a:r>
            <a:r>
              <a:rPr lang="ru-RU" dirty="0"/>
              <a:t>оценка положительная» И «посещаемость удовлетворительная ИЛИ хорошая», ТО результат «курс зачтен» поставить в ведомость</a:t>
            </a:r>
            <a:endParaRPr lang="el-GR" b="1" dirty="0"/>
          </a:p>
        </p:txBody>
      </p:sp>
    </p:spTree>
    <p:extLst>
      <p:ext uri="{BB962C8B-B14F-4D97-AF65-F5344CB8AC3E}">
        <p14:creationId xmlns:p14="http://schemas.microsoft.com/office/powerpoint/2010/main" val="57943637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B36DC8-EA5A-4E14-A1AA-B8C19ADFB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F8F43C-D51A-437F-A98A-D87910AD0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125</a:t>
            </a:fld>
            <a:endParaRPr lang="ru-RU" dirty="0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AECA0F02-2F3E-4B34-A4AA-01CFDE19250F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377899024"/>
              </p:ext>
            </p:extLst>
          </p:nvPr>
        </p:nvGraphicFramePr>
        <p:xfrm>
          <a:off x="706438" y="2000250"/>
          <a:ext cx="935989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005">
                  <a:extLst>
                    <a:ext uri="{9D8B030D-6E8A-4147-A177-3AD203B41FA5}">
                      <a16:colId xmlns:a16="http://schemas.microsoft.com/office/drawing/2014/main" val="2653471766"/>
                    </a:ext>
                  </a:extLst>
                </a:gridCol>
                <a:gridCol w="987780">
                  <a:extLst>
                    <a:ext uri="{9D8B030D-6E8A-4147-A177-3AD203B41FA5}">
                      <a16:colId xmlns:a16="http://schemas.microsoft.com/office/drawing/2014/main" val="2489403330"/>
                    </a:ext>
                  </a:extLst>
                </a:gridCol>
                <a:gridCol w="1070095">
                  <a:extLst>
                    <a:ext uri="{9D8B030D-6E8A-4147-A177-3AD203B41FA5}">
                      <a16:colId xmlns:a16="http://schemas.microsoft.com/office/drawing/2014/main" val="1281055908"/>
                    </a:ext>
                  </a:extLst>
                </a:gridCol>
                <a:gridCol w="1326185">
                  <a:extLst>
                    <a:ext uri="{9D8B030D-6E8A-4147-A177-3AD203B41FA5}">
                      <a16:colId xmlns:a16="http://schemas.microsoft.com/office/drawing/2014/main" val="5413756"/>
                    </a:ext>
                  </a:extLst>
                </a:gridCol>
                <a:gridCol w="978634">
                  <a:extLst>
                    <a:ext uri="{9D8B030D-6E8A-4147-A177-3AD203B41FA5}">
                      <a16:colId xmlns:a16="http://schemas.microsoft.com/office/drawing/2014/main" val="1487804995"/>
                    </a:ext>
                  </a:extLst>
                </a:gridCol>
                <a:gridCol w="1115826">
                  <a:extLst>
                    <a:ext uri="{9D8B030D-6E8A-4147-A177-3AD203B41FA5}">
                      <a16:colId xmlns:a16="http://schemas.microsoft.com/office/drawing/2014/main" val="3810263351"/>
                    </a:ext>
                  </a:extLst>
                </a:gridCol>
                <a:gridCol w="1442972">
                  <a:extLst>
                    <a:ext uri="{9D8B030D-6E8A-4147-A177-3AD203B41FA5}">
                      <a16:colId xmlns:a16="http://schemas.microsoft.com/office/drawing/2014/main" val="993465040"/>
                    </a:ext>
                  </a:extLst>
                </a:gridCol>
                <a:gridCol w="1209399">
                  <a:extLst>
                    <a:ext uri="{9D8B030D-6E8A-4147-A177-3AD203B41FA5}">
                      <a16:colId xmlns:a16="http://schemas.microsoft.com/office/drawing/2014/main" val="31359862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Неуд.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Удовл</a:t>
                      </a:r>
                      <a:r>
                        <a:rPr lang="ru-RU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Посещ</a:t>
                      </a:r>
                      <a:r>
                        <a:rPr lang="ru-RU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Неуд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Удовл</a:t>
                      </a:r>
                      <a:r>
                        <a:rPr lang="ru-RU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Хорошая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Зачет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980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915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309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474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7863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050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422936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202B75-EFC3-48A3-BEB2-3ABCBED59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Основные этапы построенного механизма нечеткого вывода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0EC187-3AE7-4219-A7D3-E94333066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126</a:t>
            </a:fld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9F20E0-42B8-487B-A9B6-1A2D34AFD17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dirty="0"/>
              <a:t>Формирование базы правил систем нечеткого вывода.</a:t>
            </a:r>
          </a:p>
          <a:p>
            <a:r>
              <a:rPr lang="ru-RU" dirty="0" err="1"/>
              <a:t>Фаззификация</a:t>
            </a:r>
            <a:r>
              <a:rPr lang="ru-RU" dirty="0"/>
              <a:t> входных переменных.</a:t>
            </a:r>
          </a:p>
          <a:p>
            <a:r>
              <a:rPr lang="ru-RU" dirty="0"/>
              <a:t>Агрегирование </a:t>
            </a:r>
            <a:r>
              <a:rPr lang="ru-RU" dirty="0" err="1"/>
              <a:t>подусловий</a:t>
            </a:r>
            <a:r>
              <a:rPr lang="ru-RU" dirty="0"/>
              <a:t> в нечетких правилах продукций.</a:t>
            </a:r>
          </a:p>
          <a:p>
            <a:r>
              <a:rPr lang="ru-RU" dirty="0"/>
              <a:t>Активизация или композиция </a:t>
            </a:r>
            <a:r>
              <a:rPr lang="ru-RU" dirty="0" err="1"/>
              <a:t>подзаключений</a:t>
            </a:r>
            <a:r>
              <a:rPr lang="ru-RU" dirty="0"/>
              <a:t> в нечетких правилах продукций.</a:t>
            </a:r>
          </a:p>
          <a:p>
            <a:r>
              <a:rPr lang="ru-RU" dirty="0"/>
              <a:t>Аккумулирование заключений нечетких правил продукций.</a:t>
            </a:r>
          </a:p>
        </p:txBody>
      </p:sp>
    </p:spTree>
    <p:extLst>
      <p:ext uri="{BB962C8B-B14F-4D97-AF65-F5344CB8AC3E}">
        <p14:creationId xmlns:p14="http://schemas.microsoft.com/office/powerpoint/2010/main" val="409982294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05620-087B-24AE-4E5A-31AAD3B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365124"/>
            <a:ext cx="9360000" cy="848821"/>
          </a:xfrm>
        </p:spPr>
        <p:txBody>
          <a:bodyPr>
            <a:normAutofit fontScale="90000"/>
          </a:bodyPr>
          <a:lstStyle/>
          <a:p>
            <a:r>
              <a:rPr lang="ru-RU" dirty="0"/>
              <a:t>Практика. Шаг 1. 13-05</a:t>
            </a:r>
            <a:br>
              <a:rPr lang="ru-RU" dirty="0"/>
            </a:br>
            <a:r>
              <a:rPr lang="ru-RU" dirty="0"/>
              <a:t>Перерыв 13-50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2192A8-9A8D-7A3E-7742-B1BEB0BD0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CABD1-9010-4322-9305-0AF1AA8E7C96}" type="slidenum">
              <a:rPr lang="ru-RU" smtClean="0"/>
              <a:pPr/>
              <a:t>127</a:t>
            </a:fld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623EEDC-5896-9AB8-88FB-AD6578EA5A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2000024"/>
            <a:ext cx="9360000" cy="1428976"/>
          </a:xfrm>
        </p:spPr>
        <p:txBody>
          <a:bodyPr/>
          <a:lstStyle/>
          <a:p>
            <a:r>
              <a:rPr lang="ru-RU" dirty="0"/>
              <a:t>Построить правило логического вывода </a:t>
            </a:r>
          </a:p>
          <a:p>
            <a:pPr marL="0" indent="0">
              <a:buNone/>
            </a:pPr>
            <a:r>
              <a:rPr lang="ru-RU" dirty="0"/>
              <a:t>ЕСЛИ Ошибок более 1 И Пропусков 5 и более, то поставить оценку 2</a:t>
            </a:r>
          </a:p>
        </p:txBody>
      </p:sp>
    </p:spTree>
    <p:extLst>
      <p:ext uri="{BB962C8B-B14F-4D97-AF65-F5344CB8AC3E}">
        <p14:creationId xmlns:p14="http://schemas.microsoft.com/office/powerpoint/2010/main" val="55793735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7CF6D36-8FD4-4C48-B5A1-5162E1654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628775"/>
            <a:ext cx="5400675" cy="2028825"/>
          </a:xfrm>
        </p:spPr>
        <p:txBody>
          <a:bodyPr>
            <a:normAutofit/>
          </a:bodyPr>
          <a:lstStyle/>
          <a:p>
            <a:r>
              <a:rPr lang="ru-RU" dirty="0"/>
              <a:t>Основные этапы построенного механизма нечеткого вывода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59198E-4A60-4C1C-B9D2-5946C67EB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519AFA1-E01F-4869-9A2C-AE6B64FF5724}" type="slidenum">
              <a:rPr lang="ru-RU" smtClean="0"/>
              <a:pPr>
                <a:spcAft>
                  <a:spcPts val="600"/>
                </a:spcAft>
              </a:pPr>
              <a:t>128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6721DD3-F4A6-4729-9F4B-402B64DB0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521" y="460023"/>
            <a:ext cx="3265873" cy="593795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5062765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D01BF9-92C3-4664-A7F7-531AFF40A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738" y="325710"/>
            <a:ext cx="9360000" cy="825173"/>
          </a:xfrm>
        </p:spPr>
        <p:txBody>
          <a:bodyPr>
            <a:normAutofit/>
          </a:bodyPr>
          <a:lstStyle/>
          <a:p>
            <a:r>
              <a:rPr lang="ru-RU" dirty="0"/>
              <a:t>Формирование базы правил.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81A49A3-44E3-49AF-B7B5-BCC3120F2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129</a:t>
            </a:fld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1E1D72-FE01-472B-9765-60FDD3E76C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738" y="1300655"/>
            <a:ext cx="9443382" cy="5100145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База правил систем нечеткого вывода предназначена для формального представления эмпирических знаний или знаний экспертов в той или иной проблемной области. В системах нечеткого вывода используются правила нечетких продукций, в которых условия и заключения сформулированы в терминах нечетких лингвистических высказываний рассмотренных выше видов. </a:t>
            </a:r>
          </a:p>
          <a:p>
            <a:r>
              <a:rPr lang="ru-RU" dirty="0"/>
              <a:t>Совокупность таких правил будем далее называть базами правил нечетких продукций. База правил нечетких продукций. </a:t>
            </a:r>
          </a:p>
          <a:p>
            <a:r>
              <a:rPr lang="ru-RU" dirty="0"/>
              <a:t>База правил нечетких продукций представляет собой конечное множество правил нечетких продукций, согласованных относительно используемых в них лингвистических переменных. Наиболее часто база правил представляется в форме структурированного текста: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ПРАВИЛО.1: ЕСЛИ "Условие_1" ТО "Заключение_1" (F1)</a:t>
            </a:r>
          </a:p>
          <a:p>
            <a:r>
              <a:rPr lang="ru-RU" dirty="0"/>
              <a:t>ПРАВИЛО_2: ЕСЛИ "Условие_2" ТО "Заключение_2" (F2) …</a:t>
            </a:r>
          </a:p>
          <a:p>
            <a:r>
              <a:rPr lang="ru-RU" dirty="0" err="1"/>
              <a:t>ПРАВИЛО_n</a:t>
            </a:r>
            <a:r>
              <a:rPr lang="ru-RU" dirty="0"/>
              <a:t>: ЕСЛИ "</a:t>
            </a:r>
            <a:r>
              <a:rPr lang="ru-RU" dirty="0" err="1"/>
              <a:t>Условие_n</a:t>
            </a:r>
            <a:r>
              <a:rPr lang="ru-RU" dirty="0"/>
              <a:t>" ТО "</a:t>
            </a:r>
            <a:r>
              <a:rPr lang="ru-RU" dirty="0" err="1"/>
              <a:t>Заключение_n</a:t>
            </a:r>
            <a:r>
              <a:rPr lang="ru-RU" dirty="0"/>
              <a:t>" (F)</a:t>
            </a:r>
          </a:p>
          <a:p>
            <a:endParaRPr lang="ru-RU" dirty="0"/>
          </a:p>
          <a:p>
            <a:r>
              <a:rPr lang="ru-RU" dirty="0"/>
              <a:t>Здесь через </a:t>
            </a:r>
            <a:r>
              <a:rPr lang="ru-RU" dirty="0" err="1"/>
              <a:t>Fi</a:t>
            </a:r>
            <a:r>
              <a:rPr lang="ru-RU" dirty="0"/>
              <a:t>(i∈1,2,....n) </a:t>
            </a:r>
            <a:r>
              <a:rPr lang="ru-RU" b="0" i="0" dirty="0">
                <a:solidFill>
                  <a:srgbClr val="252525"/>
                </a:solidFill>
                <a:effectLst/>
                <a:latin typeface="open sans"/>
              </a:rPr>
              <a:t>обозначены коэффициенты определенности или весовые коэффициенты соответствующих правил. Эти коэффициенты могут принимать значения из интервала [0, 1].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265837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C7F9D6-685D-4E69-9F37-4EB9E6781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ru-RU" dirty="0"/>
              <a:t>Простой пример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5B0FE25-0AEB-4AB8-AF1A-13E17AACB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519AFA1-E01F-4869-9A2C-AE6B64FF5724}" type="slidenum">
              <a:rPr lang="ru-RU" smtClean="0"/>
              <a:pPr>
                <a:spcAft>
                  <a:spcPts val="600"/>
                </a:spcAft>
              </a:pPr>
              <a:t>130</a:t>
            </a:fld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8D6949-BC48-4176-8FF3-4EA79ED86761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5386120" y="1637506"/>
            <a:ext cx="3886200" cy="4321175"/>
          </a:xfrm>
        </p:spPr>
        <p:txBody>
          <a:bodyPr>
            <a:normAutofit/>
          </a:bodyPr>
          <a:lstStyle/>
          <a:p>
            <a:r>
              <a:rPr lang="en-US" sz="1400" dirty="0"/>
              <a:t>http://nrsu.bstu.ru/chap27.html#:~:text=%D0%A4%D0%B0%D0%B7%D0%B7%D0%B8%D1%84%D0%B8%D0%BA%D0%B0%D1%86%D0%B8%D1%8F%20(%D0%B2%D0%B2%D0%B5%D0%B4%D0%B5%D0%BD%D0%B8%D0%B5%20%D0%BD%D0%B5%D1%87%D0%B5%D1%82%D0%BA%D0%BE%D1%81%D1%82%D0%B8)%20%E2%80%93%20%D1%8D%D1%82%D0%BE,%D1%81%D0%BE%D0%BE%D1%82%D0%B2%D0%B5%D1%82%D1%81%D1%82%D0%B2%D1%83%D1%8E%D1%89%D0%B5%D0%B3%D0%BE%20%D0%B5%D0%B9%20%D1%82%D0%B5%D1%80%D0%BC%D0%B0%20%D0%BB%D0%B8%D0%BD%D0%B3%D0%B2%D0%B8%D1%81%D1%82%D0%B8%D1%87%D0%B5%D1%81%D0%BA%D0%BE%D0%B9%20%D0%BF%D0%B5%D1%80%D0%B5%D0%BC%D0%B5%D0%BD%D0%BD%D0%BE%D0%B9</a:t>
            </a:r>
            <a:r>
              <a:rPr lang="ru-RU" sz="1400" dirty="0"/>
              <a:t>  </a:t>
            </a:r>
            <a:r>
              <a:rPr lang="en-US" sz="1400" dirty="0"/>
              <a:t>.</a:t>
            </a:r>
            <a:r>
              <a:rPr lang="ru-RU" sz="1400" dirty="0"/>
              <a:t> </a:t>
            </a:r>
          </a:p>
          <a:p>
            <a:endParaRPr lang="ru-RU" sz="1400" dirty="0"/>
          </a:p>
        </p:txBody>
      </p:sp>
      <p:pic>
        <p:nvPicPr>
          <p:cNvPr id="7" name="Рисунок 6" descr="Изображение выглядит как здание, зеркало, женщина, велосипед&#10;&#10;Автоматически созданное описание">
            <a:extLst>
              <a:ext uri="{FF2B5EF4-FFF2-40B4-BE49-F238E27FC236}">
                <a16:creationId xmlns:a16="http://schemas.microsoft.com/office/drawing/2014/main" id="{51EF2733-D98D-42B4-9965-BD12719CF1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7755" r="7544" b="2"/>
          <a:stretch/>
        </p:blipFill>
        <p:spPr>
          <a:xfrm>
            <a:off x="1055370" y="1628775"/>
            <a:ext cx="38862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0660547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D01BF9-92C3-4664-A7F7-531AFF40A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Формирование базы правил.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81A49A3-44E3-49AF-B7B5-BCC3120F2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131</a:t>
            </a:fld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1E1D72-FE01-472B-9765-60FDD3E76CA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95325" y="1630567"/>
            <a:ext cx="8051800" cy="4522787"/>
          </a:xfrm>
        </p:spPr>
        <p:txBody>
          <a:bodyPr>
            <a:normAutofit/>
          </a:bodyPr>
          <a:lstStyle/>
          <a:p>
            <a:r>
              <a:rPr lang="ru-RU" b="0" i="0" dirty="0">
                <a:solidFill>
                  <a:srgbClr val="252525"/>
                </a:solidFill>
                <a:effectLst/>
                <a:latin typeface="open sans"/>
              </a:rPr>
              <a:t>при задании или формировании базы правил нечетких продукций необходимо определить: </a:t>
            </a:r>
          </a:p>
          <a:p>
            <a:pPr lvl="1"/>
            <a:r>
              <a:rPr lang="ru-RU" b="0" i="0" dirty="0">
                <a:solidFill>
                  <a:srgbClr val="252525"/>
                </a:solidFill>
                <a:effectLst/>
                <a:latin typeface="open sans"/>
              </a:rPr>
              <a:t>множество правил нечетких продукций:</a:t>
            </a:r>
          </a:p>
          <a:p>
            <a:pPr lvl="1"/>
            <a:endParaRPr lang="ru-RU" dirty="0">
              <a:solidFill>
                <a:srgbClr val="252525"/>
              </a:solidFill>
              <a:latin typeface="open sans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252525"/>
              </a:solidFill>
              <a:effectLst/>
              <a:latin typeface="open sans"/>
            </a:endParaRPr>
          </a:p>
          <a:p>
            <a:pPr lvl="1"/>
            <a:r>
              <a:rPr lang="ru-RU" b="0" i="0" dirty="0">
                <a:solidFill>
                  <a:srgbClr val="252525"/>
                </a:solidFill>
                <a:effectLst/>
                <a:latin typeface="open sans"/>
              </a:rPr>
              <a:t>множество входных лингвистических переменных:</a:t>
            </a:r>
            <a:br>
              <a:rPr lang="ru-RU" b="0" i="0" dirty="0">
                <a:solidFill>
                  <a:srgbClr val="252525"/>
                </a:solidFill>
                <a:effectLst/>
                <a:latin typeface="open sans"/>
              </a:rPr>
            </a:br>
            <a:endParaRPr lang="ru-RU" b="0" i="0" dirty="0">
              <a:solidFill>
                <a:srgbClr val="252525"/>
              </a:solidFill>
              <a:effectLst/>
              <a:latin typeface="open sans"/>
            </a:endParaRPr>
          </a:p>
          <a:p>
            <a:pPr lvl="1"/>
            <a:endParaRPr lang="ru-RU" dirty="0">
              <a:solidFill>
                <a:srgbClr val="252525"/>
              </a:solidFill>
              <a:latin typeface="open sans"/>
            </a:endParaRPr>
          </a:p>
          <a:p>
            <a:pPr marL="457200" lvl="1" indent="0">
              <a:buNone/>
            </a:pPr>
            <a:r>
              <a:rPr lang="ru-RU" b="0" i="0" dirty="0">
                <a:solidFill>
                  <a:srgbClr val="252525"/>
                </a:solidFill>
                <a:effectLst/>
                <a:latin typeface="open sans"/>
              </a:rPr>
              <a:t>	</a:t>
            </a:r>
          </a:p>
          <a:p>
            <a:pPr lvl="1"/>
            <a:r>
              <a:rPr lang="ru-RU" b="0" i="0" dirty="0">
                <a:solidFill>
                  <a:srgbClr val="252525"/>
                </a:solidFill>
                <a:effectLst/>
                <a:latin typeface="open sans"/>
              </a:rPr>
              <a:t>и множество выходных лингвистических переменных: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8E49106-9498-48EC-871D-E39A7DAAF5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967" t="45405" r="26468" b="51641"/>
          <a:stretch/>
        </p:blipFill>
        <p:spPr>
          <a:xfrm>
            <a:off x="2499203" y="2681515"/>
            <a:ext cx="2222022" cy="43107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550046B-92D5-41AC-B2B6-4CC7D8864E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92" t="50000" r="84107"/>
          <a:stretch/>
        </p:blipFill>
        <p:spPr>
          <a:xfrm>
            <a:off x="2499203" y="3808911"/>
            <a:ext cx="2291125" cy="55517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8D31C84-DCFF-48A3-B212-196BD37242C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786" t="50000" r="47589" b="13926"/>
          <a:stretch/>
        </p:blipFill>
        <p:spPr>
          <a:xfrm>
            <a:off x="2499203" y="5227433"/>
            <a:ext cx="3007679" cy="47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83042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365124"/>
            <a:ext cx="9360000" cy="580807"/>
          </a:xfrm>
        </p:spPr>
        <p:txBody>
          <a:bodyPr anchor="ctr">
            <a:normAutofit/>
          </a:bodyPr>
          <a:lstStyle/>
          <a:p>
            <a:r>
              <a:rPr lang="ru-RU" dirty="0" err="1"/>
              <a:t>Фаззификация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4120" y="6257630"/>
            <a:ext cx="720000" cy="360000"/>
          </a:xfrm>
        </p:spPr>
        <p:txBody>
          <a:bodyPr anchor="ctr">
            <a:normAutofit/>
          </a:bodyPr>
          <a:lstStyle/>
          <a:p>
            <a:fld id="{1519AFA1-E01F-4869-9A2C-AE6B64FF5724}" type="slidenum">
              <a:rPr lang="ru-RU" smtClean="0"/>
              <a:pPr/>
              <a:t>132</a:t>
            </a:fld>
            <a:endParaRPr lang="ru-RU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2F5F437-CE5E-4064-A408-07EB0F793DC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23956066"/>
              </p:ext>
            </p:extLst>
          </p:nvPr>
        </p:nvGraphicFramePr>
        <p:xfrm>
          <a:off x="706438" y="1460501"/>
          <a:ext cx="9359900" cy="5157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14257087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Фаззификация</a:t>
            </a:r>
            <a:r>
              <a:rPr lang="ru-RU" dirty="0"/>
              <a:t> (2)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133</a:t>
            </a:fld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ECEFFE-D53F-44A2-8152-4E97E2FB7B5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1628775"/>
            <a:ext cx="9360000" cy="4924425"/>
          </a:xfrm>
        </p:spPr>
        <p:txBody>
          <a:bodyPr>
            <a:normAutofit fontScale="92500" lnSpcReduction="20000"/>
          </a:bodyPr>
          <a:lstStyle/>
          <a:p>
            <a:r>
              <a:rPr lang="ru-RU" dirty="0">
                <a:solidFill>
                  <a:srgbClr val="252525"/>
                </a:solidFill>
                <a:latin typeface="open sans"/>
              </a:rPr>
              <a:t>В контексте нечеткой логики под </a:t>
            </a:r>
            <a:r>
              <a:rPr lang="ru-RU" b="1" dirty="0" err="1">
                <a:solidFill>
                  <a:srgbClr val="252525"/>
                </a:solidFill>
                <a:latin typeface="open sans"/>
              </a:rPr>
              <a:t>фаззификацией</a:t>
            </a:r>
            <a:r>
              <a:rPr lang="ru-RU" dirty="0">
                <a:solidFill>
                  <a:srgbClr val="252525"/>
                </a:solidFill>
                <a:latin typeface="open sans"/>
              </a:rPr>
              <a:t> понимается не только отдельный этап выполнения нечеткого вывода, но и собственно процесс или процедура нахождения значений функций принадлежности нечетких множеств (термов) на основе обычных (не нечетких) исходных данных . </a:t>
            </a:r>
            <a:r>
              <a:rPr lang="ru-RU" dirty="0" err="1">
                <a:solidFill>
                  <a:srgbClr val="252525"/>
                </a:solidFill>
                <a:latin typeface="open sans"/>
              </a:rPr>
              <a:t>Фаззификацию</a:t>
            </a:r>
            <a:r>
              <a:rPr lang="ru-RU" dirty="0">
                <a:solidFill>
                  <a:srgbClr val="252525"/>
                </a:solidFill>
                <a:latin typeface="open sans"/>
              </a:rPr>
              <a:t> еще называют введением нечеткости. </a:t>
            </a:r>
          </a:p>
          <a:p>
            <a:endParaRPr lang="ru-RU" dirty="0">
              <a:solidFill>
                <a:srgbClr val="252525"/>
              </a:solidFill>
              <a:latin typeface="open sans"/>
            </a:endParaRPr>
          </a:p>
          <a:p>
            <a:r>
              <a:rPr lang="ru-RU" b="1" dirty="0">
                <a:solidFill>
                  <a:srgbClr val="252525"/>
                </a:solidFill>
                <a:latin typeface="open sans"/>
              </a:rPr>
              <a:t>Целью </a:t>
            </a:r>
            <a:r>
              <a:rPr lang="ru-RU" dirty="0">
                <a:solidFill>
                  <a:srgbClr val="252525"/>
                </a:solidFill>
                <a:latin typeface="open sans"/>
              </a:rPr>
              <a:t>этапа </a:t>
            </a:r>
            <a:r>
              <a:rPr lang="ru-RU" dirty="0" err="1">
                <a:solidFill>
                  <a:srgbClr val="252525"/>
                </a:solidFill>
                <a:latin typeface="open sans"/>
              </a:rPr>
              <a:t>фаззификации</a:t>
            </a:r>
            <a:r>
              <a:rPr lang="ru-RU" dirty="0">
                <a:solidFill>
                  <a:srgbClr val="252525"/>
                </a:solidFill>
                <a:latin typeface="open sans"/>
              </a:rPr>
              <a:t> является установление соответствия между конкретным (численным) значением отдельной входной переменной системы нечеткого вывода и значением функции принадлежности соответствующего ей терма входной лингвистической переменной. </a:t>
            </a:r>
          </a:p>
          <a:p>
            <a:endParaRPr lang="ru-RU" dirty="0">
              <a:solidFill>
                <a:srgbClr val="252525"/>
              </a:solidFill>
              <a:latin typeface="open sans"/>
            </a:endParaRPr>
          </a:p>
          <a:p>
            <a:r>
              <a:rPr lang="ru-RU" dirty="0">
                <a:solidFill>
                  <a:srgbClr val="252525"/>
                </a:solidFill>
                <a:latin typeface="open sans"/>
              </a:rPr>
              <a:t>После </a:t>
            </a:r>
            <a:r>
              <a:rPr lang="ru-RU" b="1" dirty="0">
                <a:solidFill>
                  <a:srgbClr val="252525"/>
                </a:solidFill>
                <a:latin typeface="open sans"/>
              </a:rPr>
              <a:t>завершения</a:t>
            </a:r>
            <a:r>
              <a:rPr lang="ru-RU" dirty="0">
                <a:solidFill>
                  <a:srgbClr val="252525"/>
                </a:solidFill>
                <a:latin typeface="open sans"/>
              </a:rPr>
              <a:t> этого этапа для всех входных переменных должны быть определены конкретные значения функций принадлежности по каждому из лингвистических термов, которые используются в </a:t>
            </a:r>
            <a:r>
              <a:rPr lang="ru-RU" dirty="0" err="1">
                <a:solidFill>
                  <a:srgbClr val="252525"/>
                </a:solidFill>
                <a:latin typeface="open sans"/>
              </a:rPr>
              <a:t>подусловиях</a:t>
            </a:r>
            <a:r>
              <a:rPr lang="ru-RU" dirty="0">
                <a:solidFill>
                  <a:srgbClr val="252525"/>
                </a:solidFill>
                <a:latin typeface="open sans"/>
              </a:rPr>
              <a:t> базы правил системы нечеткого вывода. </a:t>
            </a:r>
          </a:p>
          <a:p>
            <a:endParaRPr lang="ru-RU" dirty="0">
              <a:solidFill>
                <a:srgbClr val="252525"/>
              </a:solidFill>
              <a:latin typeface="open sans"/>
            </a:endParaRPr>
          </a:p>
          <a:p>
            <a:r>
              <a:rPr lang="ru-RU" dirty="0">
                <a:solidFill>
                  <a:srgbClr val="252525"/>
                </a:solidFill>
                <a:latin typeface="open sans"/>
              </a:rPr>
              <a:t>Этап </a:t>
            </a:r>
            <a:r>
              <a:rPr lang="ru-RU" dirty="0" err="1">
                <a:solidFill>
                  <a:srgbClr val="252525"/>
                </a:solidFill>
                <a:latin typeface="open sans"/>
              </a:rPr>
              <a:t>фаззификации</a:t>
            </a:r>
            <a:r>
              <a:rPr lang="ru-RU" dirty="0">
                <a:solidFill>
                  <a:srgbClr val="252525"/>
                </a:solidFill>
                <a:latin typeface="open sans"/>
              </a:rPr>
              <a:t> считается </a:t>
            </a:r>
            <a:r>
              <a:rPr lang="ru-RU" b="1" dirty="0">
                <a:solidFill>
                  <a:srgbClr val="252525"/>
                </a:solidFill>
                <a:latin typeface="open sans"/>
              </a:rPr>
              <a:t>законченным</a:t>
            </a:r>
            <a:r>
              <a:rPr lang="ru-RU" dirty="0">
                <a:solidFill>
                  <a:srgbClr val="252525"/>
                </a:solidFill>
                <a:latin typeface="open sans"/>
              </a:rPr>
              <a:t>, когда будут найдены все значения для каждого из </a:t>
            </a:r>
            <a:r>
              <a:rPr lang="ru-RU" dirty="0" err="1">
                <a:solidFill>
                  <a:srgbClr val="252525"/>
                </a:solidFill>
                <a:latin typeface="open sans"/>
              </a:rPr>
              <a:t>подусловий</a:t>
            </a:r>
            <a:r>
              <a:rPr lang="ru-RU" dirty="0">
                <a:solidFill>
                  <a:srgbClr val="252525"/>
                </a:solidFill>
                <a:latin typeface="open sans"/>
              </a:rPr>
              <a:t> всех правил, входящих в рассматриваемую базу правил системы нечеткого вывода. </a:t>
            </a:r>
            <a:endParaRPr lang="ru-RU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825D05E-A634-4B0D-A46D-1E7C1A4A484A}"/>
              </a:ext>
            </a:extLst>
          </p:cNvPr>
          <p:cNvSpPr txBox="1">
            <a:spLocks/>
          </p:cNvSpPr>
          <p:nvPr/>
        </p:nvSpPr>
        <p:spPr>
          <a:xfrm>
            <a:off x="2102403" y="1017141"/>
            <a:ext cx="8139219" cy="5065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3"/>
              </a:buBlip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059606424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134</a:t>
            </a:fld>
            <a:endParaRPr lang="ru-R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B9418E4-87A2-4851-B21D-BC9A0C17D9C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623475" y="4873717"/>
            <a:ext cx="7886700" cy="1139734"/>
          </a:xfrm>
        </p:spPr>
        <p:txBody>
          <a:bodyPr/>
          <a:lstStyle/>
          <a:p>
            <a:r>
              <a:rPr lang="ru-RU" dirty="0"/>
              <a:t>Красная кривая показывает результат </a:t>
            </a:r>
            <a:r>
              <a:rPr lang="ru-RU" dirty="0" err="1"/>
              <a:t>фаззификации</a:t>
            </a:r>
            <a:r>
              <a:rPr lang="ru-RU" dirty="0"/>
              <a:t> процедуры определения для двух различных нечетких множеств</a:t>
            </a: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2D66A0A-E7D8-4494-BB7D-6126F941083C}"/>
              </a:ext>
            </a:extLst>
          </p:cNvPr>
          <p:cNvCxnSpPr/>
          <p:nvPr/>
        </p:nvCxnSpPr>
        <p:spPr>
          <a:xfrm flipV="1">
            <a:off x="1777372" y="1697237"/>
            <a:ext cx="0" cy="2383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577ABEF-36A3-4148-8CB7-20938951154E}"/>
              </a:ext>
            </a:extLst>
          </p:cNvPr>
          <p:cNvCxnSpPr>
            <a:cxnSpLocks/>
          </p:cNvCxnSpPr>
          <p:nvPr/>
        </p:nvCxnSpPr>
        <p:spPr>
          <a:xfrm>
            <a:off x="1777373" y="4080841"/>
            <a:ext cx="60823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ACA35D4-BA14-4497-BC53-9E187271E479}"/>
              </a:ext>
            </a:extLst>
          </p:cNvPr>
          <p:cNvSpPr txBox="1"/>
          <p:nvPr/>
        </p:nvSpPr>
        <p:spPr>
          <a:xfrm>
            <a:off x="1931485" y="4178714"/>
            <a:ext cx="5928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</a:t>
            </a:r>
            <a:r>
              <a:rPr lang="ru-RU" dirty="0"/>
              <a:t>1    </a:t>
            </a:r>
            <a:r>
              <a:rPr lang="en-US" dirty="0"/>
              <a:t>0.</a:t>
            </a:r>
            <a:r>
              <a:rPr lang="ru-RU" dirty="0"/>
              <a:t>2    </a:t>
            </a:r>
            <a:r>
              <a:rPr lang="en-US" dirty="0"/>
              <a:t>0.</a:t>
            </a:r>
            <a:r>
              <a:rPr lang="ru-RU" dirty="0"/>
              <a:t>3    </a:t>
            </a:r>
            <a:r>
              <a:rPr lang="en-US" dirty="0"/>
              <a:t>0.</a:t>
            </a:r>
            <a:r>
              <a:rPr lang="ru-RU" dirty="0"/>
              <a:t>4    </a:t>
            </a:r>
            <a:r>
              <a:rPr lang="en-US" dirty="0"/>
              <a:t> 0.</a:t>
            </a:r>
            <a:r>
              <a:rPr lang="ru-RU" dirty="0"/>
              <a:t>5</a:t>
            </a:r>
            <a:r>
              <a:rPr lang="en-US" dirty="0"/>
              <a:t>     0.6     0.7     0.8     0.9     1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543269D-98AE-4C3A-B8A9-9C7C00DBA35A}"/>
              </a:ext>
            </a:extLst>
          </p:cNvPr>
          <p:cNvCxnSpPr/>
          <p:nvPr/>
        </p:nvCxnSpPr>
        <p:spPr>
          <a:xfrm flipV="1">
            <a:off x="4387009" y="1697238"/>
            <a:ext cx="842480" cy="2383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88AF301-068A-46C9-B613-C95E116E4313}"/>
              </a:ext>
            </a:extLst>
          </p:cNvPr>
          <p:cNvCxnSpPr>
            <a:cxnSpLocks/>
          </p:cNvCxnSpPr>
          <p:nvPr/>
        </p:nvCxnSpPr>
        <p:spPr>
          <a:xfrm flipH="1" flipV="1">
            <a:off x="5229490" y="1697238"/>
            <a:ext cx="976045" cy="2383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2AFA062-FF60-48FD-A861-F44DC05F4784}"/>
              </a:ext>
            </a:extLst>
          </p:cNvPr>
          <p:cNvCxnSpPr/>
          <p:nvPr/>
        </p:nvCxnSpPr>
        <p:spPr>
          <a:xfrm flipV="1">
            <a:off x="5566825" y="1697237"/>
            <a:ext cx="842480" cy="2383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0B28EAF-3D09-4DAF-9946-12B34DF74253}"/>
              </a:ext>
            </a:extLst>
          </p:cNvPr>
          <p:cNvCxnSpPr>
            <a:cxnSpLocks/>
          </p:cNvCxnSpPr>
          <p:nvPr/>
        </p:nvCxnSpPr>
        <p:spPr>
          <a:xfrm flipH="1">
            <a:off x="6389613" y="1697237"/>
            <a:ext cx="82278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7448A6D-6E4C-4DF9-B5E4-847900C58A8D}"/>
              </a:ext>
            </a:extLst>
          </p:cNvPr>
          <p:cNvCxnSpPr>
            <a:cxnSpLocks/>
          </p:cNvCxnSpPr>
          <p:nvPr/>
        </p:nvCxnSpPr>
        <p:spPr>
          <a:xfrm flipV="1">
            <a:off x="4463209" y="3710972"/>
            <a:ext cx="1412694" cy="36986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7B8CD67-0023-4143-8E5F-B5F7EB9D68F8}"/>
              </a:ext>
            </a:extLst>
          </p:cNvPr>
          <p:cNvCxnSpPr>
            <a:cxnSpLocks/>
          </p:cNvCxnSpPr>
          <p:nvPr/>
        </p:nvCxnSpPr>
        <p:spPr>
          <a:xfrm flipV="1">
            <a:off x="5863157" y="3529389"/>
            <a:ext cx="12746" cy="202131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8C0F70D-B76F-4B82-9E27-43294992A99D}"/>
              </a:ext>
            </a:extLst>
          </p:cNvPr>
          <p:cNvCxnSpPr>
            <a:cxnSpLocks/>
          </p:cNvCxnSpPr>
          <p:nvPr/>
        </p:nvCxnSpPr>
        <p:spPr>
          <a:xfrm flipV="1">
            <a:off x="5875903" y="1625124"/>
            <a:ext cx="1298392" cy="1839996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822884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Агрегирование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19AFA1-E01F-4869-9A2C-AE6B64FF5724}" type="slidenum">
              <a:rPr lang="ru-RU" smtClean="0"/>
              <a:pPr>
                <a:spcAft>
                  <a:spcPts val="600"/>
                </a:spcAft>
              </a:pPr>
              <a:t>135</a:t>
            </a:fld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A199AF1-E20A-403F-AEB7-0804786DE01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08993" y="2000025"/>
            <a:ext cx="4858407" cy="1696990"/>
          </a:xfrm>
        </p:spPr>
        <p:txBody>
          <a:bodyPr/>
          <a:lstStyle/>
          <a:p>
            <a:r>
              <a:rPr lang="ru-RU" b="1" dirty="0"/>
              <a:t>Агрегирование</a:t>
            </a:r>
            <a:r>
              <a:rPr lang="ru-RU" dirty="0"/>
              <a:t> представляет собой процедуру определения степени истинности условий по каждому из правил системы нечеткого вывода</a:t>
            </a:r>
          </a:p>
          <a:p>
            <a:endParaRPr lang="ru-RU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825D05E-A634-4B0D-A46D-1E7C1A4A484A}"/>
              </a:ext>
            </a:extLst>
          </p:cNvPr>
          <p:cNvSpPr txBox="1">
            <a:spLocks/>
          </p:cNvSpPr>
          <p:nvPr/>
        </p:nvSpPr>
        <p:spPr>
          <a:xfrm>
            <a:off x="1787480" y="1995488"/>
            <a:ext cx="3886200" cy="2060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3"/>
              </a:buBlip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B53DCB53-8CC4-4CF4-B4E7-32252AC516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808589"/>
              </p:ext>
            </p:extLst>
          </p:nvPr>
        </p:nvGraphicFramePr>
        <p:xfrm>
          <a:off x="6096000" y="1985963"/>
          <a:ext cx="3184479" cy="3813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3611">
                  <a:extLst>
                    <a:ext uri="{9D8B030D-6E8A-4147-A177-3AD203B41FA5}">
                      <a16:colId xmlns:a16="http://schemas.microsoft.com/office/drawing/2014/main" val="1107541620"/>
                    </a:ext>
                  </a:extLst>
                </a:gridCol>
                <a:gridCol w="1840868">
                  <a:extLst>
                    <a:ext uri="{9D8B030D-6E8A-4147-A177-3AD203B41FA5}">
                      <a16:colId xmlns:a16="http://schemas.microsoft.com/office/drawing/2014/main" val="2174271356"/>
                    </a:ext>
                  </a:extLst>
                </a:gridCol>
              </a:tblGrid>
              <a:tr h="635508">
                <a:tc>
                  <a:txBody>
                    <a:bodyPr/>
                    <a:lstStyle/>
                    <a:p>
                      <a:pPr algn="l" fontAlgn="b"/>
                      <a:r>
                        <a:rPr lang="ru-RU" sz="3300" u="none" strike="noStrike" dirty="0">
                          <a:effectLst/>
                        </a:rPr>
                        <a:t>Рост</a:t>
                      </a:r>
                      <a:endParaRPr lang="ru-RU" sz="3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3300" u="none" strike="noStrike" dirty="0">
                          <a:effectLst/>
                        </a:rPr>
                        <a:t>Низкий</a:t>
                      </a:r>
                      <a:endParaRPr lang="ru-RU" sz="3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60" marR="22860" marT="22860" marB="0" anchor="b"/>
                </a:tc>
                <a:extLst>
                  <a:ext uri="{0D108BD9-81ED-4DB2-BD59-A6C34878D82A}">
                    <a16:rowId xmlns:a16="http://schemas.microsoft.com/office/drawing/2014/main" val="476307542"/>
                  </a:ext>
                </a:extLst>
              </a:tr>
              <a:tr h="635508">
                <a:tc>
                  <a:txBody>
                    <a:bodyPr/>
                    <a:lstStyle/>
                    <a:p>
                      <a:pPr algn="r" fontAlgn="b"/>
                      <a:r>
                        <a:rPr lang="ru-RU" sz="3300" u="none" strike="noStrike" dirty="0">
                          <a:effectLst/>
                        </a:rPr>
                        <a:t>160</a:t>
                      </a:r>
                      <a:endParaRPr lang="ru-RU" sz="3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3300" u="none" strike="noStrike" dirty="0">
                          <a:effectLst/>
                        </a:rPr>
                        <a:t>1</a:t>
                      </a:r>
                      <a:endParaRPr lang="ru-RU" sz="3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60" marR="22860" marT="22860" marB="0" anchor="b"/>
                </a:tc>
                <a:extLst>
                  <a:ext uri="{0D108BD9-81ED-4DB2-BD59-A6C34878D82A}">
                    <a16:rowId xmlns:a16="http://schemas.microsoft.com/office/drawing/2014/main" val="2514096179"/>
                  </a:ext>
                </a:extLst>
              </a:tr>
              <a:tr h="635508">
                <a:tc>
                  <a:txBody>
                    <a:bodyPr/>
                    <a:lstStyle/>
                    <a:p>
                      <a:pPr algn="r" fontAlgn="b"/>
                      <a:r>
                        <a:rPr lang="ru-RU" sz="3300" u="none" strike="noStrike">
                          <a:effectLst/>
                        </a:rPr>
                        <a:t>165</a:t>
                      </a:r>
                      <a:endParaRPr lang="ru-RU" sz="3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3300" u="none" strike="noStrike">
                          <a:effectLst/>
                        </a:rPr>
                        <a:t>0,8</a:t>
                      </a:r>
                      <a:endParaRPr lang="ru-RU" sz="3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60" marR="22860" marT="22860" marB="0" anchor="b"/>
                </a:tc>
                <a:extLst>
                  <a:ext uri="{0D108BD9-81ED-4DB2-BD59-A6C34878D82A}">
                    <a16:rowId xmlns:a16="http://schemas.microsoft.com/office/drawing/2014/main" val="604578197"/>
                  </a:ext>
                </a:extLst>
              </a:tr>
              <a:tr h="635508">
                <a:tc>
                  <a:txBody>
                    <a:bodyPr/>
                    <a:lstStyle/>
                    <a:p>
                      <a:pPr algn="r" fontAlgn="b"/>
                      <a:r>
                        <a:rPr lang="ru-RU" sz="3300" u="none" strike="noStrike">
                          <a:effectLst/>
                        </a:rPr>
                        <a:t>170</a:t>
                      </a:r>
                      <a:endParaRPr lang="ru-RU" sz="3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3300" u="none" strike="noStrike">
                          <a:effectLst/>
                        </a:rPr>
                        <a:t>0,6</a:t>
                      </a:r>
                      <a:endParaRPr lang="ru-RU" sz="3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60" marR="22860" marT="22860" marB="0" anchor="b"/>
                </a:tc>
                <a:extLst>
                  <a:ext uri="{0D108BD9-81ED-4DB2-BD59-A6C34878D82A}">
                    <a16:rowId xmlns:a16="http://schemas.microsoft.com/office/drawing/2014/main" val="1315965647"/>
                  </a:ext>
                </a:extLst>
              </a:tr>
              <a:tr h="635508">
                <a:tc>
                  <a:txBody>
                    <a:bodyPr/>
                    <a:lstStyle/>
                    <a:p>
                      <a:pPr algn="r" fontAlgn="b"/>
                      <a:r>
                        <a:rPr lang="ru-RU" sz="3300" u="none" strike="noStrike" dirty="0">
                          <a:effectLst/>
                        </a:rPr>
                        <a:t>175</a:t>
                      </a:r>
                      <a:endParaRPr lang="ru-RU" sz="3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3300" u="none" strike="noStrike" dirty="0">
                          <a:effectLst/>
                        </a:rPr>
                        <a:t>0,4</a:t>
                      </a:r>
                      <a:endParaRPr lang="ru-RU" sz="3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60" marR="22860" marT="22860" marB="0" anchor="b"/>
                </a:tc>
                <a:extLst>
                  <a:ext uri="{0D108BD9-81ED-4DB2-BD59-A6C34878D82A}">
                    <a16:rowId xmlns:a16="http://schemas.microsoft.com/office/drawing/2014/main" val="672042758"/>
                  </a:ext>
                </a:extLst>
              </a:tr>
              <a:tr h="635508">
                <a:tc>
                  <a:txBody>
                    <a:bodyPr/>
                    <a:lstStyle/>
                    <a:p>
                      <a:pPr algn="r" fontAlgn="b"/>
                      <a:r>
                        <a:rPr lang="ru-RU" sz="3300" u="none" strike="noStrike">
                          <a:effectLst/>
                        </a:rPr>
                        <a:t>180</a:t>
                      </a:r>
                      <a:endParaRPr lang="ru-RU" sz="3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3300" u="none" strike="noStrike" dirty="0">
                          <a:effectLst/>
                        </a:rPr>
                        <a:t>0,2</a:t>
                      </a:r>
                      <a:endParaRPr lang="ru-RU" sz="3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60" marR="22860" marT="22860" marB="0" anchor="b"/>
                </a:tc>
                <a:extLst>
                  <a:ext uri="{0D108BD9-81ED-4DB2-BD59-A6C34878D82A}">
                    <a16:rowId xmlns:a16="http://schemas.microsoft.com/office/drawing/2014/main" val="2940933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722001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Активизация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19AFA1-E01F-4869-9A2C-AE6B64FF5724}" type="slidenum">
              <a:rPr lang="ru-RU" smtClean="0"/>
              <a:pPr>
                <a:spcAft>
                  <a:spcPts val="600"/>
                </a:spcAft>
              </a:pPr>
              <a:t>136</a:t>
            </a:fld>
            <a:endParaRPr lang="ru-RU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58DEDAC5-0EE5-46EF-BC5B-965BA00B8B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9601685"/>
              </p:ext>
            </p:extLst>
          </p:nvPr>
        </p:nvGraphicFramePr>
        <p:xfrm>
          <a:off x="695324" y="1989138"/>
          <a:ext cx="9359999" cy="39608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83582307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Аккумулирование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137</a:t>
            </a:fld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649CFF-55F5-4D6A-A354-A2C84768D8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2000024"/>
            <a:ext cx="9360000" cy="3372075"/>
          </a:xfrm>
        </p:spPr>
        <p:txBody>
          <a:bodyPr/>
          <a:lstStyle/>
          <a:p>
            <a:r>
              <a:rPr lang="ru-RU" b="1" dirty="0"/>
              <a:t>Аккумуляция </a:t>
            </a:r>
            <a:r>
              <a:rPr lang="ru-RU" dirty="0"/>
              <a:t>(или аккумулирование) в системах нечеткого вывода – это процесс нахождения функции принадлежности для каждой из выходных лингвистических переменных. </a:t>
            </a:r>
            <a:endParaRPr lang="en-US" dirty="0"/>
          </a:p>
          <a:p>
            <a:pPr lvl="1"/>
            <a:r>
              <a:rPr lang="ru-RU" dirty="0"/>
              <a:t>Цель аккумуляции состоит в объединении всех степеней истинности </a:t>
            </a:r>
            <a:r>
              <a:rPr lang="ru-RU" dirty="0" err="1"/>
              <a:t>подзаключений</a:t>
            </a:r>
            <a:r>
              <a:rPr lang="ru-RU" dirty="0"/>
              <a:t> для получения функции принадлежности каждой из выходных переменных. </a:t>
            </a:r>
            <a:endParaRPr lang="en-US" dirty="0"/>
          </a:p>
          <a:p>
            <a:pPr lvl="1"/>
            <a:r>
              <a:rPr lang="ru-RU" dirty="0"/>
              <a:t>Результат аккумуляции для каждой выходной лингвистической переменной определяется как объединение нечетких множеств всех </a:t>
            </a:r>
            <a:r>
              <a:rPr lang="ru-RU" dirty="0" err="1"/>
              <a:t>подзаключений</a:t>
            </a:r>
            <a:r>
              <a:rPr lang="ru-RU" dirty="0"/>
              <a:t> нечеткой базы правил относительно соответствующей лингвистической переменной. </a:t>
            </a:r>
            <a:endParaRPr lang="en-US" dirty="0"/>
          </a:p>
          <a:p>
            <a:pPr lvl="1"/>
            <a:r>
              <a:rPr lang="ru-RU" dirty="0"/>
              <a:t>Объединение функций принадлежности всех </a:t>
            </a:r>
            <a:r>
              <a:rPr lang="ru-RU" dirty="0" err="1"/>
              <a:t>подзаключений</a:t>
            </a:r>
            <a:r>
              <a:rPr lang="ru-RU" dirty="0"/>
              <a:t> проводится как правило классически ∀</a:t>
            </a:r>
            <a:r>
              <a:rPr lang="ru-RU" dirty="0" err="1"/>
              <a:t>x∈X</a:t>
            </a:r>
            <a:r>
              <a:rPr lang="ru-RU" dirty="0"/>
              <a:t>  μ A∪B ( x )=</a:t>
            </a:r>
            <a:r>
              <a:rPr lang="ru-RU" dirty="0" err="1"/>
              <a:t>max</a:t>
            </a:r>
            <a:r>
              <a:rPr lang="ru-RU" dirty="0"/>
              <a:t>{ μ A ( x ); μ B ( x ) }</a:t>
            </a:r>
            <a:endParaRPr lang="el-GR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825D05E-A634-4B0D-A46D-1E7C1A4A484A}"/>
              </a:ext>
            </a:extLst>
          </p:cNvPr>
          <p:cNvSpPr txBox="1">
            <a:spLocks/>
          </p:cNvSpPr>
          <p:nvPr/>
        </p:nvSpPr>
        <p:spPr>
          <a:xfrm>
            <a:off x="2026391" y="1485901"/>
            <a:ext cx="8139219" cy="3747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3"/>
              </a:buBlip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987754141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Дефаззификация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138</a:t>
            </a:fld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82EEE2-BEA1-4E2B-8183-918F0625C17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2000024"/>
            <a:ext cx="9360000" cy="3186831"/>
          </a:xfrm>
        </p:spPr>
        <p:txBody>
          <a:bodyPr/>
          <a:lstStyle/>
          <a:p>
            <a:r>
              <a:rPr lang="ru-RU" b="1" dirty="0" err="1">
                <a:solidFill>
                  <a:srgbClr val="404040"/>
                </a:solidFill>
                <a:latin typeface="+mn-lt"/>
              </a:rPr>
              <a:t>Дефаззификация</a:t>
            </a:r>
            <a:r>
              <a:rPr lang="ru-RU" dirty="0">
                <a:solidFill>
                  <a:srgbClr val="404040"/>
                </a:solidFill>
                <a:latin typeface="+mn-lt"/>
              </a:rPr>
              <a:t> в системах нечеткого вывода – это процесс перехода от функции принадлежности выходной лингвистической переменной к её четкому (числовому) значению. </a:t>
            </a:r>
          </a:p>
          <a:p>
            <a:r>
              <a:rPr lang="ru-RU" b="1" dirty="0">
                <a:solidFill>
                  <a:srgbClr val="404040"/>
                </a:solidFill>
                <a:latin typeface="+mn-lt"/>
              </a:rPr>
              <a:t>Цель</a:t>
            </a:r>
            <a:r>
              <a:rPr lang="ru-RU" dirty="0">
                <a:solidFill>
                  <a:srgbClr val="404040"/>
                </a:solidFill>
                <a:latin typeface="+mn-lt"/>
              </a:rPr>
              <a:t> </a:t>
            </a:r>
            <a:r>
              <a:rPr lang="ru-RU" dirty="0" err="1">
                <a:solidFill>
                  <a:srgbClr val="404040"/>
                </a:solidFill>
                <a:latin typeface="+mn-lt"/>
              </a:rPr>
              <a:t>дефаззификации</a:t>
            </a:r>
            <a:r>
              <a:rPr lang="ru-RU" dirty="0">
                <a:solidFill>
                  <a:srgbClr val="404040"/>
                </a:solidFill>
                <a:latin typeface="+mn-lt"/>
              </a:rPr>
              <a:t> состоит в том, чтобы, используя результаты аккумуляции всех выходных лингвистических переменных, получить количественные значения для каждой выходной переменной, которое используется внешними по отношению к системе нечеткого вывода устройствами (исполнительными механизмами интеллектуальной САУ)</a:t>
            </a:r>
            <a:endParaRPr lang="el-GR" dirty="0">
              <a:latin typeface="+mn-lt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825D05E-A634-4B0D-A46D-1E7C1A4A484A}"/>
              </a:ext>
            </a:extLst>
          </p:cNvPr>
          <p:cNvSpPr txBox="1">
            <a:spLocks/>
          </p:cNvSpPr>
          <p:nvPr/>
        </p:nvSpPr>
        <p:spPr>
          <a:xfrm>
            <a:off x="2026391" y="1453243"/>
            <a:ext cx="8139219" cy="28656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3"/>
              </a:buBlip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634336896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68B515-9CC3-4483-9A3C-48BB778EF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365124"/>
            <a:ext cx="9360000" cy="848821"/>
          </a:xfrm>
        </p:spPr>
        <p:txBody>
          <a:bodyPr anchor="ctr">
            <a:normAutofit/>
          </a:bodyPr>
          <a:lstStyle/>
          <a:p>
            <a:r>
              <a:rPr lang="ru-RU" dirty="0"/>
              <a:t>Правила </a:t>
            </a:r>
            <a:r>
              <a:rPr lang="ru-RU" dirty="0" err="1"/>
              <a:t>дефаззификации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E61C45-9D9D-45FE-B53E-241590A06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519AFA1-E01F-4869-9A2C-AE6B64FF5724}" type="slidenum">
              <a:rPr lang="ru-RU" smtClean="0"/>
              <a:pPr>
                <a:spcAft>
                  <a:spcPts val="600"/>
                </a:spcAft>
              </a:pPr>
              <a:t>139</a:t>
            </a:fld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96CA8-4E12-47EC-AA95-77F5AC969FC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5630" y="2043341"/>
            <a:ext cx="5205730" cy="3960812"/>
          </a:xfrm>
        </p:spPr>
        <p:txBody>
          <a:bodyPr>
            <a:normAutofit/>
          </a:bodyPr>
          <a:lstStyle/>
          <a:p>
            <a:r>
              <a:rPr lang="ru-RU" dirty="0"/>
              <a:t>метод левого модального значения y= x </a:t>
            </a:r>
            <a:r>
              <a:rPr lang="ru-RU" dirty="0" err="1"/>
              <a:t>min</a:t>
            </a:r>
            <a:r>
              <a:rPr lang="ru-RU" dirty="0"/>
              <a:t> ;</a:t>
            </a:r>
          </a:p>
          <a:p>
            <a:r>
              <a:rPr lang="ru-RU" dirty="0"/>
              <a:t>метод правого модального значения y= x </a:t>
            </a:r>
            <a:r>
              <a:rPr lang="ru-RU" dirty="0" err="1"/>
              <a:t>max</a:t>
            </a:r>
            <a:endParaRPr lang="ru-RU" dirty="0"/>
          </a:p>
          <a:p>
            <a:r>
              <a:rPr lang="ru-RU" dirty="0"/>
              <a:t>метод центра площади заключается в расчете абсциссы y, делящей площадь, ограниченную кривой функции принадлежности μ (x) , так называемой биссектрисы площади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CE9F210-4C5D-439E-A159-1D6A28ED2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684" y="2000024"/>
            <a:ext cx="4004129" cy="4004129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Рукописный ввод 14">
                <a:extLst>
                  <a:ext uri="{FF2B5EF4-FFF2-40B4-BE49-F238E27FC236}">
                    <a16:creationId xmlns:a16="http://schemas.microsoft.com/office/drawing/2014/main" id="{766C6015-98DC-F7F0-C836-47B7BC1DF51F}"/>
                  </a:ext>
                </a:extLst>
              </p14:cNvPr>
              <p14:cNvContentPartPr/>
              <p14:nvPr/>
            </p14:nvContentPartPr>
            <p14:xfrm>
              <a:off x="7984974" y="5013273"/>
              <a:ext cx="360" cy="360"/>
            </p14:xfrm>
          </p:contentPart>
        </mc:Choice>
        <mc:Fallback xmlns="">
          <p:pic>
            <p:nvPicPr>
              <p:cNvPr id="15" name="Рукописный ввод 14">
                <a:extLst>
                  <a:ext uri="{FF2B5EF4-FFF2-40B4-BE49-F238E27FC236}">
                    <a16:creationId xmlns:a16="http://schemas.microsoft.com/office/drawing/2014/main" id="{766C6015-98DC-F7F0-C836-47B7BC1DF5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78854" y="5007153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8306164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Применение нормализации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140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02252" y="1996931"/>
            <a:ext cx="8140700" cy="1797050"/>
          </a:xfrm>
        </p:spPr>
        <p:txBody>
          <a:bodyPr>
            <a:normAutofit/>
          </a:bodyPr>
          <a:lstStyle/>
          <a:p>
            <a:r>
              <a:rPr lang="ru-RU" b="1" dirty="0"/>
              <a:t>Нормализация:</a:t>
            </a:r>
            <a:r>
              <a:rPr lang="ru-RU" dirty="0"/>
              <a:t> приведение разномасштабных величин к единой шкале. Например, к интервалу </a:t>
            </a:r>
            <a:r>
              <a:rPr lang="en-US" dirty="0"/>
              <a:t>[0;1] </a:t>
            </a:r>
            <a:r>
              <a:rPr lang="ru-RU" dirty="0"/>
              <a:t>или </a:t>
            </a:r>
            <a:r>
              <a:rPr lang="en-US" dirty="0"/>
              <a:t>[0;100]</a:t>
            </a:r>
            <a:endParaRPr lang="ru-RU" dirty="0"/>
          </a:p>
          <a:p>
            <a:r>
              <a:rPr lang="ru-RU" dirty="0"/>
              <a:t>Нормализованная оценка: 0.2, 0.4, 0.6, 0.8, 1 (1,2,3,4,5)</a:t>
            </a:r>
          </a:p>
          <a:p>
            <a:r>
              <a:rPr lang="ru-RU" dirty="0"/>
              <a:t>Нормализованная посещаемость: 0, 0.1,…,1.</a:t>
            </a:r>
            <a:endParaRPr lang="el-GR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2D66A0A-E7D8-4494-BB7D-6126F941083C}"/>
              </a:ext>
            </a:extLst>
          </p:cNvPr>
          <p:cNvCxnSpPr/>
          <p:nvPr/>
        </p:nvCxnSpPr>
        <p:spPr>
          <a:xfrm flipV="1">
            <a:off x="2639602" y="3642067"/>
            <a:ext cx="0" cy="2383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577ABEF-36A3-4148-8CB7-20938951154E}"/>
              </a:ext>
            </a:extLst>
          </p:cNvPr>
          <p:cNvCxnSpPr>
            <a:cxnSpLocks/>
          </p:cNvCxnSpPr>
          <p:nvPr/>
        </p:nvCxnSpPr>
        <p:spPr>
          <a:xfrm>
            <a:off x="2639603" y="6025671"/>
            <a:ext cx="60823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ACA35D4-BA14-4497-BC53-9E187271E479}"/>
              </a:ext>
            </a:extLst>
          </p:cNvPr>
          <p:cNvSpPr txBox="1"/>
          <p:nvPr/>
        </p:nvSpPr>
        <p:spPr>
          <a:xfrm>
            <a:off x="2793715" y="6123544"/>
            <a:ext cx="5928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</a:t>
            </a:r>
            <a:r>
              <a:rPr lang="ru-RU" dirty="0"/>
              <a:t>1    </a:t>
            </a:r>
            <a:r>
              <a:rPr lang="en-US" dirty="0"/>
              <a:t>0.</a:t>
            </a:r>
            <a:r>
              <a:rPr lang="ru-RU" dirty="0"/>
              <a:t>2    </a:t>
            </a:r>
            <a:r>
              <a:rPr lang="en-US" dirty="0"/>
              <a:t>0.</a:t>
            </a:r>
            <a:r>
              <a:rPr lang="ru-RU" dirty="0"/>
              <a:t>3    </a:t>
            </a:r>
            <a:r>
              <a:rPr lang="en-US" dirty="0"/>
              <a:t>0.</a:t>
            </a:r>
            <a:r>
              <a:rPr lang="ru-RU" dirty="0"/>
              <a:t>4    </a:t>
            </a:r>
            <a:r>
              <a:rPr lang="en-US" dirty="0"/>
              <a:t> 0.</a:t>
            </a:r>
            <a:r>
              <a:rPr lang="ru-RU" dirty="0"/>
              <a:t>5</a:t>
            </a:r>
            <a:r>
              <a:rPr lang="en-US" dirty="0"/>
              <a:t>     0.6     0.7     0.8     0.9     1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543269D-98AE-4C3A-B8A9-9C7C00DBA35A}"/>
              </a:ext>
            </a:extLst>
          </p:cNvPr>
          <p:cNvCxnSpPr/>
          <p:nvPr/>
        </p:nvCxnSpPr>
        <p:spPr>
          <a:xfrm flipV="1">
            <a:off x="5249239" y="3642068"/>
            <a:ext cx="842480" cy="2383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88AF301-068A-46C9-B613-C95E116E4313}"/>
              </a:ext>
            </a:extLst>
          </p:cNvPr>
          <p:cNvCxnSpPr>
            <a:cxnSpLocks/>
          </p:cNvCxnSpPr>
          <p:nvPr/>
        </p:nvCxnSpPr>
        <p:spPr>
          <a:xfrm flipH="1" flipV="1">
            <a:off x="6091720" y="3642068"/>
            <a:ext cx="976045" cy="2383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2AFA062-FF60-48FD-A861-F44DC05F4784}"/>
              </a:ext>
            </a:extLst>
          </p:cNvPr>
          <p:cNvCxnSpPr/>
          <p:nvPr/>
        </p:nvCxnSpPr>
        <p:spPr>
          <a:xfrm flipV="1">
            <a:off x="6429055" y="3642067"/>
            <a:ext cx="842480" cy="2383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0B28EAF-3D09-4DAF-9946-12B34DF74253}"/>
              </a:ext>
            </a:extLst>
          </p:cNvPr>
          <p:cNvCxnSpPr>
            <a:cxnSpLocks/>
          </p:cNvCxnSpPr>
          <p:nvPr/>
        </p:nvCxnSpPr>
        <p:spPr>
          <a:xfrm flipH="1">
            <a:off x="7251843" y="3642067"/>
            <a:ext cx="82278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85234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lang="ru-RU" dirty="0"/>
              <a:t>Пример нечеткой модели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519AFA1-E01F-4869-9A2C-AE6B64FF5724}" type="slidenum">
              <a:rPr lang="ru-RU" smtClean="0"/>
              <a:pPr>
                <a:spcAft>
                  <a:spcPts val="600"/>
                </a:spcAft>
              </a:pPr>
              <a:t>141</a:t>
            </a:fld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0655" y="1628775"/>
            <a:ext cx="5175464" cy="433206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dirty="0"/>
              <a:t>Необходимо принять решение об отборе игрока в баскетбольную команду на основе данных о нем:</a:t>
            </a:r>
          </a:p>
          <a:p>
            <a:r>
              <a:rPr lang="ru-RU" dirty="0"/>
              <a:t>- Рост (Низкий, Средний, Высокий, Очень Высокий) </a:t>
            </a:r>
            <a:r>
              <a:rPr lang="en-US" dirty="0"/>
              <a:t>[160;240]</a:t>
            </a:r>
            <a:r>
              <a:rPr lang="ru-RU" dirty="0"/>
              <a:t>см</a:t>
            </a:r>
          </a:p>
          <a:p>
            <a:r>
              <a:rPr lang="ru-RU" dirty="0"/>
              <a:t>- Техника (Слабая, Уверенная, Звезда) </a:t>
            </a:r>
            <a:r>
              <a:rPr lang="en-US" dirty="0"/>
              <a:t>[</a:t>
            </a:r>
            <a:r>
              <a:rPr lang="ru-RU" dirty="0"/>
              <a:t>0</a:t>
            </a:r>
            <a:r>
              <a:rPr lang="en-US" dirty="0"/>
              <a:t>;</a:t>
            </a:r>
            <a:r>
              <a:rPr lang="ru-RU" dirty="0"/>
              <a:t>100</a:t>
            </a:r>
            <a:r>
              <a:rPr lang="en-US" dirty="0"/>
              <a:t>]</a:t>
            </a:r>
            <a:r>
              <a:rPr lang="ru-RU" dirty="0"/>
              <a:t>%</a:t>
            </a:r>
            <a:endParaRPr lang="en-US" dirty="0"/>
          </a:p>
          <a:p>
            <a:r>
              <a:rPr lang="en-US" dirty="0"/>
              <a:t>- </a:t>
            </a:r>
            <a:r>
              <a:rPr lang="ru-RU" dirty="0"/>
              <a:t>Средняя результативность за сезон (Низкая, Средняя, Высокая) </a:t>
            </a:r>
            <a:r>
              <a:rPr lang="en-US" dirty="0"/>
              <a:t>[10;50]</a:t>
            </a:r>
            <a:r>
              <a:rPr lang="ru-RU" dirty="0"/>
              <a:t> очков</a:t>
            </a:r>
            <a:endParaRPr lang="el-GR" dirty="0"/>
          </a:p>
        </p:txBody>
      </p:sp>
      <p:pic>
        <p:nvPicPr>
          <p:cNvPr id="6" name="Picture 5" descr="A group of people playing a sport&#10;&#10;Description automatically generated">
            <a:extLst>
              <a:ext uri="{FF2B5EF4-FFF2-40B4-BE49-F238E27FC236}">
                <a16:creationId xmlns:a16="http://schemas.microsoft.com/office/drawing/2014/main" id="{10277456-1CC3-4B96-BCDB-5C0CB79145E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24581" r="-1" b="12716"/>
          <a:stretch/>
        </p:blipFill>
        <p:spPr>
          <a:xfrm>
            <a:off x="706120" y="1628775"/>
            <a:ext cx="38862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0450607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989137"/>
            <a:ext cx="3038475" cy="1910918"/>
          </a:xfrm>
        </p:spPr>
        <p:txBody>
          <a:bodyPr anchor="ctr">
            <a:normAutofit/>
          </a:bodyPr>
          <a:lstStyle/>
          <a:p>
            <a:r>
              <a:rPr lang="ru-RU" dirty="0"/>
              <a:t>Варианты построения </a:t>
            </a:r>
            <a:br>
              <a:rPr lang="ru-RU" dirty="0"/>
            </a:br>
            <a:r>
              <a:rPr lang="ru-RU" dirty="0"/>
              <a:t>μ -функций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519AFA1-E01F-4869-9A2C-AE6B64FF5724}" type="slidenum">
              <a:rPr lang="ru-RU" smtClean="0"/>
              <a:pPr>
                <a:spcAft>
                  <a:spcPts val="600"/>
                </a:spcAft>
              </a:pPr>
              <a:t>142</a:t>
            </a:fld>
            <a:endParaRPr lang="ru-RU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E94001E-FBF9-43EA-9B12-E6E9D4224B57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097419048"/>
              </p:ext>
            </p:extLst>
          </p:nvPr>
        </p:nvGraphicFramePr>
        <p:xfrm>
          <a:off x="3989965" y="892176"/>
          <a:ext cx="6073775" cy="5362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12827666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89CBCC-7753-4B46-9ABE-693A57061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256396-7C5C-4341-8C36-BD4865C72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143</a:t>
            </a:fld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F0DBB3-6B76-444F-BC15-FC570150D6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" y="2000024"/>
            <a:ext cx="9360000" cy="1736404"/>
          </a:xfrm>
        </p:spPr>
        <p:txBody>
          <a:bodyPr/>
          <a:lstStyle/>
          <a:p>
            <a:r>
              <a:rPr lang="ru-RU" dirty="0"/>
              <a:t>Построить логический вывод для 2 значений для средней и низкой уверенности в выборе игрока (вручную)</a:t>
            </a:r>
            <a:endParaRPr lang="en-US" dirty="0"/>
          </a:p>
          <a:p>
            <a:r>
              <a:rPr lang="ru-RU" dirty="0"/>
              <a:t>ИЛИ 2 примера по </a:t>
            </a:r>
            <a:r>
              <a:rPr lang="ru-RU"/>
              <a:t>своему кейсу.</a:t>
            </a:r>
          </a:p>
        </p:txBody>
      </p:sp>
    </p:spTree>
    <p:extLst>
      <p:ext uri="{BB962C8B-B14F-4D97-AF65-F5344CB8AC3E}">
        <p14:creationId xmlns:p14="http://schemas.microsoft.com/office/powerpoint/2010/main" val="364551795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C82C0-DD40-48DE-915C-B3D0DD328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070059-8C51-4714-AFF8-56D1EC583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144</a:t>
            </a:fld>
            <a:endParaRPr lang="ru-RU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956F70D-5777-452A-8B01-10793BA6446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Область применения НЛ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Естественные языки, в т.ч. в предметной области</a:t>
            </a:r>
          </a:p>
          <a:p>
            <a:pPr lvl="2"/>
            <a:r>
              <a:rPr lang="ru-RU" dirty="0"/>
              <a:t>Согласование требований</a:t>
            </a:r>
          </a:p>
          <a:p>
            <a:pPr lvl="2"/>
            <a:r>
              <a:rPr lang="ru-RU" dirty="0"/>
              <a:t>Описание явлений</a:t>
            </a:r>
          </a:p>
          <a:p>
            <a:pPr lvl="1"/>
            <a:r>
              <a:rPr lang="ru-RU" dirty="0"/>
              <a:t>Нестабильные системы</a:t>
            </a:r>
          </a:p>
          <a:p>
            <a:pPr lvl="2"/>
            <a:r>
              <a:rPr lang="ru-RU" dirty="0"/>
              <a:t>Газовые среды (в т.ч. природные, металлургические)</a:t>
            </a:r>
          </a:p>
          <a:p>
            <a:pPr lvl="2"/>
            <a:r>
              <a:rPr lang="ru-RU" dirty="0"/>
              <a:t>Описание потоков (водные, транспортные)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EB28AFB-841B-461C-A3E2-1EF87D2BA2D5}"/>
              </a:ext>
            </a:extLst>
          </p:cNvPr>
          <p:cNvSpPr/>
          <p:nvPr/>
        </p:nvSpPr>
        <p:spPr>
          <a:xfrm>
            <a:off x="699193" y="5584577"/>
            <a:ext cx="41454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https://www.mql5.com/ru/code/13697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7180513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E540847-619E-467C-8CB6-C6E58ED03FAF}"/>
              </a:ext>
            </a:extLst>
          </p:cNvPr>
          <p:cNvSpPr txBox="1">
            <a:spLocks noChangeArrowheads="1"/>
          </p:cNvSpPr>
          <p:nvPr/>
        </p:nvSpPr>
        <p:spPr>
          <a:xfrm>
            <a:off x="1249507" y="4366685"/>
            <a:ext cx="7156102" cy="2491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ru-RU" sz="3600" dirty="0"/>
              <a:t>Контакты</a:t>
            </a:r>
            <a:endParaRPr lang="en-US" sz="3100" dirty="0"/>
          </a:p>
          <a:p>
            <a:pPr algn="l">
              <a:defRPr/>
            </a:pPr>
            <a:r>
              <a:rPr lang="en-US" sz="3100" dirty="0">
                <a:hlinkClick r:id="rId2"/>
              </a:rPr>
              <a:t>dinzis@specialist.ru</a:t>
            </a:r>
            <a:endParaRPr lang="en-US" sz="3100" dirty="0"/>
          </a:p>
          <a:p>
            <a:pPr algn="l">
              <a:defRPr/>
            </a:pPr>
            <a:r>
              <a:rPr lang="en-US" sz="3100" dirty="0">
                <a:hlinkClick r:id="rId3"/>
              </a:rPr>
              <a:t>consult@Dintsis.org</a:t>
            </a:r>
            <a:endParaRPr lang="ru-RU" sz="3100" dirty="0"/>
          </a:p>
          <a:p>
            <a:pPr algn="l">
              <a:defRPr/>
            </a:pPr>
            <a:r>
              <a:rPr lang="en-US" sz="3100" dirty="0">
                <a:hlinkClick r:id="rId4"/>
              </a:rPr>
              <a:t>http://www.ddintsis.com</a:t>
            </a:r>
            <a:endParaRPr lang="ru-RU" sz="3100" dirty="0"/>
          </a:p>
          <a:p>
            <a:pPr algn="l">
              <a:defRPr/>
            </a:pPr>
            <a:r>
              <a:rPr lang="en-US" sz="3100" dirty="0">
                <a:hlinkClick r:id="rId5"/>
              </a:rPr>
              <a:t>https://t.me/pmtips</a:t>
            </a:r>
            <a:r>
              <a:rPr lang="ru-RU" sz="3100" dirty="0"/>
              <a:t> </a:t>
            </a:r>
            <a:endParaRPr lang="en-US" sz="3100" dirty="0"/>
          </a:p>
          <a:p>
            <a:pPr algn="l">
              <a:defRPr/>
            </a:pPr>
            <a:r>
              <a:rPr lang="ru-RU" sz="1800" dirty="0">
                <a:hlinkClick r:id="rId6"/>
              </a:rPr>
              <a:t>Онлайн редактор графов | Построить граф онлайн | </a:t>
            </a:r>
            <a:r>
              <a:rPr lang="ru-RU" sz="1800" dirty="0" err="1">
                <a:hlinkClick r:id="rId6"/>
              </a:rPr>
              <a:t>Programforyou</a:t>
            </a:r>
            <a:r>
              <a:rPr lang="en-US" sz="1800" dirty="0"/>
              <a:t> </a:t>
            </a:r>
            <a:endParaRPr lang="ru-RU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564032-CF4C-1CC4-BD9C-5256E55E6FAD}"/>
              </a:ext>
            </a:extLst>
          </p:cNvPr>
          <p:cNvSpPr txBox="1"/>
          <p:nvPr/>
        </p:nvSpPr>
        <p:spPr>
          <a:xfrm>
            <a:off x="1249507" y="136525"/>
            <a:ext cx="83973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Рекомендации:</a:t>
            </a:r>
          </a:p>
          <a:p>
            <a:r>
              <a:rPr lang="ru-RU" dirty="0">
                <a:solidFill>
                  <a:srgbClr val="212121"/>
                </a:solidFill>
                <a:latin typeface="wf_segoe-ui_normal"/>
              </a:rPr>
              <a:t>Луис </a:t>
            </a:r>
            <a:r>
              <a:rPr lang="ru-RU" dirty="0" err="1">
                <a:solidFill>
                  <a:srgbClr val="212121"/>
                </a:solidFill>
                <a:latin typeface="wf_segoe-ui_normal"/>
              </a:rPr>
              <a:t>Сукар</a:t>
            </a:r>
            <a:r>
              <a:rPr lang="ru-RU" dirty="0">
                <a:solidFill>
                  <a:srgbClr val="212121"/>
                </a:solidFill>
                <a:latin typeface="wf_segoe-ui_normal"/>
              </a:rPr>
              <a:t>. Вероятностные </a:t>
            </a:r>
            <a:r>
              <a:rPr lang="ru-RU" dirty="0" err="1">
                <a:solidFill>
                  <a:srgbClr val="212121"/>
                </a:solidFill>
                <a:latin typeface="wf_segoe-ui_normal"/>
              </a:rPr>
              <a:t>графовые</a:t>
            </a:r>
            <a:r>
              <a:rPr lang="ru-RU" dirty="0">
                <a:solidFill>
                  <a:srgbClr val="212121"/>
                </a:solidFill>
                <a:latin typeface="wf_segoe-ui_normal"/>
              </a:rPr>
              <a:t> модели. Принципы и приложения.</a:t>
            </a:r>
          </a:p>
          <a:p>
            <a:r>
              <a:rPr lang="ru-RU" dirty="0">
                <a:solidFill>
                  <a:srgbClr val="212121"/>
                </a:solidFill>
                <a:latin typeface="wf_segoe-ui_normal"/>
              </a:rPr>
              <a:t>Тим </a:t>
            </a:r>
            <a:r>
              <a:rPr lang="ru-RU" dirty="0" err="1">
                <a:solidFill>
                  <a:srgbClr val="212121"/>
                </a:solidFill>
                <a:latin typeface="wf_segoe-ui_normal"/>
              </a:rPr>
              <a:t>Рафгарден</a:t>
            </a:r>
            <a:r>
              <a:rPr lang="ru-RU" dirty="0">
                <a:solidFill>
                  <a:srgbClr val="212121"/>
                </a:solidFill>
                <a:latin typeface="wf_segoe-ui_normal"/>
              </a:rPr>
              <a:t>. Совершенный алгоритм. </a:t>
            </a:r>
            <a:r>
              <a:rPr lang="ru-RU" dirty="0" err="1">
                <a:solidFill>
                  <a:srgbClr val="212121"/>
                </a:solidFill>
                <a:latin typeface="wf_segoe-ui_normal"/>
              </a:rPr>
              <a:t>Графовые</a:t>
            </a:r>
            <a:r>
              <a:rPr lang="ru-RU" dirty="0">
                <a:solidFill>
                  <a:srgbClr val="212121"/>
                </a:solidFill>
                <a:latin typeface="wf_segoe-ui_normal"/>
              </a:rPr>
              <a:t> алгоритмы и структуры данных.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706239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Другая 2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2681C4"/>
      </a:accent1>
      <a:accent2>
        <a:srgbClr val="004777"/>
      </a:accent2>
      <a:accent3>
        <a:srgbClr val="14A0FF"/>
      </a:accent3>
      <a:accent4>
        <a:srgbClr val="E28B18"/>
      </a:accent4>
      <a:accent5>
        <a:srgbClr val="7F7F7F"/>
      </a:accent5>
      <a:accent6>
        <a:srgbClr val="14A0FF"/>
      </a:accent6>
      <a:hlink>
        <a:srgbClr val="1C6093"/>
      </a:hlink>
      <a:folHlink>
        <a:srgbClr val="70A1C0"/>
      </a:folHlink>
    </a:clrScheme>
    <a:fontScheme name="Open San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Тема Office">
  <a:themeElements>
    <a:clrScheme name="Другая 2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2681C4"/>
      </a:accent1>
      <a:accent2>
        <a:srgbClr val="004777"/>
      </a:accent2>
      <a:accent3>
        <a:srgbClr val="14A0FF"/>
      </a:accent3>
      <a:accent4>
        <a:srgbClr val="E28B18"/>
      </a:accent4>
      <a:accent5>
        <a:srgbClr val="7F7F7F"/>
      </a:accent5>
      <a:accent6>
        <a:srgbClr val="14A0FF"/>
      </a:accent6>
      <a:hlink>
        <a:srgbClr val="1C6093"/>
      </a:hlink>
      <a:folHlink>
        <a:srgbClr val="70A1C0"/>
      </a:folHlink>
    </a:clrScheme>
    <a:fontScheme name="Open San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7921</TotalTime>
  <Words>11444</Words>
  <Application>Microsoft Office PowerPoint</Application>
  <PresentationFormat>Widescreen</PresentationFormat>
  <Paragraphs>1659</Paragraphs>
  <Slides>145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145</vt:i4>
      </vt:variant>
    </vt:vector>
  </HeadingPairs>
  <TitlesOfParts>
    <vt:vector size="156" baseType="lpstr">
      <vt:lpstr>Arial</vt:lpstr>
      <vt:lpstr>Calibri</vt:lpstr>
      <vt:lpstr>inherit</vt:lpstr>
      <vt:lpstr>Myriad Pro</vt:lpstr>
      <vt:lpstr>open sans</vt:lpstr>
      <vt:lpstr>open sans</vt:lpstr>
      <vt:lpstr>Times New Roman</vt:lpstr>
      <vt:lpstr>wf_segoe-ui_normal</vt:lpstr>
      <vt:lpstr>Wingdings 3</vt:lpstr>
      <vt:lpstr>1_Тема Office</vt:lpstr>
      <vt:lpstr>2_Тема Office</vt:lpstr>
      <vt:lpstr>Основы графов и нечетких логик  для анализа больших данных</vt:lpstr>
      <vt:lpstr>Преподаватели по курсу</vt:lpstr>
      <vt:lpstr>О курсе</vt:lpstr>
      <vt:lpstr>Целевая аудитория курса</vt:lpstr>
      <vt:lpstr>Слушатели по окончании курса:</vt:lpstr>
      <vt:lpstr>Знакомимся</vt:lpstr>
      <vt:lpstr>Определение графа</vt:lpstr>
      <vt:lpstr>Что можно описать с помощью графа </vt:lpstr>
      <vt:lpstr>ИИ и графы</vt:lpstr>
      <vt:lpstr>Ориентированные (орграфы) и неориентированные графы</vt:lpstr>
      <vt:lpstr>Смежные вершины</vt:lpstr>
      <vt:lpstr>Степень вершины</vt:lpstr>
      <vt:lpstr>Матрица смежности для неориентированного графа</vt:lpstr>
      <vt:lpstr>Представление графа как матрицы</vt:lpstr>
      <vt:lpstr>Мультиграфы и Псевдографы</vt:lpstr>
      <vt:lpstr>Изоморфные графы</vt:lpstr>
      <vt:lpstr>Задачи. 15 мин.+15 мин.-&gt;11-45</vt:lpstr>
      <vt:lpstr>Подграф</vt:lpstr>
      <vt:lpstr>Подграф. Примеры</vt:lpstr>
      <vt:lpstr>Понятие дерева</vt:lpstr>
      <vt:lpstr>Задача о кенигсбергских мостах</vt:lpstr>
      <vt:lpstr>Граф кенигсбергских мостов</vt:lpstr>
      <vt:lpstr>Решение Эйлера</vt:lpstr>
      <vt:lpstr>Задача</vt:lpstr>
      <vt:lpstr>12-20 </vt:lpstr>
      <vt:lpstr>Граф Интернета или веб-граф</vt:lpstr>
      <vt:lpstr>Социальный граф</vt:lpstr>
      <vt:lpstr>Социальный граф сообществ</vt:lpstr>
      <vt:lpstr>Пример кластеризованного социального графа</vt:lpstr>
      <vt:lpstr>Основные параметры социального графа (2)</vt:lpstr>
      <vt:lpstr>PowerPoint Presentation</vt:lpstr>
      <vt:lpstr>ПО визуализации графов</vt:lpstr>
      <vt:lpstr>Важные типы графов</vt:lpstr>
      <vt:lpstr>Маршрут в графе</vt:lpstr>
      <vt:lpstr>Связность графа</vt:lpstr>
      <vt:lpstr>Простой алгоритм определения связности графа</vt:lpstr>
      <vt:lpstr>Пример</vt:lpstr>
      <vt:lpstr>Задача. Определить связность</vt:lpstr>
      <vt:lpstr>Дополнительная задача. Определить связность орграфа –  до 14-30</vt:lpstr>
      <vt:lpstr>Задача поиска кратчайшего пути на графе</vt:lpstr>
      <vt:lpstr>Разновидности задачи поиска кратчайшего пути</vt:lpstr>
      <vt:lpstr>Общий обзор алгоритмов</vt:lpstr>
      <vt:lpstr>Алгоритм Дейкстры (Dijkstra)</vt:lpstr>
      <vt:lpstr>Алгоритм Дейкстры. Пример (1)</vt:lpstr>
      <vt:lpstr>Алгоритм Дейкстры. Пример (2)</vt:lpstr>
      <vt:lpstr>Алгоритм Дейкстры. Пример (3)</vt:lpstr>
      <vt:lpstr>Алгоритм Дейкстры. Пример (3)</vt:lpstr>
      <vt:lpstr>Алгоритм Дейкстры. Пример (4)</vt:lpstr>
      <vt:lpstr>Задача 20-25 мин.= 15-20 – 15-35</vt:lpstr>
      <vt:lpstr>Дополнительно. А*</vt:lpstr>
      <vt:lpstr>Алгоритм Дейкстры.  Пример программной реализации</vt:lpstr>
      <vt:lpstr>Применить частичный алгоритм А* для графа путь из В в Е = 16-05</vt:lpstr>
      <vt:lpstr>Обзор частных прикладных задач</vt:lpstr>
      <vt:lpstr>Задача коммивояжера</vt:lpstr>
      <vt:lpstr>Задача о ранце</vt:lpstr>
      <vt:lpstr>Алгоритмы</vt:lpstr>
      <vt:lpstr>Генетический алгоритм</vt:lpstr>
      <vt:lpstr>Метод ветвей и границ для задачи о ранце. Простой вариант</vt:lpstr>
      <vt:lpstr>Метод ветвей и границ для задачи о ранце. Для 2х параметров</vt:lpstr>
      <vt:lpstr>Задача.  1.Построить дерево отбора максимального по стоимости числа вещей в рюкзак методом ветвей и границ стоимостью не более 6000 ед.  2. Построить дерево отбора максимальной пользы, но не более 5000 ед. стоимости 11-00</vt:lpstr>
      <vt:lpstr>Алгоритмы поиска сообществ на социальных графах</vt:lpstr>
      <vt:lpstr>Пример жадного алгоритма</vt:lpstr>
      <vt:lpstr>Пример алгоритма Betweenness</vt:lpstr>
      <vt:lpstr>Нормировка данных</vt:lpstr>
      <vt:lpstr>Нормировка весов ребер графа</vt:lpstr>
      <vt:lpstr>Задача о четырех красках</vt:lpstr>
      <vt:lpstr>Планарные и непланарные графы</vt:lpstr>
      <vt:lpstr>Грани в планарном графе</vt:lpstr>
      <vt:lpstr>Формула Эйлера.  Практическое применение</vt:lpstr>
      <vt:lpstr>Формула Эйлера.  Практическое применение (2)</vt:lpstr>
      <vt:lpstr>Пример непланарного графа</vt:lpstr>
      <vt:lpstr>Области применения планарных графов</vt:lpstr>
      <vt:lpstr>Задача – 12-15</vt:lpstr>
      <vt:lpstr>Стохастические или  вероятностные графы</vt:lpstr>
      <vt:lpstr>Пример задачи по оценке действий пользователя. Customer journey</vt:lpstr>
      <vt:lpstr>Пример</vt:lpstr>
      <vt:lpstr>Пример IKEA </vt:lpstr>
      <vt:lpstr>Стохастический граф. Пример</vt:lpstr>
      <vt:lpstr>Пример CJ приобретения поездки  (товара) на сайте</vt:lpstr>
      <vt:lpstr>Вероятностные действия пользователя в системе после выбора маршрута</vt:lpstr>
      <vt:lpstr>Вероятностные действия пользователя в системе после выбора поездки</vt:lpstr>
      <vt:lpstr>Customer Journey как стохастический граф</vt:lpstr>
      <vt:lpstr>Ациклическая модель обучения ИИ </vt:lpstr>
      <vt:lpstr>Языковые модели (LM) как стохастические деревья</vt:lpstr>
      <vt:lpstr>Задача. Предложите Ваш вариант стохастического графа покупки авиабилетов 30 мин. – перерыв 50 мин. =&gt; 14-10</vt:lpstr>
      <vt:lpstr>Программные библиотеки анализа графов</vt:lpstr>
      <vt:lpstr>Часть 2</vt:lpstr>
      <vt:lpstr>Неопределенность высказываний</vt:lpstr>
      <vt:lpstr>Нечеткая логика с 1965 г.</vt:lpstr>
      <vt:lpstr>Логическая переменная</vt:lpstr>
      <vt:lpstr>Нечеткая переменная</vt:lpstr>
      <vt:lpstr>Задача. 15 мин. – 14-55</vt:lpstr>
      <vt:lpstr>PowerPoint Presentation</vt:lpstr>
      <vt:lpstr>Нечеткая переменная Графическое представление</vt:lpstr>
      <vt:lpstr>Определение μ - функции</vt:lpstr>
      <vt:lpstr>Виды μ - функций</vt:lpstr>
      <vt:lpstr>Распространенные варианты процедуры G</vt:lpstr>
      <vt:lpstr>Примеры G-функции</vt:lpstr>
      <vt:lpstr>Задача – 15-45</vt:lpstr>
      <vt:lpstr>Лингвистическая переменная</vt:lpstr>
      <vt:lpstr>Пример</vt:lpstr>
      <vt:lpstr>Нечеткое множество</vt:lpstr>
      <vt:lpstr>Примеры записи нечеткого множества</vt:lpstr>
      <vt:lpstr>Пример. Продолжение</vt:lpstr>
      <vt:lpstr>Нечеткие высказывания и отношения</vt:lpstr>
      <vt:lpstr>Задача – 16-40</vt:lpstr>
      <vt:lpstr>Сравнение нечетких множеств</vt:lpstr>
      <vt:lpstr>Пример включения нечетких множеств</vt:lpstr>
      <vt:lpstr>Пример равенства НМ</vt:lpstr>
      <vt:lpstr>Операции над нечеткими множествами</vt:lpstr>
      <vt:lpstr>Объединение (ИЛИ)</vt:lpstr>
      <vt:lpstr>Пересечение (И)</vt:lpstr>
      <vt:lpstr>Пример области применения</vt:lpstr>
      <vt:lpstr>Разность нечетких множеств</vt:lpstr>
      <vt:lpstr>Дополнение или Отрицание к нечеткому множеству</vt:lpstr>
      <vt:lpstr>Графическое представление</vt:lpstr>
      <vt:lpstr>Пример. Продолжение 2</vt:lpstr>
      <vt:lpstr>Задача 30 мин. – 11-30</vt:lpstr>
      <vt:lpstr>Нечеткий вывод</vt:lpstr>
      <vt:lpstr>Пример отличий логик Заде, Мамдани, Лукасевича и пр.</vt:lpstr>
      <vt:lpstr>Система нечеткого вывода</vt:lpstr>
      <vt:lpstr>Продукционное (нечеткое) правило</vt:lpstr>
      <vt:lpstr>Пример импликации</vt:lpstr>
      <vt:lpstr>Вывод правила.  Импликиция «ЕСЛИ…, ТО…»</vt:lpstr>
      <vt:lpstr>Задача</vt:lpstr>
      <vt:lpstr>Основные этапы построенного механизма нечеткого вывода</vt:lpstr>
      <vt:lpstr>Практика. Шаг 1. 13-05 Перерыв 13-50</vt:lpstr>
      <vt:lpstr>Основные этапы построенного механизма нечеткого вывода</vt:lpstr>
      <vt:lpstr>Формирование базы правил.</vt:lpstr>
      <vt:lpstr>Простой пример</vt:lpstr>
      <vt:lpstr>Формирование базы правил.</vt:lpstr>
      <vt:lpstr>Фаззификация</vt:lpstr>
      <vt:lpstr>Фаззификация (2)</vt:lpstr>
      <vt:lpstr>Пример</vt:lpstr>
      <vt:lpstr>Агрегирование</vt:lpstr>
      <vt:lpstr>Активизация</vt:lpstr>
      <vt:lpstr>Аккумулирование</vt:lpstr>
      <vt:lpstr>Дефаззификация</vt:lpstr>
      <vt:lpstr>Правила дефаззификации</vt:lpstr>
      <vt:lpstr>Применение нормализации</vt:lpstr>
      <vt:lpstr>Пример нечеткой модели</vt:lpstr>
      <vt:lpstr>Варианты построения  μ -функций</vt:lpstr>
      <vt:lpstr>Задача.</vt:lpstr>
      <vt:lpstr>Выводы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графов и нечетких логик  для анализа больших данных</dc:title>
  <dc:creator>Russia IAMCP</dc:creator>
  <cp:lastModifiedBy>Danil Dintsis</cp:lastModifiedBy>
  <cp:revision>153</cp:revision>
  <dcterms:created xsi:type="dcterms:W3CDTF">2020-09-04T06:30:36Z</dcterms:created>
  <dcterms:modified xsi:type="dcterms:W3CDTF">2025-11-05T12:01:31Z</dcterms:modified>
</cp:coreProperties>
</file>